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22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A516"/>
    <a:srgbClr val="CCCC00"/>
    <a:srgbClr val="9A6436"/>
    <a:srgbClr val="BFBFBF"/>
    <a:srgbClr val="679A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2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8652-59CB-20CE-2FCD-D0C1727C6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94566-863E-C08A-13D7-801DF3AE8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EC2CD-FFCE-A4E9-E937-AE174BF1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D09AB-E062-5355-4997-F20DE383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4E050-8CBD-332A-88A5-46DBF669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9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2E88-35EF-A972-3B95-128F5E1B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D82A-D2E2-2E07-22C4-E998AF2C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D801E-A54C-9804-6BB8-714FFB64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FB387-7304-BBCB-582B-71F492EC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D2AD4-AFFA-6A88-DEFA-F7906389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8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EF64-9A8B-FA0A-C74E-379CCE17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4BD2D-6C57-47F6-6975-4A6A69646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5795F-7B0E-7299-6E47-3334CAC3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10D60-AF70-9107-F982-880A6958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F1F6B-793B-9CCD-B355-32D5A350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8C1B-836E-51D6-2058-335743446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98C5-DAC4-41B5-6516-81427DB60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96F78-83E6-E6B2-C4BD-ADCCDC768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053DB-1651-6A2C-0685-58ECF40F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BE5F9-0564-81BF-B2DE-866C1113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C1BB0-3889-8219-AA82-0950620D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7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6207-9F25-7618-373D-EBB938E4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5C644-4B00-9A50-A5D3-126E3EC1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7C4D2-7F36-487B-4290-D432F7DB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0A4C8-7136-016D-0AC9-890B14959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76D64-A8DF-D1E6-2C33-36E73E4B4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7BF68-554E-733D-BD44-E51285A47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B31D1-E27E-5CD9-3B4E-1A5421EC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5434B9-E054-F76B-C4E3-DC0A4189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0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ECE95-20BA-74CA-8F41-5E78A111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06AD6-1752-128D-EC2C-3D59A794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33ED-5B22-4C7C-79DB-1A99C442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B6EAC-6566-4DC0-8425-14E34A98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3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5C05D8-24E4-D422-C71A-09FC8A25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F53D2-5262-39DB-1F54-A6AA2772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B2433-920A-7EB4-7245-0C92EB22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37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945B-E283-16EA-0043-71A6A65F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43910-31EA-5A95-3362-FC88B744C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C93A8-A390-D881-55D5-511840AD0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BCB1D-196A-9B48-54D9-A7085D38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61408-D5D0-4801-F557-6B72358F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90CA7-DC41-27B1-ECE6-F3378E95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5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34E1D-CA46-107A-1445-7E266361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FA2521-48B9-221B-1D25-9D7B27BC2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B12526-B996-49C8-7DD9-5E47D9E67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B01C-78BA-12C4-B7B9-8E4B367C7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D6E64-3690-1FB6-1878-72F63A62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90343-CBAA-DB24-0DED-A5DFFD26F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82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A708-19C6-F016-C896-5ADC2571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3A19E-6331-4C5A-751E-E610563EF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2362-604A-A180-08EF-5F5E7D87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DF07-3871-293C-96D9-696ADC3B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B90D-D6F2-9E7E-E88C-287EC146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42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10615-A2AE-9F5E-411A-3032BADCC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0B9A1-944D-B193-647A-54E76DBE9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FE976-B8F8-8C3F-D798-7C779F86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C75C3-50D4-8C18-15EB-DC438284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DC71-D9D8-1972-DCEA-1303CA57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8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l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1C0F0-FD0F-44AB-824A-81D72809D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4B0C2-3973-4609-AC89-5B48998563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EF57A-6AC5-D3D1-2CC4-CF215813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FAFA0-74E9-8051-E6A0-A076E9686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7F30-2C5E-D23E-3700-196578419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38710-3EE1-4806-A230-ADD9E2BBD8AD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FDFFA-5094-A980-7736-00AD784AE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8923D-491F-6C39-3EBB-701C9255F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A6A2E-0EB9-4230-BCB6-8166A0D99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B399E88-1994-89CD-65BD-A05CB83FBB63}"/>
              </a:ext>
            </a:extLst>
          </p:cNvPr>
          <p:cNvGrpSpPr/>
          <p:nvPr/>
        </p:nvGrpSpPr>
        <p:grpSpPr>
          <a:xfrm>
            <a:off x="1737359" y="1851218"/>
            <a:ext cx="8798561" cy="4122862"/>
            <a:chOff x="1737359" y="1851218"/>
            <a:chExt cx="8798561" cy="412286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1AFC1C-D916-B63D-E9BD-4B4D9529B582}"/>
                </a:ext>
              </a:extLst>
            </p:cNvPr>
            <p:cNvSpPr/>
            <p:nvPr/>
          </p:nvSpPr>
          <p:spPr>
            <a:xfrm>
              <a:off x="1737359" y="1851218"/>
              <a:ext cx="8798561" cy="4122862"/>
            </a:xfrm>
            <a:prstGeom prst="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i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997CED5-CE92-AF03-4194-F7AEE9D2692C}"/>
                </a:ext>
              </a:extLst>
            </p:cNvPr>
            <p:cNvSpPr/>
            <p:nvPr/>
          </p:nvSpPr>
          <p:spPr>
            <a:xfrm>
              <a:off x="3423920" y="2111115"/>
              <a:ext cx="5059680" cy="13868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Prescriptive Process:  What the team needs to do</a:t>
              </a:r>
            </a:p>
            <a:p>
              <a:pPr algn="ctr"/>
              <a:r>
                <a:rPr lang="en-US" sz="1600" i="1" dirty="0">
                  <a:solidFill>
                    <a:sysClr val="windowText" lastClr="000000"/>
                  </a:solidFill>
                </a:rPr>
                <a:t>Instructions</a:t>
              </a:r>
            </a:p>
            <a:p>
              <a:pPr algn="ctr"/>
              <a:r>
                <a:rPr lang="en-US" sz="1600" i="1" dirty="0">
                  <a:solidFill>
                    <a:sysClr val="windowText" lastClr="000000"/>
                  </a:solidFill>
                </a:rPr>
                <a:t>Templates</a:t>
              </a:r>
            </a:p>
            <a:p>
              <a:pPr algn="ctr"/>
              <a:r>
                <a:rPr lang="en-US" sz="1600" i="1" dirty="0">
                  <a:solidFill>
                    <a:sysClr val="windowText" lastClr="000000"/>
                  </a:solidFill>
                </a:rPr>
                <a:t>Required Signoffs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5C19CA-2490-2E71-BCB8-F0EA158F997D}"/>
                </a:ext>
              </a:extLst>
            </p:cNvPr>
            <p:cNvSpPr/>
            <p:nvPr/>
          </p:nvSpPr>
          <p:spPr>
            <a:xfrm>
              <a:off x="3423920" y="4023508"/>
              <a:ext cx="5145925" cy="10412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Feedback Process:  How to tell it was done well</a:t>
              </a:r>
            </a:p>
            <a:p>
              <a:pPr algn="ctr"/>
              <a:r>
                <a:rPr lang="en-US" sz="1600" i="1" dirty="0"/>
                <a:t>Peer Reviews</a:t>
              </a:r>
            </a:p>
            <a:p>
              <a:pPr algn="ctr"/>
              <a:r>
                <a:rPr lang="en-US" sz="1600" i="1" dirty="0"/>
                <a:t>Design of Experiments (DOE)</a:t>
              </a:r>
            </a:p>
            <a:p>
              <a:pPr algn="ctr"/>
              <a:r>
                <a:rPr lang="en-US" sz="1600" i="1" dirty="0"/>
                <a:t>Customer Validation</a:t>
              </a:r>
            </a:p>
          </p:txBody>
        </p:sp>
        <p:pic>
          <p:nvPicPr>
            <p:cNvPr id="7" name="Graphic 6" descr="Arrow: Rotate right with solid fill">
              <a:extLst>
                <a:ext uri="{FF2B5EF4-FFF2-40B4-BE49-F238E27FC236}">
                  <a16:creationId xmlns:a16="http://schemas.microsoft.com/office/drawing/2014/main" id="{1C6CB9F2-A9CD-A9E5-28E4-17140CF42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4147819">
              <a:off x="8522933" y="3182847"/>
              <a:ext cx="1155769" cy="1155769"/>
            </a:xfrm>
            <a:prstGeom prst="rect">
              <a:avLst/>
            </a:prstGeom>
          </p:spPr>
        </p:pic>
        <p:pic>
          <p:nvPicPr>
            <p:cNvPr id="8" name="Graphic 7" descr="Arrow: Rotate right with solid fill">
              <a:extLst>
                <a:ext uri="{FF2B5EF4-FFF2-40B4-BE49-F238E27FC236}">
                  <a16:creationId xmlns:a16="http://schemas.microsoft.com/office/drawing/2014/main" id="{CC909DD1-84C4-C3B6-E7E4-68A0463B0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4745433">
              <a:off x="2310566" y="3164482"/>
              <a:ext cx="1155769" cy="115576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7072BE-18B3-3251-A10B-8871A8FDAD0C}"/>
                </a:ext>
              </a:extLst>
            </p:cNvPr>
            <p:cNvSpPr txBox="1"/>
            <p:nvPr/>
          </p:nvSpPr>
          <p:spPr>
            <a:xfrm>
              <a:off x="1996745" y="5293360"/>
              <a:ext cx="75482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Prescription + Feedback = Comprehensive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0759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9586356D-D408-027C-2235-E8CDD5413B6F}"/>
              </a:ext>
            </a:extLst>
          </p:cNvPr>
          <p:cNvGrpSpPr/>
          <p:nvPr/>
        </p:nvGrpSpPr>
        <p:grpSpPr>
          <a:xfrm>
            <a:off x="1267684" y="108066"/>
            <a:ext cx="7714211" cy="6641868"/>
            <a:chOff x="1267684" y="182881"/>
            <a:chExt cx="7714211" cy="664186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24F2CBE-1E40-53C9-6EFF-AF61037F18C0}"/>
                </a:ext>
              </a:extLst>
            </p:cNvPr>
            <p:cNvSpPr/>
            <p:nvPr/>
          </p:nvSpPr>
          <p:spPr>
            <a:xfrm>
              <a:off x="1267684" y="182881"/>
              <a:ext cx="7714211" cy="66418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A3C542-3B25-4769-33C1-1EBBFFCE52BE}"/>
                </a:ext>
              </a:extLst>
            </p:cNvPr>
            <p:cNvSpPr/>
            <p:nvPr/>
          </p:nvSpPr>
          <p:spPr>
            <a:xfrm>
              <a:off x="3797643" y="378941"/>
              <a:ext cx="2722606" cy="6507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Why 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D91A22-94F1-68F2-B625-4077A4655723}"/>
                </a:ext>
              </a:extLst>
            </p:cNvPr>
            <p:cNvSpPr/>
            <p:nvPr/>
          </p:nvSpPr>
          <p:spPr>
            <a:xfrm>
              <a:off x="3797643" y="1821199"/>
              <a:ext cx="2722606" cy="6507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Why 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795F0D-DB3D-1178-9C7D-4993A4C7D31E}"/>
                </a:ext>
              </a:extLst>
            </p:cNvPr>
            <p:cNvSpPr/>
            <p:nvPr/>
          </p:nvSpPr>
          <p:spPr>
            <a:xfrm>
              <a:off x="1673741" y="3770533"/>
              <a:ext cx="2722606" cy="6507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Why 3a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6A0BE8-D2CD-3053-73D6-D023EFD6AD5D}"/>
                </a:ext>
              </a:extLst>
            </p:cNvPr>
            <p:cNvSpPr/>
            <p:nvPr/>
          </p:nvSpPr>
          <p:spPr>
            <a:xfrm>
              <a:off x="5701257" y="3770533"/>
              <a:ext cx="2722606" cy="6507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Why 3b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417C35C-04B7-62C0-1980-654F2FB4CAA0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5158946" y="1029730"/>
              <a:ext cx="0" cy="7914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697F69C-E882-473E-1D6D-99C9C92E35F2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 flipH="1">
              <a:off x="3035044" y="2471988"/>
              <a:ext cx="2123902" cy="12985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612E48B-EA35-7A5A-8AAC-8CC5B6354AD6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5158946" y="2471988"/>
              <a:ext cx="1903614" cy="12985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8C37C23-7FEF-3B3E-1969-79B033F7210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3035044" y="4421322"/>
              <a:ext cx="0" cy="791469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7205DBC-4F60-FB62-79B9-89B9B4861E35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7062560" y="4421322"/>
              <a:ext cx="0" cy="791469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CD14ABB-EDED-1DFA-139B-260727A53500}"/>
                </a:ext>
              </a:extLst>
            </p:cNvPr>
            <p:cNvSpPr/>
            <p:nvPr/>
          </p:nvSpPr>
          <p:spPr>
            <a:xfrm>
              <a:off x="1673741" y="5212791"/>
              <a:ext cx="2722606" cy="650789"/>
            </a:xfrm>
            <a:prstGeom prst="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chemeClr val="tx1"/>
                  </a:solidFill>
                </a:rPr>
                <a:t>more Whys…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72C5CD5-65C0-A0D6-7869-8FA91CE07A6A}"/>
                </a:ext>
              </a:extLst>
            </p:cNvPr>
            <p:cNvSpPr/>
            <p:nvPr/>
          </p:nvSpPr>
          <p:spPr>
            <a:xfrm>
              <a:off x="5701257" y="5212791"/>
              <a:ext cx="2722606" cy="650789"/>
            </a:xfrm>
            <a:prstGeom prst="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chemeClr val="tx1"/>
                  </a:solidFill>
                </a:rPr>
                <a:t>more Whys…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E743FA7-34B9-8D53-2D6A-4EEC61757213}"/>
                </a:ext>
              </a:extLst>
            </p:cNvPr>
            <p:cNvSpPr txBox="1"/>
            <p:nvPr/>
          </p:nvSpPr>
          <p:spPr>
            <a:xfrm>
              <a:off x="5203767" y="1079350"/>
              <a:ext cx="15669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Why it happened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503EF8-A813-527B-3B64-9114F0C2A0F8}"/>
                </a:ext>
              </a:extLst>
            </p:cNvPr>
            <p:cNvSpPr txBox="1"/>
            <p:nvPr/>
          </p:nvSpPr>
          <p:spPr>
            <a:xfrm>
              <a:off x="2370574" y="2823785"/>
              <a:ext cx="16052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Why it happened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FCEF02-DFB1-D841-D015-28B132786AA7}"/>
                </a:ext>
              </a:extLst>
            </p:cNvPr>
            <p:cNvSpPr txBox="1"/>
            <p:nvPr/>
          </p:nvSpPr>
          <p:spPr>
            <a:xfrm>
              <a:off x="6520249" y="2823785"/>
              <a:ext cx="20181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Why it escaped detection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98D90D-728A-5FA8-3471-75B00A64B99D}"/>
                </a:ext>
              </a:extLst>
            </p:cNvPr>
            <p:cNvSpPr txBox="1"/>
            <p:nvPr/>
          </p:nvSpPr>
          <p:spPr>
            <a:xfrm>
              <a:off x="1593778" y="6213454"/>
              <a:ext cx="7026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Typical Branching Strategy in 5-Whys Process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4CF84D5-6463-B4C3-B6B9-CF1B69F4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754" y="1851384"/>
            <a:ext cx="4750501" cy="408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5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F64D769-B8A6-483C-87A1-20C6F6ACBB1E}"/>
              </a:ext>
            </a:extLst>
          </p:cNvPr>
          <p:cNvSpPr/>
          <p:nvPr/>
        </p:nvSpPr>
        <p:spPr>
          <a:xfrm>
            <a:off x="4677546" y="3667333"/>
            <a:ext cx="2565188" cy="1557892"/>
          </a:xfrm>
          <a:custGeom>
            <a:avLst/>
            <a:gdLst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0497 w 8340219"/>
              <a:gd name="connsiteY3" fmla="*/ 3562111 h 3645578"/>
              <a:gd name="connsiteX4" fmla="*/ 5078423 w 8340219"/>
              <a:gd name="connsiteY4" fmla="*/ 3569397 h 3645578"/>
              <a:gd name="connsiteX5" fmla="*/ 5078805 w 8340219"/>
              <a:gd name="connsiteY5" fmla="*/ 3591803 h 3645578"/>
              <a:gd name="connsiteX6" fmla="*/ 5636468 w 8340219"/>
              <a:gd name="connsiteY6" fmla="*/ 3530885 h 3645578"/>
              <a:gd name="connsiteX7" fmla="*/ 5645310 w 8340219"/>
              <a:gd name="connsiteY7" fmla="*/ 3583936 h 3645578"/>
              <a:gd name="connsiteX8" fmla="*/ 5632784 w 8340219"/>
              <a:gd name="connsiteY8" fmla="*/ 3571410 h 3645578"/>
              <a:gd name="connsiteX9" fmla="*/ 5639260 w 8340219"/>
              <a:gd name="connsiteY9" fmla="*/ 3500179 h 3645578"/>
              <a:gd name="connsiteX10" fmla="*/ 5636468 w 8340219"/>
              <a:gd name="connsiteY10" fmla="*/ 3530885 h 3645578"/>
              <a:gd name="connsiteX11" fmla="*/ 5632784 w 8340219"/>
              <a:gd name="connsiteY11" fmla="*/ 3508780 h 3645578"/>
              <a:gd name="connsiteX12" fmla="*/ 3452918 w 8340219"/>
              <a:gd name="connsiteY12" fmla="*/ 3477948 h 3645578"/>
              <a:gd name="connsiteX13" fmla="*/ 3452002 w 8340219"/>
              <a:gd name="connsiteY13" fmla="*/ 3531723 h 3645578"/>
              <a:gd name="connsiteX14" fmla="*/ 3441953 w 8340219"/>
              <a:gd name="connsiteY14" fmla="*/ 3517135 h 3645578"/>
              <a:gd name="connsiteX15" fmla="*/ 3461227 w 8340219"/>
              <a:gd name="connsiteY15" fmla="*/ 3448256 h 3645578"/>
              <a:gd name="connsiteX16" fmla="*/ 3452918 w 8340219"/>
              <a:gd name="connsiteY16" fmla="*/ 3477948 h 3645578"/>
              <a:gd name="connsiteX17" fmla="*/ 3453300 w 8340219"/>
              <a:gd name="connsiteY17" fmla="*/ 3455542 h 3645578"/>
              <a:gd name="connsiteX18" fmla="*/ 6661632 w 8340219"/>
              <a:gd name="connsiteY18" fmla="*/ 2140021 h 3645578"/>
              <a:gd name="connsiteX19" fmla="*/ 6694102 w 8340219"/>
              <a:gd name="connsiteY19" fmla="*/ 2160072 h 3645578"/>
              <a:gd name="connsiteX20" fmla="*/ 6693935 w 8340219"/>
              <a:gd name="connsiteY20" fmla="*/ 2179158 h 3645578"/>
              <a:gd name="connsiteX21" fmla="*/ 6648172 w 8340219"/>
              <a:gd name="connsiteY21" fmla="*/ 2123715 h 3645578"/>
              <a:gd name="connsiteX22" fmla="*/ 6661632 w 8340219"/>
              <a:gd name="connsiteY22" fmla="*/ 2140021 h 3645578"/>
              <a:gd name="connsiteX23" fmla="*/ 6636669 w 8340219"/>
              <a:gd name="connsiteY23" fmla="*/ 2124607 h 3645578"/>
              <a:gd name="connsiteX24" fmla="*/ 77610 w 8340219"/>
              <a:gd name="connsiteY24" fmla="*/ 1315235 h 3645578"/>
              <a:gd name="connsiteX25" fmla="*/ 20279 w 8340219"/>
              <a:gd name="connsiteY25" fmla="*/ 1330879 h 3645578"/>
              <a:gd name="connsiteX26" fmla="*/ 0 w 8340219"/>
              <a:gd name="connsiteY26" fmla="*/ 1323769 h 3645578"/>
              <a:gd name="connsiteX27" fmla="*/ 121051 w 8340219"/>
              <a:gd name="connsiteY27" fmla="*/ 1303381 h 3645578"/>
              <a:gd name="connsiteX28" fmla="*/ 109947 w 8340219"/>
              <a:gd name="connsiteY28" fmla="*/ 1311679 h 3645578"/>
              <a:gd name="connsiteX29" fmla="*/ 77610 w 8340219"/>
              <a:gd name="connsiteY29" fmla="*/ 1315235 h 3645578"/>
              <a:gd name="connsiteX30" fmla="*/ 5595879 w 8340219"/>
              <a:gd name="connsiteY30" fmla="*/ 752741 h 3645578"/>
              <a:gd name="connsiteX31" fmla="*/ 5589041 w 8340219"/>
              <a:gd name="connsiteY31" fmla="*/ 754416 h 3645578"/>
              <a:gd name="connsiteX32" fmla="*/ 5595724 w 8340219"/>
              <a:gd name="connsiteY32" fmla="*/ 752769 h 3645578"/>
              <a:gd name="connsiteX33" fmla="*/ 4060326 w 8340219"/>
              <a:gd name="connsiteY33" fmla="*/ 0 h 3645578"/>
              <a:gd name="connsiteX34" fmla="*/ 4761783 w 8340219"/>
              <a:gd name="connsiteY34" fmla="*/ 12526 h 3645578"/>
              <a:gd name="connsiteX35" fmla="*/ 4799361 w 8340219"/>
              <a:gd name="connsiteY35" fmla="*/ 25052 h 3645578"/>
              <a:gd name="connsiteX36" fmla="*/ 4861991 w 8340219"/>
              <a:gd name="connsiteY36" fmla="*/ 37578 h 3645578"/>
              <a:gd name="connsiteX37" fmla="*/ 5099986 w 8340219"/>
              <a:gd name="connsiteY37" fmla="*/ 62630 h 3645578"/>
              <a:gd name="connsiteX38" fmla="*/ 5099986 w 8340219"/>
              <a:gd name="connsiteY38" fmla="*/ 425885 h 3645578"/>
              <a:gd name="connsiteX39" fmla="*/ 5074934 w 8340219"/>
              <a:gd name="connsiteY39" fmla="*/ 488515 h 3645578"/>
              <a:gd name="connsiteX40" fmla="*/ 5112512 w 8340219"/>
              <a:gd name="connsiteY40" fmla="*/ 713984 h 3645578"/>
              <a:gd name="connsiteX41" fmla="*/ 5162616 w 8340219"/>
              <a:gd name="connsiteY41" fmla="*/ 739036 h 3645578"/>
              <a:gd name="connsiteX42" fmla="*/ 5200194 w 8340219"/>
              <a:gd name="connsiteY42" fmla="*/ 764088 h 3645578"/>
              <a:gd name="connsiteX43" fmla="*/ 5300402 w 8340219"/>
              <a:gd name="connsiteY43" fmla="*/ 789140 h 3645578"/>
              <a:gd name="connsiteX44" fmla="*/ 5388085 w 8340219"/>
              <a:gd name="connsiteY44" fmla="*/ 814192 h 3645578"/>
              <a:gd name="connsiteX45" fmla="*/ 5513345 w 8340219"/>
              <a:gd name="connsiteY45" fmla="*/ 776614 h 3645578"/>
              <a:gd name="connsiteX46" fmla="*/ 5563449 w 8340219"/>
              <a:gd name="connsiteY46" fmla="*/ 764088 h 3645578"/>
              <a:gd name="connsiteX47" fmla="*/ 5608191 w 8340219"/>
              <a:gd name="connsiteY47" fmla="*/ 750518 h 3645578"/>
              <a:gd name="connsiteX48" fmla="*/ 5595879 w 8340219"/>
              <a:gd name="connsiteY48" fmla="*/ 752741 h 3645578"/>
              <a:gd name="connsiteX49" fmla="*/ 5607552 w 8340219"/>
              <a:gd name="connsiteY49" fmla="*/ 749881 h 3645578"/>
              <a:gd name="connsiteX50" fmla="*/ 5651131 w 8340219"/>
              <a:gd name="connsiteY50" fmla="*/ 739036 h 3645578"/>
              <a:gd name="connsiteX51" fmla="*/ 5751339 w 8340219"/>
              <a:gd name="connsiteY51" fmla="*/ 676406 h 3645578"/>
              <a:gd name="connsiteX52" fmla="*/ 5876600 w 8340219"/>
              <a:gd name="connsiteY52" fmla="*/ 613776 h 3645578"/>
              <a:gd name="connsiteX53" fmla="*/ 5914178 w 8340219"/>
              <a:gd name="connsiteY53" fmla="*/ 588724 h 3645578"/>
              <a:gd name="connsiteX54" fmla="*/ 5951756 w 8340219"/>
              <a:gd name="connsiteY54" fmla="*/ 576197 h 3645578"/>
              <a:gd name="connsiteX55" fmla="*/ 6001860 w 8340219"/>
              <a:gd name="connsiteY55" fmla="*/ 538619 h 3645578"/>
              <a:gd name="connsiteX56" fmla="*/ 6615635 w 8340219"/>
              <a:gd name="connsiteY56" fmla="*/ 551145 h 3645578"/>
              <a:gd name="connsiteX57" fmla="*/ 6715354 w 8340219"/>
              <a:gd name="connsiteY57" fmla="*/ 557406 h 3645578"/>
              <a:gd name="connsiteX58" fmla="*/ 6796777 w 8340219"/>
              <a:gd name="connsiteY58" fmla="*/ 574759 h 3645578"/>
              <a:gd name="connsiteX59" fmla="*/ 6795790 w 8340219"/>
              <a:gd name="connsiteY59" fmla="*/ 572403 h 3645578"/>
              <a:gd name="connsiteX60" fmla="*/ 6801378 w 8340219"/>
              <a:gd name="connsiteY60" fmla="*/ 575739 h 3645578"/>
              <a:gd name="connsiteX61" fmla="*/ 6803526 w 8340219"/>
              <a:gd name="connsiteY61" fmla="*/ 576197 h 3645578"/>
              <a:gd name="connsiteX62" fmla="*/ 6878682 w 8340219"/>
              <a:gd name="connsiteY62" fmla="*/ 613776 h 3645578"/>
              <a:gd name="connsiteX63" fmla="*/ 6889711 w 8340219"/>
              <a:gd name="connsiteY63" fmla="*/ 628481 h 3645578"/>
              <a:gd name="connsiteX64" fmla="*/ 7020357 w 8340219"/>
              <a:gd name="connsiteY64" fmla="*/ 706487 h 3645578"/>
              <a:gd name="connsiteX65" fmla="*/ 7053736 w 8340219"/>
              <a:gd name="connsiteY65" fmla="*/ 727814 h 3645578"/>
              <a:gd name="connsiteX66" fmla="*/ 7099261 w 8340219"/>
              <a:gd name="connsiteY66" fmla="*/ 752202 h 3645578"/>
              <a:gd name="connsiteX67" fmla="*/ 7166019 w 8340219"/>
              <a:gd name="connsiteY67" fmla="*/ 794856 h 3645578"/>
              <a:gd name="connsiteX68" fmla="*/ 7305657 w 8340219"/>
              <a:gd name="connsiteY68" fmla="*/ 855872 h 3645578"/>
              <a:gd name="connsiteX69" fmla="*/ 7621370 w 8340219"/>
              <a:gd name="connsiteY69" fmla="*/ 987085 h 3645578"/>
              <a:gd name="connsiteX70" fmla="*/ 8016082 w 8340219"/>
              <a:gd name="connsiteY70" fmla="*/ 1112366 h 3645578"/>
              <a:gd name="connsiteX71" fmla="*/ 8049462 w 8340219"/>
              <a:gd name="connsiteY71" fmla="*/ 1133693 h 3645578"/>
              <a:gd name="connsiteX72" fmla="*/ 8167866 w 8340219"/>
              <a:gd name="connsiteY72" fmla="*/ 1176442 h 3645578"/>
              <a:gd name="connsiteX73" fmla="*/ 8286080 w 8340219"/>
              <a:gd name="connsiteY73" fmla="*/ 1322483 h 3645578"/>
              <a:gd name="connsiteX74" fmla="*/ 8316399 w 8340219"/>
              <a:gd name="connsiteY74" fmla="*/ 1355956 h 3645578"/>
              <a:gd name="connsiteX75" fmla="*/ 8334382 w 8340219"/>
              <a:gd name="connsiteY75" fmla="*/ 1489663 h 3645578"/>
              <a:gd name="connsiteX76" fmla="*/ 8337348 w 8340219"/>
              <a:gd name="connsiteY76" fmla="*/ 1529162 h 3645578"/>
              <a:gd name="connsiteX77" fmla="*/ 8337253 w 8340219"/>
              <a:gd name="connsiteY77" fmla="*/ 1580808 h 3645578"/>
              <a:gd name="connsiteX78" fmla="*/ 8340219 w 8340219"/>
              <a:gd name="connsiteY78" fmla="*/ 1620308 h 3645578"/>
              <a:gd name="connsiteX79" fmla="*/ 8225348 w 8340219"/>
              <a:gd name="connsiteY79" fmla="*/ 1307182 h 3645578"/>
              <a:gd name="connsiteX80" fmla="*/ 7693965 w 8340219"/>
              <a:gd name="connsiteY80" fmla="*/ 1160384 h 3645578"/>
              <a:gd name="connsiteX81" fmla="*/ 7660586 w 8340219"/>
              <a:gd name="connsiteY81" fmla="*/ 1139057 h 3645578"/>
              <a:gd name="connsiteX82" fmla="*/ 7545241 w 8340219"/>
              <a:gd name="connsiteY82" fmla="*/ 1084161 h 3645578"/>
              <a:gd name="connsiteX83" fmla="*/ 7478483 w 8340219"/>
              <a:gd name="connsiteY83" fmla="*/ 1041507 h 3645578"/>
              <a:gd name="connsiteX84" fmla="*/ 7360079 w 8340219"/>
              <a:gd name="connsiteY84" fmla="*/ 998758 h 3645578"/>
              <a:gd name="connsiteX85" fmla="*/ 7314554 w 8340219"/>
              <a:gd name="connsiteY85" fmla="*/ 974370 h 3645578"/>
              <a:gd name="connsiteX86" fmla="*/ 7232589 w 8340219"/>
              <a:gd name="connsiteY86" fmla="*/ 940802 h 3645578"/>
              <a:gd name="connsiteX87" fmla="*/ 7044366 w 8340219"/>
              <a:gd name="connsiteY87" fmla="*/ 867545 h 3645578"/>
              <a:gd name="connsiteX88" fmla="*/ 6974548 w 8340219"/>
              <a:gd name="connsiteY88" fmla="*/ 837037 h 3645578"/>
              <a:gd name="connsiteX89" fmla="*/ 6932082 w 8340219"/>
              <a:gd name="connsiteY89" fmla="*/ 800504 h 3645578"/>
              <a:gd name="connsiteX90" fmla="*/ 6905208 w 8340219"/>
              <a:gd name="connsiteY90" fmla="*/ 759667 h 3645578"/>
              <a:gd name="connsiteX91" fmla="*/ 6853630 w 8340219"/>
              <a:gd name="connsiteY91" fmla="*/ 739036 h 3645578"/>
              <a:gd name="connsiteX92" fmla="*/ 6803526 w 8340219"/>
              <a:gd name="connsiteY92" fmla="*/ 726510 h 3645578"/>
              <a:gd name="connsiteX93" fmla="*/ 6590583 w 8340219"/>
              <a:gd name="connsiteY93" fmla="*/ 688932 h 3645578"/>
              <a:gd name="connsiteX94" fmla="*/ 6239855 w 8340219"/>
              <a:gd name="connsiteY94" fmla="*/ 701458 h 3645578"/>
              <a:gd name="connsiteX95" fmla="*/ 6202276 w 8340219"/>
              <a:gd name="connsiteY95" fmla="*/ 713984 h 3645578"/>
              <a:gd name="connsiteX96" fmla="*/ 6177224 w 8340219"/>
              <a:gd name="connsiteY96" fmla="*/ 839244 h 3645578"/>
              <a:gd name="connsiteX97" fmla="*/ 6202276 w 8340219"/>
              <a:gd name="connsiteY97" fmla="*/ 977030 h 3645578"/>
              <a:gd name="connsiteX98" fmla="*/ 6252381 w 8340219"/>
              <a:gd name="connsiteY98" fmla="*/ 1014608 h 3645578"/>
              <a:gd name="connsiteX99" fmla="*/ 6289959 w 8340219"/>
              <a:gd name="connsiteY99" fmla="*/ 1027134 h 3645578"/>
              <a:gd name="connsiteX100" fmla="*/ 6340063 w 8340219"/>
              <a:gd name="connsiteY100" fmla="*/ 1039661 h 3645578"/>
              <a:gd name="connsiteX101" fmla="*/ 6465323 w 8340219"/>
              <a:gd name="connsiteY101" fmla="*/ 1064713 h 3645578"/>
              <a:gd name="connsiteX102" fmla="*/ 6578057 w 8340219"/>
              <a:gd name="connsiteY102" fmla="*/ 1102291 h 3645578"/>
              <a:gd name="connsiteX103" fmla="*/ 6653213 w 8340219"/>
              <a:gd name="connsiteY103" fmla="*/ 1127343 h 3645578"/>
              <a:gd name="connsiteX104" fmla="*/ 6740896 w 8340219"/>
              <a:gd name="connsiteY104" fmla="*/ 1177447 h 3645578"/>
              <a:gd name="connsiteX105" fmla="*/ 6903734 w 8340219"/>
              <a:gd name="connsiteY105" fmla="*/ 1240077 h 3645578"/>
              <a:gd name="connsiteX106" fmla="*/ 7054046 w 8340219"/>
              <a:gd name="connsiteY106" fmla="*/ 1315233 h 3645578"/>
              <a:gd name="connsiteX107" fmla="*/ 7129202 w 8340219"/>
              <a:gd name="connsiteY107" fmla="*/ 1377863 h 3645578"/>
              <a:gd name="connsiteX108" fmla="*/ 7154255 w 8340219"/>
              <a:gd name="connsiteY108" fmla="*/ 1402915 h 3645578"/>
              <a:gd name="connsiteX109" fmla="*/ 7204359 w 8340219"/>
              <a:gd name="connsiteY109" fmla="*/ 1427967 h 3645578"/>
              <a:gd name="connsiteX110" fmla="*/ 7229411 w 8340219"/>
              <a:gd name="connsiteY110" fmla="*/ 1478071 h 3645578"/>
              <a:gd name="connsiteX111" fmla="*/ 7241937 w 8340219"/>
              <a:gd name="connsiteY111" fmla="*/ 1515650 h 3645578"/>
              <a:gd name="connsiteX112" fmla="*/ 7279515 w 8340219"/>
              <a:gd name="connsiteY112" fmla="*/ 1565754 h 3645578"/>
              <a:gd name="connsiteX113" fmla="*/ 7304567 w 8340219"/>
              <a:gd name="connsiteY113" fmla="*/ 1615858 h 3645578"/>
              <a:gd name="connsiteX114" fmla="*/ 7329619 w 8340219"/>
              <a:gd name="connsiteY114" fmla="*/ 1678488 h 3645578"/>
              <a:gd name="connsiteX115" fmla="*/ 7367197 w 8340219"/>
              <a:gd name="connsiteY115" fmla="*/ 1716066 h 3645578"/>
              <a:gd name="connsiteX116" fmla="*/ 7379723 w 8340219"/>
              <a:gd name="connsiteY116" fmla="*/ 1753644 h 3645578"/>
              <a:gd name="connsiteX117" fmla="*/ 7429827 w 8340219"/>
              <a:gd name="connsiteY117" fmla="*/ 1828800 h 3645578"/>
              <a:gd name="connsiteX118" fmla="*/ 7467405 w 8340219"/>
              <a:gd name="connsiteY118" fmla="*/ 1903956 h 3645578"/>
              <a:gd name="connsiteX119" fmla="*/ 7530035 w 8340219"/>
              <a:gd name="connsiteY119" fmla="*/ 1966587 h 3645578"/>
              <a:gd name="connsiteX120" fmla="*/ 7555087 w 8340219"/>
              <a:gd name="connsiteY120" fmla="*/ 2004165 h 3645578"/>
              <a:gd name="connsiteX121" fmla="*/ 7467405 w 8340219"/>
              <a:gd name="connsiteY121" fmla="*/ 1991639 h 3645578"/>
              <a:gd name="connsiteX122" fmla="*/ 7429827 w 8340219"/>
              <a:gd name="connsiteY122" fmla="*/ 1941534 h 3645578"/>
              <a:gd name="connsiteX123" fmla="*/ 7354671 w 8340219"/>
              <a:gd name="connsiteY123" fmla="*/ 1866378 h 3645578"/>
              <a:gd name="connsiteX124" fmla="*/ 7342145 w 8340219"/>
              <a:gd name="connsiteY124" fmla="*/ 1828800 h 3645578"/>
              <a:gd name="connsiteX125" fmla="*/ 7266989 w 8340219"/>
              <a:gd name="connsiteY125" fmla="*/ 1778696 h 3645578"/>
              <a:gd name="connsiteX126" fmla="*/ 7179307 w 8340219"/>
              <a:gd name="connsiteY126" fmla="*/ 1728592 h 3645578"/>
              <a:gd name="connsiteX127" fmla="*/ 7141728 w 8340219"/>
              <a:gd name="connsiteY127" fmla="*/ 1691014 h 3645578"/>
              <a:gd name="connsiteX128" fmla="*/ 7104150 w 8340219"/>
              <a:gd name="connsiteY128" fmla="*/ 1665962 h 3645578"/>
              <a:gd name="connsiteX129" fmla="*/ 7016468 w 8340219"/>
              <a:gd name="connsiteY129" fmla="*/ 1590806 h 3645578"/>
              <a:gd name="connsiteX130" fmla="*/ 6991416 w 8340219"/>
              <a:gd name="connsiteY130" fmla="*/ 1553228 h 3645578"/>
              <a:gd name="connsiteX131" fmla="*/ 6953838 w 8340219"/>
              <a:gd name="connsiteY131" fmla="*/ 1515650 h 3645578"/>
              <a:gd name="connsiteX132" fmla="*/ 6928786 w 8340219"/>
              <a:gd name="connsiteY132" fmla="*/ 1478071 h 3645578"/>
              <a:gd name="connsiteX133" fmla="*/ 6891208 w 8340219"/>
              <a:gd name="connsiteY133" fmla="*/ 1453019 h 3645578"/>
              <a:gd name="connsiteX134" fmla="*/ 6828578 w 8340219"/>
              <a:gd name="connsiteY134" fmla="*/ 1365337 h 3645578"/>
              <a:gd name="connsiteX135" fmla="*/ 6778474 w 8340219"/>
              <a:gd name="connsiteY135" fmla="*/ 1340285 h 3645578"/>
              <a:gd name="connsiteX136" fmla="*/ 6690791 w 8340219"/>
              <a:gd name="connsiteY136" fmla="*/ 1290181 h 3645578"/>
              <a:gd name="connsiteX137" fmla="*/ 6653213 w 8340219"/>
              <a:gd name="connsiteY137" fmla="*/ 1277655 h 3645578"/>
              <a:gd name="connsiteX138" fmla="*/ 6578057 w 8340219"/>
              <a:gd name="connsiteY138" fmla="*/ 1240077 h 3645578"/>
              <a:gd name="connsiteX139" fmla="*/ 6553005 w 8340219"/>
              <a:gd name="connsiteY139" fmla="*/ 1202499 h 3645578"/>
              <a:gd name="connsiteX140" fmla="*/ 6515427 w 8340219"/>
              <a:gd name="connsiteY140" fmla="*/ 1189973 h 3645578"/>
              <a:gd name="connsiteX141" fmla="*/ 6427745 w 8340219"/>
              <a:gd name="connsiteY141" fmla="*/ 1164921 h 3645578"/>
              <a:gd name="connsiteX142" fmla="*/ 6377641 w 8340219"/>
              <a:gd name="connsiteY142" fmla="*/ 1152395 h 3645578"/>
              <a:gd name="connsiteX143" fmla="*/ 6239855 w 8340219"/>
              <a:gd name="connsiteY143" fmla="*/ 1102291 h 3645578"/>
              <a:gd name="connsiteX144" fmla="*/ 6252381 w 8340219"/>
              <a:gd name="connsiteY144" fmla="*/ 1240077 h 3645578"/>
              <a:gd name="connsiteX145" fmla="*/ 6340063 w 8340219"/>
              <a:gd name="connsiteY145" fmla="*/ 1315233 h 3645578"/>
              <a:gd name="connsiteX146" fmla="*/ 6377641 w 8340219"/>
              <a:gd name="connsiteY146" fmla="*/ 1327759 h 3645578"/>
              <a:gd name="connsiteX147" fmla="*/ 6515427 w 8340219"/>
              <a:gd name="connsiteY147" fmla="*/ 1415441 h 3645578"/>
              <a:gd name="connsiteX148" fmla="*/ 6590583 w 8340219"/>
              <a:gd name="connsiteY148" fmla="*/ 1453019 h 3645578"/>
              <a:gd name="connsiteX149" fmla="*/ 6615635 w 8340219"/>
              <a:gd name="connsiteY149" fmla="*/ 1490597 h 3645578"/>
              <a:gd name="connsiteX150" fmla="*/ 6628272 w 8340219"/>
              <a:gd name="connsiteY150" fmla="*/ 1531651 h 3645578"/>
              <a:gd name="connsiteX151" fmla="*/ 6629833 w 8340219"/>
              <a:gd name="connsiteY151" fmla="*/ 1545837 h 3645578"/>
              <a:gd name="connsiteX152" fmla="*/ 6706440 w 8340219"/>
              <a:gd name="connsiteY152" fmla="*/ 1647813 h 3645578"/>
              <a:gd name="connsiteX153" fmla="*/ 6724075 w 8340219"/>
              <a:gd name="connsiteY153" fmla="*/ 1673224 h 3645578"/>
              <a:gd name="connsiteX154" fmla="*/ 6749760 w 8340219"/>
              <a:gd name="connsiteY154" fmla="*/ 1703540 h 3645578"/>
              <a:gd name="connsiteX155" fmla="*/ 6785029 w 8340219"/>
              <a:gd name="connsiteY155" fmla="*/ 1754363 h 3645578"/>
              <a:gd name="connsiteX156" fmla="*/ 6868603 w 8340219"/>
              <a:gd name="connsiteY156" fmla="*/ 1834614 h 3645578"/>
              <a:gd name="connsiteX157" fmla="*/ 7059901 w 8340219"/>
              <a:gd name="connsiteY157" fmla="*/ 2009832 h 3645578"/>
              <a:gd name="connsiteX158" fmla="*/ 7312536 w 8340219"/>
              <a:gd name="connsiteY158" fmla="*/ 2193083 h 3645578"/>
              <a:gd name="connsiteX159" fmla="*/ 7330171 w 8340219"/>
              <a:gd name="connsiteY159" fmla="*/ 2218494 h 3645578"/>
              <a:gd name="connsiteX160" fmla="*/ 7404159 w 8340219"/>
              <a:gd name="connsiteY160" fmla="*/ 2278239 h 3645578"/>
              <a:gd name="connsiteX161" fmla="*/ 7442112 w 8340219"/>
              <a:gd name="connsiteY161" fmla="*/ 2433370 h 3645578"/>
              <a:gd name="connsiteX162" fmla="*/ 7453230 w 8340219"/>
              <a:gd name="connsiteY162" fmla="*/ 2469478 h 3645578"/>
              <a:gd name="connsiteX163" fmla="*/ 7420260 w 8340219"/>
              <a:gd name="connsiteY163" fmla="*/ 2596069 h 3645578"/>
              <a:gd name="connsiteX164" fmla="*/ 7408760 w 8340219"/>
              <a:gd name="connsiteY164" fmla="*/ 2633065 h 3645578"/>
              <a:gd name="connsiteX165" fmla="*/ 7390742 w 8340219"/>
              <a:gd name="connsiteY165" fmla="*/ 2680758 h 3645578"/>
              <a:gd name="connsiteX166" fmla="*/ 7379241 w 8340219"/>
              <a:gd name="connsiteY166" fmla="*/ 2717754 h 3645578"/>
              <a:gd name="connsiteX167" fmla="*/ 7401859 w 8340219"/>
              <a:gd name="connsiteY167" fmla="*/ 2408846 h 3645578"/>
              <a:gd name="connsiteX168" fmla="*/ 7054150 w 8340219"/>
              <a:gd name="connsiteY168" fmla="*/ 2182339 h 3645578"/>
              <a:gd name="connsiteX169" fmla="*/ 7036516 w 8340219"/>
              <a:gd name="connsiteY169" fmla="*/ 2156928 h 3645578"/>
              <a:gd name="connsiteX170" fmla="*/ 6969044 w 8340219"/>
              <a:gd name="connsiteY170" fmla="*/ 2086486 h 3645578"/>
              <a:gd name="connsiteX171" fmla="*/ 6933774 w 8340219"/>
              <a:gd name="connsiteY171" fmla="*/ 2035663 h 3645578"/>
              <a:gd name="connsiteX172" fmla="*/ 6859786 w 8340219"/>
              <a:gd name="connsiteY172" fmla="*/ 1975919 h 3645578"/>
              <a:gd name="connsiteX173" fmla="*/ 6834100 w 8340219"/>
              <a:gd name="connsiteY173" fmla="*/ 1945603 h 3645578"/>
              <a:gd name="connsiteX174" fmla="*/ 6784264 w 8340219"/>
              <a:gd name="connsiteY174" fmla="*/ 1900572 h 3645578"/>
              <a:gd name="connsiteX175" fmla="*/ 6668488 w 8340219"/>
              <a:gd name="connsiteY175" fmla="*/ 1800702 h 3645578"/>
              <a:gd name="connsiteX176" fmla="*/ 6626701 w 8340219"/>
              <a:gd name="connsiteY176" fmla="*/ 1760576 h 3645578"/>
              <a:gd name="connsiteX177" fmla="*/ 6621075 w 8340219"/>
              <a:gd name="connsiteY177" fmla="*/ 1739045 h 3645578"/>
              <a:gd name="connsiteX178" fmla="*/ 6619362 w 8340219"/>
              <a:gd name="connsiteY178" fmla="*/ 1730120 h 3645578"/>
              <a:gd name="connsiteX179" fmla="*/ 6615635 w 8340219"/>
              <a:gd name="connsiteY179" fmla="*/ 1728592 h 3645578"/>
              <a:gd name="connsiteX180" fmla="*/ 6540479 w 8340219"/>
              <a:gd name="connsiteY180" fmla="*/ 1703540 h 3645578"/>
              <a:gd name="connsiteX181" fmla="*/ 6502901 w 8340219"/>
              <a:gd name="connsiteY181" fmla="*/ 1691014 h 3645578"/>
              <a:gd name="connsiteX182" fmla="*/ 6440271 w 8340219"/>
              <a:gd name="connsiteY182" fmla="*/ 1628384 h 3645578"/>
              <a:gd name="connsiteX183" fmla="*/ 6415219 w 8340219"/>
              <a:gd name="connsiteY183" fmla="*/ 1590806 h 3645578"/>
              <a:gd name="connsiteX184" fmla="*/ 6377641 w 8340219"/>
              <a:gd name="connsiteY184" fmla="*/ 1540702 h 3645578"/>
              <a:gd name="connsiteX185" fmla="*/ 6340063 w 8340219"/>
              <a:gd name="connsiteY185" fmla="*/ 1478071 h 3645578"/>
              <a:gd name="connsiteX186" fmla="*/ 6302485 w 8340219"/>
              <a:gd name="connsiteY186" fmla="*/ 1427967 h 3645578"/>
              <a:gd name="connsiteX187" fmla="*/ 6127120 w 8340219"/>
              <a:gd name="connsiteY187" fmla="*/ 1327759 h 3645578"/>
              <a:gd name="connsiteX188" fmla="*/ 5976808 w 8340219"/>
              <a:gd name="connsiteY188" fmla="*/ 1290181 h 3645578"/>
              <a:gd name="connsiteX189" fmla="*/ 5901652 w 8340219"/>
              <a:gd name="connsiteY189" fmla="*/ 1265129 h 3645578"/>
              <a:gd name="connsiteX190" fmla="*/ 5851548 w 8340219"/>
              <a:gd name="connsiteY190" fmla="*/ 1252603 h 3645578"/>
              <a:gd name="connsiteX191" fmla="*/ 5788300 w 8340219"/>
              <a:gd name="connsiteY191" fmla="*/ 1255804 h 3645578"/>
              <a:gd name="connsiteX192" fmla="*/ 5771423 w 8340219"/>
              <a:gd name="connsiteY192" fmla="*/ 1258342 h 3645578"/>
              <a:gd name="connsiteX193" fmla="*/ 5772681 w 8340219"/>
              <a:gd name="connsiteY193" fmla="*/ 1259496 h 3645578"/>
              <a:gd name="connsiteX194" fmla="*/ 5969574 w 8340219"/>
              <a:gd name="connsiteY194" fmla="*/ 1452027 h 3645578"/>
              <a:gd name="connsiteX195" fmla="*/ 6005985 w 8340219"/>
              <a:gd name="connsiteY195" fmla="*/ 1519285 h 3645578"/>
              <a:gd name="connsiteX196" fmla="*/ 6060935 w 8340219"/>
              <a:gd name="connsiteY196" fmla="*/ 1581999 h 3645578"/>
              <a:gd name="connsiteX197" fmla="*/ 6097346 w 8340219"/>
              <a:gd name="connsiteY197" fmla="*/ 1649257 h 3645578"/>
              <a:gd name="connsiteX198" fmla="*/ 6115552 w 8340219"/>
              <a:gd name="connsiteY198" fmla="*/ 1682887 h 3645578"/>
              <a:gd name="connsiteX199" fmla="*/ 6152129 w 8340219"/>
              <a:gd name="connsiteY199" fmla="*/ 1731059 h 3645578"/>
              <a:gd name="connsiteX200" fmla="*/ 6160982 w 8340219"/>
              <a:gd name="connsiteY200" fmla="*/ 1776503 h 3645578"/>
              <a:gd name="connsiteX201" fmla="*/ 6179188 w 8340219"/>
              <a:gd name="connsiteY201" fmla="*/ 1810132 h 3645578"/>
              <a:gd name="connsiteX202" fmla="*/ 6252343 w 8340219"/>
              <a:gd name="connsiteY202" fmla="*/ 1906476 h 3645578"/>
              <a:gd name="connsiteX203" fmla="*/ 6500531 w 8340219"/>
              <a:gd name="connsiteY203" fmla="*/ 2083718 h 3645578"/>
              <a:gd name="connsiteX204" fmla="*/ 6546794 w 8340219"/>
              <a:gd name="connsiteY204" fmla="*/ 2081902 h 3645578"/>
              <a:gd name="connsiteX205" fmla="*/ 6583704 w 8340219"/>
              <a:gd name="connsiteY205" fmla="*/ 2091901 h 3645578"/>
              <a:gd name="connsiteX206" fmla="*/ 6636669 w 8340219"/>
              <a:gd name="connsiteY206" fmla="*/ 2124607 h 3645578"/>
              <a:gd name="connsiteX207" fmla="*/ 6586363 w 8340219"/>
              <a:gd name="connsiteY207" fmla="*/ 2128508 h 3645578"/>
              <a:gd name="connsiteX208" fmla="*/ 6407673 w 8340219"/>
              <a:gd name="connsiteY208" fmla="*/ 2125522 h 3645578"/>
              <a:gd name="connsiteX209" fmla="*/ 6315479 w 8340219"/>
              <a:gd name="connsiteY209" fmla="*/ 2090980 h 3645578"/>
              <a:gd name="connsiteX210" fmla="*/ 6269217 w 8340219"/>
              <a:gd name="connsiteY210" fmla="*/ 2092795 h 3645578"/>
              <a:gd name="connsiteX211" fmla="*/ 6186376 w 8340219"/>
              <a:gd name="connsiteY211" fmla="*/ 2046439 h 3645578"/>
              <a:gd name="connsiteX212" fmla="*/ 6149466 w 8340219"/>
              <a:gd name="connsiteY212" fmla="*/ 2036440 h 3645578"/>
              <a:gd name="connsiteX213" fmla="*/ 6075812 w 8340219"/>
              <a:gd name="connsiteY213" fmla="*/ 1997355 h 3645578"/>
              <a:gd name="connsiteX214" fmla="*/ 5956561 w 8340219"/>
              <a:gd name="connsiteY214" fmla="*/ 1883741 h 3645578"/>
              <a:gd name="connsiteX215" fmla="*/ 5938854 w 8340219"/>
              <a:gd name="connsiteY215" fmla="*/ 1792852 h 3645578"/>
              <a:gd name="connsiteX216" fmla="*/ 5911796 w 8340219"/>
              <a:gd name="connsiteY216" fmla="*/ 1713779 h 3645578"/>
              <a:gd name="connsiteX217" fmla="*/ 5893590 w 8340219"/>
              <a:gd name="connsiteY217" fmla="*/ 1680150 h 3645578"/>
              <a:gd name="connsiteX218" fmla="*/ 5875884 w 8340219"/>
              <a:gd name="connsiteY218" fmla="*/ 1589262 h 3645578"/>
              <a:gd name="connsiteX219" fmla="*/ 5839473 w 8340219"/>
              <a:gd name="connsiteY219" fmla="*/ 1522004 h 3645578"/>
              <a:gd name="connsiteX220" fmla="*/ 5646234 w 8340219"/>
              <a:gd name="connsiteY220" fmla="*/ 1407477 h 3645578"/>
              <a:gd name="connsiteX221" fmla="*/ 5535004 w 8340219"/>
              <a:gd name="connsiteY221" fmla="*/ 1434738 h 3645578"/>
              <a:gd name="connsiteX222" fmla="*/ 5498713 w 8340219"/>
              <a:gd name="connsiteY222" fmla="*/ 1424913 h 3645578"/>
              <a:gd name="connsiteX223" fmla="*/ 5489030 w 8340219"/>
              <a:gd name="connsiteY223" fmla="*/ 1421846 h 3645578"/>
              <a:gd name="connsiteX224" fmla="*/ 5505727 w 8340219"/>
              <a:gd name="connsiteY224" fmla="*/ 1444359 h 3645578"/>
              <a:gd name="connsiteX225" fmla="*/ 5522139 w 8340219"/>
              <a:gd name="connsiteY225" fmla="*/ 1486434 h 3645578"/>
              <a:gd name="connsiteX226" fmla="*/ 5566257 w 8340219"/>
              <a:gd name="connsiteY226" fmla="*/ 1532619 h 3645578"/>
              <a:gd name="connsiteX227" fmla="*/ 5600115 w 8340219"/>
              <a:gd name="connsiteY227" fmla="*/ 1571619 h 3645578"/>
              <a:gd name="connsiteX228" fmla="*/ 5664754 w 8340219"/>
              <a:gd name="connsiteY228" fmla="*/ 1632173 h 3645578"/>
              <a:gd name="connsiteX229" fmla="*/ 5698612 w 8340219"/>
              <a:gd name="connsiteY229" fmla="*/ 1671173 h 3645578"/>
              <a:gd name="connsiteX230" fmla="*/ 5760175 w 8340219"/>
              <a:gd name="connsiteY230" fmla="*/ 1714282 h 3645578"/>
              <a:gd name="connsiteX231" fmla="*/ 5756066 w 8340219"/>
              <a:gd name="connsiteY231" fmla="*/ 1741987 h 3645578"/>
              <a:gd name="connsiteX232" fmla="*/ 5761051 w 8340219"/>
              <a:gd name="connsiteY232" fmla="*/ 1894746 h 3645578"/>
              <a:gd name="connsiteX233" fmla="*/ 5830192 w 8340219"/>
              <a:gd name="connsiteY233" fmla="*/ 1961414 h 3645578"/>
              <a:gd name="connsiteX234" fmla="*/ 5857324 w 8340219"/>
              <a:gd name="connsiteY234" fmla="*/ 1989238 h 3645578"/>
              <a:gd name="connsiteX235" fmla="*/ 5895389 w 8340219"/>
              <a:gd name="connsiteY235" fmla="*/ 2022614 h 3645578"/>
              <a:gd name="connsiteX236" fmla="*/ 5949652 w 8340219"/>
              <a:gd name="connsiteY236" fmla="*/ 2078262 h 3645578"/>
              <a:gd name="connsiteX237" fmla="*/ 6069520 w 8340219"/>
              <a:gd name="connsiteY237" fmla="*/ 2167222 h 3645578"/>
              <a:gd name="connsiteX238" fmla="*/ 6342058 w 8340219"/>
              <a:gd name="connsiteY238" fmla="*/ 2361796 h 3645578"/>
              <a:gd name="connsiteX239" fmla="*/ 6691542 w 8340219"/>
              <a:gd name="connsiteY239" fmla="*/ 2567343 h 3645578"/>
              <a:gd name="connsiteX240" fmla="*/ 6718674 w 8340219"/>
              <a:gd name="connsiteY240" fmla="*/ 2595168 h 3645578"/>
              <a:gd name="connsiteX241" fmla="*/ 6822344 w 8340219"/>
              <a:gd name="connsiteY241" fmla="*/ 2661854 h 3645578"/>
              <a:gd name="connsiteX242" fmla="*/ 6902515 w 8340219"/>
              <a:gd name="connsiteY242" fmla="*/ 2828995 h 3645578"/>
              <a:gd name="connsiteX243" fmla="*/ 6923976 w 8340219"/>
              <a:gd name="connsiteY243" fmla="*/ 2867988 h 3645578"/>
              <a:gd name="connsiteX244" fmla="*/ 6911002 w 8340219"/>
              <a:gd name="connsiteY244" fmla="*/ 3001883 h 3645578"/>
              <a:gd name="connsiteX245" fmla="*/ 6904924 w 8340219"/>
              <a:gd name="connsiteY245" fmla="*/ 3040941 h 3645578"/>
              <a:gd name="connsiteX246" fmla="*/ 6893174 w 8340219"/>
              <a:gd name="connsiteY246" fmla="*/ 3091168 h 3645578"/>
              <a:gd name="connsiteX247" fmla="*/ 6887095 w 8340219"/>
              <a:gd name="connsiteY247" fmla="*/ 3130226 h 3645578"/>
              <a:gd name="connsiteX248" fmla="*/ 6847845 w 8340219"/>
              <a:gd name="connsiteY248" fmla="*/ 2801236 h 3645578"/>
              <a:gd name="connsiteX249" fmla="*/ 6372414 w 8340219"/>
              <a:gd name="connsiteY249" fmla="*/ 2545787 h 3645578"/>
              <a:gd name="connsiteX250" fmla="*/ 6345282 w 8340219"/>
              <a:gd name="connsiteY250" fmla="*/ 2517963 h 3645578"/>
              <a:gd name="connsiteX251" fmla="*/ 6247282 w 8340219"/>
              <a:gd name="connsiteY251" fmla="*/ 2440107 h 3645578"/>
              <a:gd name="connsiteX252" fmla="*/ 6193020 w 8340219"/>
              <a:gd name="connsiteY252" fmla="*/ 2384459 h 3645578"/>
              <a:gd name="connsiteX253" fmla="*/ 6089349 w 8340219"/>
              <a:gd name="connsiteY253" fmla="*/ 2317772 h 3645578"/>
              <a:gd name="connsiteX254" fmla="*/ 6051284 w 8340219"/>
              <a:gd name="connsiteY254" fmla="*/ 2284396 h 3645578"/>
              <a:gd name="connsiteX255" fmla="*/ 5980416 w 8340219"/>
              <a:gd name="connsiteY255" fmla="*/ 2234365 h 3645578"/>
              <a:gd name="connsiteX256" fmla="*/ 5816811 w 8340219"/>
              <a:gd name="connsiteY256" fmla="*/ 2123198 h 3645578"/>
              <a:gd name="connsiteX257" fmla="*/ 5768418 w 8340219"/>
              <a:gd name="connsiteY257" fmla="*/ 2087283 h 3645578"/>
              <a:gd name="connsiteX258" fmla="*/ 5758044 w 8340219"/>
              <a:gd name="connsiteY258" fmla="*/ 2118391 h 3645578"/>
              <a:gd name="connsiteX259" fmla="*/ 5682888 w 8340219"/>
              <a:gd name="connsiteY259" fmla="*/ 2193547 h 3645578"/>
              <a:gd name="connsiteX260" fmla="*/ 5657836 w 8340219"/>
              <a:gd name="connsiteY260" fmla="*/ 2431542 h 3645578"/>
              <a:gd name="connsiteX261" fmla="*/ 5682888 w 8340219"/>
              <a:gd name="connsiteY261" fmla="*/ 2506698 h 3645578"/>
              <a:gd name="connsiteX262" fmla="*/ 5732992 w 8340219"/>
              <a:gd name="connsiteY262" fmla="*/ 2581854 h 3645578"/>
              <a:gd name="connsiteX263" fmla="*/ 5745518 w 8340219"/>
              <a:gd name="connsiteY263" fmla="*/ 2619432 h 3645578"/>
              <a:gd name="connsiteX264" fmla="*/ 5783096 w 8340219"/>
              <a:gd name="connsiteY264" fmla="*/ 2694588 h 3645578"/>
              <a:gd name="connsiteX265" fmla="*/ 5833200 w 8340219"/>
              <a:gd name="connsiteY265" fmla="*/ 2769745 h 3645578"/>
              <a:gd name="connsiteX266" fmla="*/ 5845726 w 8340219"/>
              <a:gd name="connsiteY266" fmla="*/ 2945109 h 3645578"/>
              <a:gd name="connsiteX267" fmla="*/ 5833200 w 8340219"/>
              <a:gd name="connsiteY267" fmla="*/ 3032791 h 3645578"/>
              <a:gd name="connsiteX268" fmla="*/ 5820674 w 8340219"/>
              <a:gd name="connsiteY268" fmla="*/ 3070369 h 3645578"/>
              <a:gd name="connsiteX269" fmla="*/ 5808148 w 8340219"/>
              <a:gd name="connsiteY269" fmla="*/ 3170577 h 3645578"/>
              <a:gd name="connsiteX270" fmla="*/ 5783096 w 8340219"/>
              <a:gd name="connsiteY270" fmla="*/ 3208155 h 3645578"/>
              <a:gd name="connsiteX271" fmla="*/ 5758044 w 8340219"/>
              <a:gd name="connsiteY271" fmla="*/ 3308364 h 3645578"/>
              <a:gd name="connsiteX272" fmla="*/ 5705278 w 8340219"/>
              <a:gd name="connsiteY272" fmla="*/ 3412489 h 3645578"/>
              <a:gd name="connsiteX273" fmla="*/ 5639260 w 8340219"/>
              <a:gd name="connsiteY273" fmla="*/ 3500179 h 3645578"/>
              <a:gd name="connsiteX274" fmla="*/ 5645310 w 8340219"/>
              <a:gd name="connsiteY274" fmla="*/ 3433624 h 3645578"/>
              <a:gd name="connsiteX275" fmla="*/ 5657836 w 8340219"/>
              <a:gd name="connsiteY275" fmla="*/ 3396046 h 3645578"/>
              <a:gd name="connsiteX276" fmla="*/ 5682888 w 8340219"/>
              <a:gd name="connsiteY276" fmla="*/ 3358468 h 3645578"/>
              <a:gd name="connsiteX277" fmla="*/ 5695414 w 8340219"/>
              <a:gd name="connsiteY277" fmla="*/ 3032791 h 3645578"/>
              <a:gd name="connsiteX278" fmla="*/ 5670362 w 8340219"/>
              <a:gd name="connsiteY278" fmla="*/ 2907531 h 3645578"/>
              <a:gd name="connsiteX279" fmla="*/ 5657836 w 8340219"/>
              <a:gd name="connsiteY279" fmla="*/ 2869953 h 3645578"/>
              <a:gd name="connsiteX280" fmla="*/ 5632784 w 8340219"/>
              <a:gd name="connsiteY280" fmla="*/ 2832375 h 3645578"/>
              <a:gd name="connsiteX281" fmla="*/ 5620258 w 8340219"/>
              <a:gd name="connsiteY281" fmla="*/ 2769745 h 3645578"/>
              <a:gd name="connsiteX282" fmla="*/ 5607732 w 8340219"/>
              <a:gd name="connsiteY282" fmla="*/ 2732166 h 3645578"/>
              <a:gd name="connsiteX283" fmla="*/ 5582680 w 8340219"/>
              <a:gd name="connsiteY283" fmla="*/ 2657010 h 3645578"/>
              <a:gd name="connsiteX284" fmla="*/ 5570154 w 8340219"/>
              <a:gd name="connsiteY284" fmla="*/ 2569328 h 3645578"/>
              <a:gd name="connsiteX285" fmla="*/ 5545102 w 8340219"/>
              <a:gd name="connsiteY285" fmla="*/ 2494172 h 3645578"/>
              <a:gd name="connsiteX286" fmla="*/ 5520050 w 8340219"/>
              <a:gd name="connsiteY286" fmla="*/ 2181021 h 3645578"/>
              <a:gd name="connsiteX287" fmla="*/ 5550685 w 8340219"/>
              <a:gd name="connsiteY287" fmla="*/ 2150563 h 3645578"/>
              <a:gd name="connsiteX288" fmla="*/ 5562602 w 8340219"/>
              <a:gd name="connsiteY288" fmla="*/ 2138933 h 3645578"/>
              <a:gd name="connsiteX289" fmla="*/ 5565121 w 8340219"/>
              <a:gd name="connsiteY289" fmla="*/ 2136585 h 3645578"/>
              <a:gd name="connsiteX290" fmla="*/ 5563890 w 8340219"/>
              <a:gd name="connsiteY290" fmla="*/ 2137677 h 3645578"/>
              <a:gd name="connsiteX291" fmla="*/ 5562602 w 8340219"/>
              <a:gd name="connsiteY291" fmla="*/ 2138933 h 3645578"/>
              <a:gd name="connsiteX292" fmla="*/ 5559836 w 8340219"/>
              <a:gd name="connsiteY292" fmla="*/ 2141512 h 3645578"/>
              <a:gd name="connsiteX293" fmla="*/ 5582680 w 8340219"/>
              <a:gd name="connsiteY293" fmla="*/ 2105865 h 3645578"/>
              <a:gd name="connsiteX294" fmla="*/ 5620258 w 8340219"/>
              <a:gd name="connsiteY294" fmla="*/ 2068287 h 3645578"/>
              <a:gd name="connsiteX295" fmla="*/ 5657836 w 8340219"/>
              <a:gd name="connsiteY295" fmla="*/ 1955553 h 3645578"/>
              <a:gd name="connsiteX296" fmla="*/ 5694706 w 8340219"/>
              <a:gd name="connsiteY296" fmla="*/ 1952201 h 3645578"/>
              <a:gd name="connsiteX297" fmla="*/ 5657317 w 8340219"/>
              <a:gd name="connsiteY297" fmla="*/ 1849274 h 3645578"/>
              <a:gd name="connsiteX298" fmla="*/ 5653997 w 8340219"/>
              <a:gd name="connsiteY298" fmla="*/ 1846737 h 3645578"/>
              <a:gd name="connsiteX299" fmla="*/ 5390770 w 8340219"/>
              <a:gd name="connsiteY299" fmla="*/ 1608528 h 3645578"/>
              <a:gd name="connsiteX300" fmla="*/ 5286121 w 8340219"/>
              <a:gd name="connsiteY300" fmla="*/ 1474083 h 3645578"/>
              <a:gd name="connsiteX301" fmla="*/ 5200961 w 8340219"/>
              <a:gd name="connsiteY301" fmla="*/ 1399159 h 3645578"/>
              <a:gd name="connsiteX302" fmla="*/ 5196136 w 8340219"/>
              <a:gd name="connsiteY302" fmla="*/ 1394639 h 3645578"/>
              <a:gd name="connsiteX303" fmla="*/ 5194531 w 8340219"/>
              <a:gd name="connsiteY303" fmla="*/ 1395987 h 3645578"/>
              <a:gd name="connsiteX304" fmla="*/ 5196128 w 8340219"/>
              <a:gd name="connsiteY304" fmla="*/ 1394632 h 3645578"/>
              <a:gd name="connsiteX305" fmla="*/ 5191266 w 8340219"/>
              <a:gd name="connsiteY305" fmla="*/ 1390077 h 3645578"/>
              <a:gd name="connsiteX306" fmla="*/ 5188874 w 8340219"/>
              <a:gd name="connsiteY306" fmla="*/ 1390760 h 3645578"/>
              <a:gd name="connsiteX307" fmla="*/ 5162616 w 8340219"/>
              <a:gd name="connsiteY307" fmla="*/ 1402915 h 3645578"/>
              <a:gd name="connsiteX308" fmla="*/ 5087460 w 8340219"/>
              <a:gd name="connsiteY308" fmla="*/ 1465545 h 3645578"/>
              <a:gd name="connsiteX309" fmla="*/ 5062408 w 8340219"/>
              <a:gd name="connsiteY309" fmla="*/ 1515650 h 3645578"/>
              <a:gd name="connsiteX310" fmla="*/ 5049882 w 8340219"/>
              <a:gd name="connsiteY310" fmla="*/ 1565754 h 3645578"/>
              <a:gd name="connsiteX311" fmla="*/ 5012304 w 8340219"/>
              <a:gd name="connsiteY311" fmla="*/ 1615858 h 3645578"/>
              <a:gd name="connsiteX312" fmla="*/ 4962200 w 8340219"/>
              <a:gd name="connsiteY312" fmla="*/ 1691014 h 3645578"/>
              <a:gd name="connsiteX313" fmla="*/ 4937148 w 8340219"/>
              <a:gd name="connsiteY313" fmla="*/ 1741118 h 3645578"/>
              <a:gd name="connsiteX314" fmla="*/ 4912096 w 8340219"/>
              <a:gd name="connsiteY314" fmla="*/ 1778696 h 3645578"/>
              <a:gd name="connsiteX315" fmla="*/ 4899570 w 8340219"/>
              <a:gd name="connsiteY315" fmla="*/ 1816274 h 3645578"/>
              <a:gd name="connsiteX316" fmla="*/ 4849465 w 8340219"/>
              <a:gd name="connsiteY316" fmla="*/ 1878904 h 3645578"/>
              <a:gd name="connsiteX317" fmla="*/ 4824413 w 8340219"/>
              <a:gd name="connsiteY317" fmla="*/ 2016691 h 3645578"/>
              <a:gd name="connsiteX318" fmla="*/ 4811887 w 8340219"/>
              <a:gd name="connsiteY318" fmla="*/ 2054269 h 3645578"/>
              <a:gd name="connsiteX319" fmla="*/ 4794269 w 8340219"/>
              <a:gd name="connsiteY319" fmla="*/ 2068072 h 3645578"/>
              <a:gd name="connsiteX320" fmla="*/ 4785759 w 8340219"/>
              <a:gd name="connsiteY320" fmla="*/ 2072868 h 3645578"/>
              <a:gd name="connsiteX321" fmla="*/ 4799289 w 8340219"/>
              <a:gd name="connsiteY321" fmla="*/ 2099591 h 3645578"/>
              <a:gd name="connsiteX322" fmla="*/ 4829747 w 8340219"/>
              <a:gd name="connsiteY322" fmla="*/ 2150476 h 3645578"/>
              <a:gd name="connsiteX323" fmla="*/ 4873512 w 8340219"/>
              <a:gd name="connsiteY323" fmla="*/ 2180623 h 3645578"/>
              <a:gd name="connsiteX324" fmla="*/ 4902436 w 8340219"/>
              <a:gd name="connsiteY324" fmla="*/ 2211541 h 3645578"/>
              <a:gd name="connsiteX325" fmla="*/ 4899250 w 8340219"/>
              <a:gd name="connsiteY325" fmla="*/ 2209507 h 3645578"/>
              <a:gd name="connsiteX326" fmla="*/ 4897755 w 8340219"/>
              <a:gd name="connsiteY326" fmla="*/ 2208504 h 3645578"/>
              <a:gd name="connsiteX327" fmla="*/ 4896347 w 8340219"/>
              <a:gd name="connsiteY327" fmla="*/ 2207653 h 3645578"/>
              <a:gd name="connsiteX328" fmla="*/ 4899250 w 8340219"/>
              <a:gd name="connsiteY328" fmla="*/ 2209507 h 3645578"/>
              <a:gd name="connsiteX329" fmla="*/ 4913076 w 8340219"/>
              <a:gd name="connsiteY329" fmla="*/ 2218784 h 3645578"/>
              <a:gd name="connsiteX330" fmla="*/ 4948722 w 8340219"/>
              <a:gd name="connsiteY330" fmla="*/ 2243188 h 3645578"/>
              <a:gd name="connsiteX331" fmla="*/ 4980823 w 8340219"/>
              <a:gd name="connsiteY331" fmla="*/ 2555695 h 3645578"/>
              <a:gd name="connsiteX332" fmla="*/ 4969803 w 8340219"/>
              <a:gd name="connsiteY332" fmla="*/ 2634146 h 3645578"/>
              <a:gd name="connsiteX333" fmla="*/ 4973371 w 8340219"/>
              <a:gd name="connsiteY333" fmla="*/ 2722646 h 3645578"/>
              <a:gd name="connsiteX334" fmla="*/ 4962350 w 8340219"/>
              <a:gd name="connsiteY334" fmla="*/ 2801097 h 3645578"/>
              <a:gd name="connsiteX335" fmla="*/ 4956841 w 8340219"/>
              <a:gd name="connsiteY335" fmla="*/ 2840324 h 3645578"/>
              <a:gd name="connsiteX336" fmla="*/ 4955869 w 8340219"/>
              <a:gd name="connsiteY336" fmla="*/ 2904187 h 3645578"/>
              <a:gd name="connsiteX337" fmla="*/ 4938041 w 8340219"/>
              <a:gd name="connsiteY337" fmla="*/ 2945682 h 3645578"/>
              <a:gd name="connsiteX338" fmla="*/ 4932530 w 8340219"/>
              <a:gd name="connsiteY338" fmla="*/ 2984908 h 3645578"/>
              <a:gd name="connsiteX339" fmla="*/ 4930588 w 8340219"/>
              <a:gd name="connsiteY339" fmla="*/ 3112633 h 3645578"/>
              <a:gd name="connsiteX340" fmla="*/ 5001914 w 8340219"/>
              <a:gd name="connsiteY340" fmla="*/ 3430651 h 3645578"/>
              <a:gd name="connsiteX341" fmla="*/ 5033360 w 8340219"/>
              <a:gd name="connsiteY341" fmla="*/ 3463068 h 3645578"/>
              <a:gd name="connsiteX342" fmla="*/ 5052488 w 8340219"/>
              <a:gd name="connsiteY342" fmla="*/ 3497754 h 3645578"/>
              <a:gd name="connsiteX343" fmla="*/ 5070497 w 8340219"/>
              <a:gd name="connsiteY343" fmla="*/ 3562111 h 3645578"/>
              <a:gd name="connsiteX344" fmla="*/ 4989683 w 8340219"/>
              <a:gd name="connsiteY344" fmla="*/ 3487834 h 3645578"/>
              <a:gd name="connsiteX345" fmla="*/ 4918924 w 8340219"/>
              <a:gd name="connsiteY345" fmla="*/ 3394993 h 3645578"/>
              <a:gd name="connsiteX346" fmla="*/ 4876131 w 8340219"/>
              <a:gd name="connsiteY346" fmla="*/ 3300982 h 3645578"/>
              <a:gd name="connsiteX347" fmla="*/ 4844685 w 8340219"/>
              <a:gd name="connsiteY347" fmla="*/ 3268565 h 3645578"/>
              <a:gd name="connsiteX348" fmla="*/ 4814210 w 8340219"/>
              <a:gd name="connsiteY348" fmla="*/ 3172285 h 3645578"/>
              <a:gd name="connsiteX349" fmla="*/ 4795083 w 8340219"/>
              <a:gd name="connsiteY349" fmla="*/ 3137598 h 3645578"/>
              <a:gd name="connsiteX350" fmla="*/ 4766877 w 8340219"/>
              <a:gd name="connsiteY350" fmla="*/ 3053637 h 3645578"/>
              <a:gd name="connsiteX351" fmla="*/ 4747423 w 8340219"/>
              <a:gd name="connsiteY351" fmla="*/ 2878906 h 3645578"/>
              <a:gd name="connsiteX352" fmla="*/ 4783080 w 8340219"/>
              <a:gd name="connsiteY352" fmla="*/ 2795915 h 3645578"/>
              <a:gd name="connsiteX353" fmla="*/ 4806419 w 8340219"/>
              <a:gd name="connsiteY353" fmla="*/ 2715194 h 3645578"/>
              <a:gd name="connsiteX354" fmla="*/ 4811929 w 8340219"/>
              <a:gd name="connsiteY354" fmla="*/ 2675968 h 3645578"/>
              <a:gd name="connsiteX355" fmla="*/ 4847587 w 8340219"/>
              <a:gd name="connsiteY355" fmla="*/ 2592978 h 3645578"/>
              <a:gd name="connsiteX356" fmla="*/ 4858607 w 8340219"/>
              <a:gd name="connsiteY356" fmla="*/ 2514527 h 3645578"/>
              <a:gd name="connsiteX357" fmla="*/ 4790849 w 8340219"/>
              <a:gd name="connsiteY357" fmla="*/ 2285010 h 3645578"/>
              <a:gd name="connsiteX358" fmla="*/ 4703320 w 8340219"/>
              <a:gd name="connsiteY358" fmla="*/ 2224715 h 3645578"/>
              <a:gd name="connsiteX359" fmla="*/ 4658669 w 8340219"/>
              <a:gd name="connsiteY359" fmla="*/ 2134548 h 3645578"/>
              <a:gd name="connsiteX360" fmla="*/ 4655746 w 8340219"/>
              <a:gd name="connsiteY360" fmla="*/ 2127034 h 3645578"/>
              <a:gd name="connsiteX361" fmla="*/ 4610115 w 8340219"/>
              <a:gd name="connsiteY361" fmla="*/ 2108312 h 3645578"/>
              <a:gd name="connsiteX362" fmla="*/ 4561367 w 8340219"/>
              <a:gd name="connsiteY362" fmla="*/ 2091847 h 3645578"/>
              <a:gd name="connsiteX363" fmla="*/ 4573893 w 8340219"/>
              <a:gd name="connsiteY363" fmla="*/ 1853852 h 3645578"/>
              <a:gd name="connsiteX364" fmla="*/ 4586419 w 8340219"/>
              <a:gd name="connsiteY364" fmla="*/ 1816274 h 3645578"/>
              <a:gd name="connsiteX365" fmla="*/ 4598945 w 8340219"/>
              <a:gd name="connsiteY365" fmla="*/ 1766170 h 3645578"/>
              <a:gd name="connsiteX366" fmla="*/ 4625259 w 8340219"/>
              <a:gd name="connsiteY366" fmla="*/ 1724231 h 3645578"/>
              <a:gd name="connsiteX367" fmla="*/ 4621973 w 8340219"/>
              <a:gd name="connsiteY367" fmla="*/ 1735152 h 3645578"/>
              <a:gd name="connsiteX368" fmla="*/ 4618629 w 8340219"/>
              <a:gd name="connsiteY368" fmla="*/ 1745656 h 3645578"/>
              <a:gd name="connsiteX369" fmla="*/ 4620646 w 8340219"/>
              <a:gd name="connsiteY369" fmla="*/ 1739562 h 3645578"/>
              <a:gd name="connsiteX370" fmla="*/ 4621973 w 8340219"/>
              <a:gd name="connsiteY370" fmla="*/ 1735152 h 3645578"/>
              <a:gd name="connsiteX371" fmla="*/ 4622742 w 8340219"/>
              <a:gd name="connsiteY371" fmla="*/ 1732734 h 3645578"/>
              <a:gd name="connsiteX372" fmla="*/ 4636523 w 8340219"/>
              <a:gd name="connsiteY372" fmla="*/ 1691014 h 3645578"/>
              <a:gd name="connsiteX373" fmla="*/ 4623997 w 8340219"/>
              <a:gd name="connsiteY373" fmla="*/ 1478071 h 3645578"/>
              <a:gd name="connsiteX374" fmla="*/ 4561367 w 8340219"/>
              <a:gd name="connsiteY374" fmla="*/ 1440493 h 3645578"/>
              <a:gd name="connsiteX375" fmla="*/ 4398528 w 8340219"/>
              <a:gd name="connsiteY375" fmla="*/ 1377863 h 3645578"/>
              <a:gd name="connsiteX376" fmla="*/ 4298320 w 8340219"/>
              <a:gd name="connsiteY376" fmla="*/ 1440493 h 3645578"/>
              <a:gd name="connsiteX377" fmla="*/ 4260742 w 8340219"/>
              <a:gd name="connsiteY377" fmla="*/ 1565754 h 3645578"/>
              <a:gd name="connsiteX378" fmla="*/ 4235690 w 8340219"/>
              <a:gd name="connsiteY378" fmla="*/ 1603332 h 3645578"/>
              <a:gd name="connsiteX379" fmla="*/ 4223164 w 8340219"/>
              <a:gd name="connsiteY379" fmla="*/ 1653436 h 3645578"/>
              <a:gd name="connsiteX380" fmla="*/ 4185586 w 8340219"/>
              <a:gd name="connsiteY380" fmla="*/ 1703540 h 3645578"/>
              <a:gd name="connsiteX381" fmla="*/ 4122956 w 8340219"/>
              <a:gd name="connsiteY381" fmla="*/ 1766170 h 3645578"/>
              <a:gd name="connsiteX382" fmla="*/ 4022748 w 8340219"/>
              <a:gd name="connsiteY382" fmla="*/ 1853852 h 3645578"/>
              <a:gd name="connsiteX383" fmla="*/ 3947591 w 8340219"/>
              <a:gd name="connsiteY383" fmla="*/ 1929008 h 3645578"/>
              <a:gd name="connsiteX384" fmla="*/ 3922539 w 8340219"/>
              <a:gd name="connsiteY384" fmla="*/ 1954061 h 3645578"/>
              <a:gd name="connsiteX385" fmla="*/ 3892644 w 8340219"/>
              <a:gd name="connsiteY385" fmla="*/ 1974162 h 3645578"/>
              <a:gd name="connsiteX386" fmla="*/ 3890346 w 8340219"/>
              <a:gd name="connsiteY386" fmla="*/ 1975749 h 3645578"/>
              <a:gd name="connsiteX387" fmla="*/ 3881621 w 8340219"/>
              <a:gd name="connsiteY387" fmla="*/ 1998674 h 3645578"/>
              <a:gd name="connsiteX388" fmla="*/ 3828404 w 8340219"/>
              <a:gd name="connsiteY388" fmla="*/ 2110860 h 3645578"/>
              <a:gd name="connsiteX389" fmla="*/ 3790914 w 8340219"/>
              <a:gd name="connsiteY389" fmla="*/ 2129297 h 3645578"/>
              <a:gd name="connsiteX390" fmla="*/ 3773142 w 8340219"/>
              <a:gd name="connsiteY390" fmla="*/ 2140979 h 3645578"/>
              <a:gd name="connsiteX391" fmla="*/ 3752737 w 8340219"/>
              <a:gd name="connsiteY391" fmla="*/ 2177502 h 3645578"/>
              <a:gd name="connsiteX392" fmla="*/ 3730998 w 8340219"/>
              <a:gd name="connsiteY392" fmla="*/ 2199241 h 3645578"/>
              <a:gd name="connsiteX393" fmla="*/ 3701337 w 8340219"/>
              <a:gd name="connsiteY393" fmla="*/ 2283591 h 3645578"/>
              <a:gd name="connsiteX394" fmla="*/ 3673116 w 8340219"/>
              <a:gd name="connsiteY394" fmla="*/ 2400672 h 3645578"/>
              <a:gd name="connsiteX395" fmla="*/ 3684136 w 8340219"/>
              <a:gd name="connsiteY395" fmla="*/ 2479123 h 3645578"/>
              <a:gd name="connsiteX396" fmla="*/ 3719794 w 8340219"/>
              <a:gd name="connsiteY396" fmla="*/ 2562113 h 3645578"/>
              <a:gd name="connsiteX397" fmla="*/ 3725304 w 8340219"/>
              <a:gd name="connsiteY397" fmla="*/ 2601339 h 3645578"/>
              <a:gd name="connsiteX398" fmla="*/ 3748643 w 8340219"/>
              <a:gd name="connsiteY398" fmla="*/ 2682060 h 3645578"/>
              <a:gd name="connsiteX399" fmla="*/ 3784301 w 8340219"/>
              <a:gd name="connsiteY399" fmla="*/ 2765051 h 3645578"/>
              <a:gd name="connsiteX400" fmla="*/ 3764846 w 8340219"/>
              <a:gd name="connsiteY400" fmla="*/ 2939782 h 3645578"/>
              <a:gd name="connsiteX401" fmla="*/ 3736641 w 8340219"/>
              <a:gd name="connsiteY401" fmla="*/ 3023743 h 3645578"/>
              <a:gd name="connsiteX402" fmla="*/ 3717514 w 8340219"/>
              <a:gd name="connsiteY402" fmla="*/ 3058430 h 3645578"/>
              <a:gd name="connsiteX403" fmla="*/ 3687039 w 8340219"/>
              <a:gd name="connsiteY403" fmla="*/ 3154710 h 3645578"/>
              <a:gd name="connsiteX404" fmla="*/ 3655593 w 8340219"/>
              <a:gd name="connsiteY404" fmla="*/ 3187127 h 3645578"/>
              <a:gd name="connsiteX405" fmla="*/ 3612799 w 8340219"/>
              <a:gd name="connsiteY405" fmla="*/ 3281138 h 3645578"/>
              <a:gd name="connsiteX406" fmla="*/ 3542040 w 8340219"/>
              <a:gd name="connsiteY406" fmla="*/ 3373979 h 3645578"/>
              <a:gd name="connsiteX407" fmla="*/ 3461227 w 8340219"/>
              <a:gd name="connsiteY407" fmla="*/ 3448256 h 3645578"/>
              <a:gd name="connsiteX408" fmla="*/ 3479236 w 8340219"/>
              <a:gd name="connsiteY408" fmla="*/ 3383899 h 3645578"/>
              <a:gd name="connsiteX409" fmla="*/ 3498363 w 8340219"/>
              <a:gd name="connsiteY409" fmla="*/ 3349213 h 3645578"/>
              <a:gd name="connsiteX410" fmla="*/ 3529809 w 8340219"/>
              <a:gd name="connsiteY410" fmla="*/ 3316796 h 3645578"/>
              <a:gd name="connsiteX411" fmla="*/ 3601135 w 8340219"/>
              <a:gd name="connsiteY411" fmla="*/ 2998778 h 3645578"/>
              <a:gd name="connsiteX412" fmla="*/ 3599193 w 8340219"/>
              <a:gd name="connsiteY412" fmla="*/ 2871053 h 3645578"/>
              <a:gd name="connsiteX413" fmla="*/ 3593683 w 8340219"/>
              <a:gd name="connsiteY413" fmla="*/ 2831827 h 3645578"/>
              <a:gd name="connsiteX414" fmla="*/ 3575854 w 8340219"/>
              <a:gd name="connsiteY414" fmla="*/ 2790332 h 3645578"/>
              <a:gd name="connsiteX415" fmla="*/ 3574883 w 8340219"/>
              <a:gd name="connsiteY415" fmla="*/ 2726469 h 3645578"/>
              <a:gd name="connsiteX416" fmla="*/ 3569373 w 8340219"/>
              <a:gd name="connsiteY416" fmla="*/ 2687242 h 3645578"/>
              <a:gd name="connsiteX417" fmla="*/ 3558353 w 8340219"/>
              <a:gd name="connsiteY417" fmla="*/ 2608791 h 3645578"/>
              <a:gd name="connsiteX418" fmla="*/ 3561921 w 8340219"/>
              <a:gd name="connsiteY418" fmla="*/ 2520291 h 3645578"/>
              <a:gd name="connsiteX419" fmla="*/ 3550900 w 8340219"/>
              <a:gd name="connsiteY419" fmla="*/ 2441840 h 3645578"/>
              <a:gd name="connsiteX420" fmla="*/ 3565101 w 8340219"/>
              <a:gd name="connsiteY420" fmla="*/ 2273661 h 3645578"/>
              <a:gd name="connsiteX421" fmla="*/ 3569198 w 8340219"/>
              <a:gd name="connsiteY421" fmla="*/ 2239407 h 3645578"/>
              <a:gd name="connsiteX422" fmla="*/ 3564847 w 8340219"/>
              <a:gd name="connsiteY422" fmla="*/ 2240132 h 3645578"/>
              <a:gd name="connsiteX423" fmla="*/ 3464638 w 8340219"/>
              <a:gd name="connsiteY423" fmla="*/ 2252658 h 3645578"/>
              <a:gd name="connsiteX424" fmla="*/ 3376956 w 8340219"/>
              <a:gd name="connsiteY424" fmla="*/ 2277710 h 3645578"/>
              <a:gd name="connsiteX425" fmla="*/ 2888441 w 8340219"/>
              <a:gd name="connsiteY425" fmla="*/ 2290236 h 3645578"/>
              <a:gd name="connsiteX426" fmla="*/ 2825811 w 8340219"/>
              <a:gd name="connsiteY426" fmla="*/ 2302762 h 3645578"/>
              <a:gd name="connsiteX427" fmla="*/ 2772887 w 8340219"/>
              <a:gd name="connsiteY427" fmla="*/ 2305145 h 3645578"/>
              <a:gd name="connsiteX428" fmla="*/ 2772571 w 8340219"/>
              <a:gd name="connsiteY428" fmla="*/ 2307622 h 3645578"/>
              <a:gd name="connsiteX429" fmla="*/ 2768582 w 8340219"/>
              <a:gd name="connsiteY429" fmla="*/ 2328156 h 3645578"/>
              <a:gd name="connsiteX430" fmla="*/ 2732578 w 8340219"/>
              <a:gd name="connsiteY430" fmla="*/ 2364759 h 3645578"/>
              <a:gd name="connsiteX431" fmla="*/ 2632223 w 8340219"/>
              <a:gd name="connsiteY431" fmla="*/ 2455235 h 3645578"/>
              <a:gd name="connsiteX432" fmla="*/ 2589133 w 8340219"/>
              <a:gd name="connsiteY432" fmla="*/ 2496155 h 3645578"/>
              <a:gd name="connsiteX433" fmla="*/ 2567303 w 8340219"/>
              <a:gd name="connsiteY433" fmla="*/ 2524122 h 3645578"/>
              <a:gd name="connsiteX434" fmla="*/ 2502952 w 8340219"/>
              <a:gd name="connsiteY434" fmla="*/ 2577995 h 3645578"/>
              <a:gd name="connsiteX435" fmla="*/ 2473466 w 8340219"/>
              <a:gd name="connsiteY435" fmla="*/ 2625294 h 3645578"/>
              <a:gd name="connsiteX436" fmla="*/ 2415631 w 8340219"/>
              <a:gd name="connsiteY436" fmla="*/ 2689865 h 3645578"/>
              <a:gd name="connsiteX437" fmla="*/ 2400888 w 8340219"/>
              <a:gd name="connsiteY437" fmla="*/ 2713514 h 3645578"/>
              <a:gd name="connsiteX438" fmla="*/ 2095586 w 8340219"/>
              <a:gd name="connsiteY438" fmla="*/ 2914185 h 3645578"/>
              <a:gd name="connsiteX439" fmla="*/ 2132662 w 8340219"/>
              <a:gd name="connsiteY439" fmla="*/ 3214285 h 3645578"/>
              <a:gd name="connsiteX440" fmla="*/ 2120197 w 8340219"/>
              <a:gd name="connsiteY440" fmla="*/ 3177876 h 3645578"/>
              <a:gd name="connsiteX441" fmla="*/ 2101215 w 8340219"/>
              <a:gd name="connsiteY441" fmla="*/ 3130770 h 3645578"/>
              <a:gd name="connsiteX442" fmla="*/ 2088751 w 8340219"/>
              <a:gd name="connsiteY442" fmla="*/ 3094362 h 3645578"/>
              <a:gd name="connsiteX443" fmla="*/ 2051926 w 8340219"/>
              <a:gd name="connsiteY443" fmla="*/ 2970120 h 3645578"/>
              <a:gd name="connsiteX444" fmla="*/ 2060152 w 8340219"/>
              <a:gd name="connsiteY444" fmla="*/ 2935773 h 3645578"/>
              <a:gd name="connsiteX445" fmla="*/ 2086540 w 8340219"/>
              <a:gd name="connsiteY445" fmla="*/ 2787688 h 3645578"/>
              <a:gd name="connsiteX446" fmla="*/ 2150890 w 8340219"/>
              <a:gd name="connsiteY446" fmla="*/ 2733815 h 3645578"/>
              <a:gd name="connsiteX447" fmla="*/ 2165634 w 8340219"/>
              <a:gd name="connsiteY447" fmla="*/ 2710165 h 3645578"/>
              <a:gd name="connsiteX448" fmla="*/ 2386464 w 8340219"/>
              <a:gd name="connsiteY448" fmla="*/ 2546291 h 3645578"/>
              <a:gd name="connsiteX449" fmla="*/ 2551739 w 8340219"/>
              <a:gd name="connsiteY449" fmla="*/ 2386928 h 3645578"/>
              <a:gd name="connsiteX450" fmla="*/ 2623747 w 8340219"/>
              <a:gd name="connsiteY450" fmla="*/ 2313723 h 3645578"/>
              <a:gd name="connsiteX451" fmla="*/ 2653233 w 8340219"/>
              <a:gd name="connsiteY451" fmla="*/ 2266423 h 3645578"/>
              <a:gd name="connsiteX452" fmla="*/ 2666638 w 8340219"/>
              <a:gd name="connsiteY452" fmla="*/ 2249250 h 3645578"/>
              <a:gd name="connsiteX453" fmla="*/ 2657299 w 8340219"/>
              <a:gd name="connsiteY453" fmla="*/ 2254377 h 3645578"/>
              <a:gd name="connsiteX454" fmla="*/ 2629499 w 8340219"/>
              <a:gd name="connsiteY454" fmla="*/ 2256332 h 3645578"/>
              <a:gd name="connsiteX455" fmla="*/ 2545365 w 8340219"/>
              <a:gd name="connsiteY455" fmla="*/ 2277205 h 3645578"/>
              <a:gd name="connsiteX456" fmla="*/ 2489765 w 8340219"/>
              <a:gd name="connsiteY456" fmla="*/ 2281115 h 3645578"/>
              <a:gd name="connsiteX457" fmla="*/ 2412033 w 8340219"/>
              <a:gd name="connsiteY457" fmla="*/ 2312755 h 3645578"/>
              <a:gd name="connsiteX458" fmla="*/ 2377100 w 8340219"/>
              <a:gd name="connsiteY458" fmla="*/ 2318950 h 3645578"/>
              <a:gd name="connsiteX459" fmla="*/ 2320767 w 8340219"/>
              <a:gd name="connsiteY459" fmla="*/ 2337868 h 3645578"/>
              <a:gd name="connsiteX460" fmla="*/ 2193835 w 8340219"/>
              <a:gd name="connsiteY460" fmla="*/ 2384184 h 3645578"/>
              <a:gd name="connsiteX461" fmla="*/ 2144636 w 8340219"/>
              <a:gd name="connsiteY461" fmla="*/ 2398861 h 3645578"/>
              <a:gd name="connsiteX462" fmla="*/ 2103301 w 8340219"/>
              <a:gd name="connsiteY462" fmla="*/ 2394290 h 3645578"/>
              <a:gd name="connsiteX463" fmla="*/ 1947293 w 8340219"/>
              <a:gd name="connsiteY463" fmla="*/ 2326741 h 3645578"/>
              <a:gd name="connsiteX464" fmla="*/ 1900289 w 8340219"/>
              <a:gd name="connsiteY464" fmla="*/ 2296394 h 3645578"/>
              <a:gd name="connsiteX465" fmla="*/ 2081358 w 8340219"/>
              <a:gd name="connsiteY465" fmla="*/ 2276184 h 3645578"/>
              <a:gd name="connsiteX466" fmla="*/ 2109158 w 8340219"/>
              <a:gd name="connsiteY466" fmla="*/ 2274229 h 3645578"/>
              <a:gd name="connsiteX467" fmla="*/ 2144091 w 8340219"/>
              <a:gd name="connsiteY467" fmla="*/ 2268033 h 3645578"/>
              <a:gd name="connsiteX468" fmla="*/ 2199692 w 8340219"/>
              <a:gd name="connsiteY468" fmla="*/ 2264123 h 3645578"/>
              <a:gd name="connsiteX469" fmla="*/ 2298091 w 8340219"/>
              <a:gd name="connsiteY469" fmla="*/ 2234769 h 3645578"/>
              <a:gd name="connsiteX470" fmla="*/ 2516289 w 8340219"/>
              <a:gd name="connsiteY470" fmla="*/ 2163339 h 3645578"/>
              <a:gd name="connsiteX471" fmla="*/ 2764483 w 8340219"/>
              <a:gd name="connsiteY471" fmla="*/ 2044932 h 3645578"/>
              <a:gd name="connsiteX472" fmla="*/ 2792284 w 8340219"/>
              <a:gd name="connsiteY472" fmla="*/ 2042977 h 3645578"/>
              <a:gd name="connsiteX473" fmla="*/ 2870016 w 8340219"/>
              <a:gd name="connsiteY473" fmla="*/ 2011338 h 3645578"/>
              <a:gd name="connsiteX474" fmla="*/ 2976301 w 8340219"/>
              <a:gd name="connsiteY474" fmla="*/ 2039889 h 3645578"/>
              <a:gd name="connsiteX475" fmla="*/ 3005563 w 8340219"/>
              <a:gd name="connsiteY475" fmla="*/ 2053730 h 3645578"/>
              <a:gd name="connsiteX476" fmla="*/ 3005894 w 8340219"/>
              <a:gd name="connsiteY476" fmla="*/ 2053503 h 3645578"/>
              <a:gd name="connsiteX477" fmla="*/ 3026227 w 8340219"/>
              <a:gd name="connsiteY477" fmla="*/ 2039716 h 3645578"/>
              <a:gd name="connsiteX478" fmla="*/ 3339378 w 8340219"/>
              <a:gd name="connsiteY478" fmla="*/ 2027190 h 3645578"/>
              <a:gd name="connsiteX479" fmla="*/ 3389482 w 8340219"/>
              <a:gd name="connsiteY479" fmla="*/ 2014664 h 3645578"/>
              <a:gd name="connsiteX480" fmla="*/ 3439586 w 8340219"/>
              <a:gd name="connsiteY480" fmla="*/ 1977086 h 3645578"/>
              <a:gd name="connsiteX481" fmla="*/ 3491350 w 8340219"/>
              <a:gd name="connsiteY481" fmla="*/ 1954136 h 3645578"/>
              <a:gd name="connsiteX482" fmla="*/ 3473444 w 8340219"/>
              <a:gd name="connsiteY482" fmla="*/ 1967147 h 3645578"/>
              <a:gd name="connsiteX483" fmla="*/ 3462571 w 8340219"/>
              <a:gd name="connsiteY483" fmla="*/ 1974459 h 3645578"/>
              <a:gd name="connsiteX484" fmla="*/ 3471585 w 8340219"/>
              <a:gd name="connsiteY484" fmla="*/ 1968498 h 3645578"/>
              <a:gd name="connsiteX485" fmla="*/ 3473444 w 8340219"/>
              <a:gd name="connsiteY485" fmla="*/ 1967147 h 3645578"/>
              <a:gd name="connsiteX486" fmla="*/ 3483528 w 8340219"/>
              <a:gd name="connsiteY486" fmla="*/ 1960366 h 3645578"/>
              <a:gd name="connsiteX487" fmla="*/ 3514742 w 8340219"/>
              <a:gd name="connsiteY487" fmla="*/ 1939507 h 3645578"/>
              <a:gd name="connsiteX488" fmla="*/ 3564847 w 8340219"/>
              <a:gd name="connsiteY488" fmla="*/ 1926981 h 3645578"/>
              <a:gd name="connsiteX489" fmla="*/ 3602425 w 8340219"/>
              <a:gd name="connsiteY489" fmla="*/ 1914455 h 3645578"/>
              <a:gd name="connsiteX490" fmla="*/ 3664649 w 8340219"/>
              <a:gd name="connsiteY490" fmla="*/ 1904882 h 3645578"/>
              <a:gd name="connsiteX491" fmla="*/ 3709597 w 8340219"/>
              <a:gd name="connsiteY491" fmla="*/ 1803748 h 3645578"/>
              <a:gd name="connsiteX492" fmla="*/ 3747175 w 8340219"/>
              <a:gd name="connsiteY492" fmla="*/ 1766170 h 3645578"/>
              <a:gd name="connsiteX493" fmla="*/ 3797279 w 8340219"/>
              <a:gd name="connsiteY493" fmla="*/ 1678488 h 3645578"/>
              <a:gd name="connsiteX494" fmla="*/ 3859909 w 8340219"/>
              <a:gd name="connsiteY494" fmla="*/ 1590806 h 3645578"/>
              <a:gd name="connsiteX495" fmla="*/ 3884961 w 8340219"/>
              <a:gd name="connsiteY495" fmla="*/ 1553228 h 3645578"/>
              <a:gd name="connsiteX496" fmla="*/ 3910013 w 8340219"/>
              <a:gd name="connsiteY496" fmla="*/ 1465545 h 3645578"/>
              <a:gd name="connsiteX497" fmla="*/ 3935065 w 8340219"/>
              <a:gd name="connsiteY497" fmla="*/ 1427967 h 3645578"/>
              <a:gd name="connsiteX498" fmla="*/ 3935366 w 8340219"/>
              <a:gd name="connsiteY498" fmla="*/ 1409847 h 3645578"/>
              <a:gd name="connsiteX499" fmla="*/ 3915966 w 8340219"/>
              <a:gd name="connsiteY499" fmla="*/ 1422959 h 3645578"/>
              <a:gd name="connsiteX500" fmla="*/ 3833392 w 8340219"/>
              <a:gd name="connsiteY500" fmla="*/ 1452678 h 3645578"/>
              <a:gd name="connsiteX501" fmla="*/ 3632976 w 8340219"/>
              <a:gd name="connsiteY501" fmla="*/ 1477730 h 3645578"/>
              <a:gd name="connsiteX502" fmla="*/ 3595398 w 8340219"/>
              <a:gd name="connsiteY502" fmla="*/ 1502782 h 3645578"/>
              <a:gd name="connsiteX503" fmla="*/ 3557820 w 8340219"/>
              <a:gd name="connsiteY503" fmla="*/ 1515309 h 3645578"/>
              <a:gd name="connsiteX504" fmla="*/ 3495189 w 8340219"/>
              <a:gd name="connsiteY504" fmla="*/ 1552887 h 3645578"/>
              <a:gd name="connsiteX505" fmla="*/ 3244669 w 8340219"/>
              <a:gd name="connsiteY505" fmla="*/ 1577939 h 3645578"/>
              <a:gd name="connsiteX506" fmla="*/ 3119409 w 8340219"/>
              <a:gd name="connsiteY506" fmla="*/ 1602991 h 3645578"/>
              <a:gd name="connsiteX507" fmla="*/ 3081831 w 8340219"/>
              <a:gd name="connsiteY507" fmla="*/ 1628043 h 3645578"/>
              <a:gd name="connsiteX508" fmla="*/ 3044252 w 8340219"/>
              <a:gd name="connsiteY508" fmla="*/ 1640569 h 3645578"/>
              <a:gd name="connsiteX509" fmla="*/ 2994148 w 8340219"/>
              <a:gd name="connsiteY509" fmla="*/ 1653095 h 3645578"/>
              <a:gd name="connsiteX510" fmla="*/ 2956570 w 8340219"/>
              <a:gd name="connsiteY510" fmla="*/ 1678147 h 3645578"/>
              <a:gd name="connsiteX511" fmla="*/ 2918992 w 8340219"/>
              <a:gd name="connsiteY511" fmla="*/ 1690673 h 3645578"/>
              <a:gd name="connsiteX512" fmla="*/ 2906466 w 8340219"/>
              <a:gd name="connsiteY512" fmla="*/ 1728251 h 3645578"/>
              <a:gd name="connsiteX513" fmla="*/ 2831310 w 8340219"/>
              <a:gd name="connsiteY513" fmla="*/ 1790881 h 3645578"/>
              <a:gd name="connsiteX514" fmla="*/ 2793732 w 8340219"/>
              <a:gd name="connsiteY514" fmla="*/ 1815933 h 3645578"/>
              <a:gd name="connsiteX515" fmla="*/ 2743628 w 8340219"/>
              <a:gd name="connsiteY515" fmla="*/ 1840985 h 3645578"/>
              <a:gd name="connsiteX516" fmla="*/ 2718576 w 8340219"/>
              <a:gd name="connsiteY516" fmla="*/ 1878563 h 3645578"/>
              <a:gd name="connsiteX517" fmla="*/ 2668472 w 8340219"/>
              <a:gd name="connsiteY517" fmla="*/ 1928667 h 3645578"/>
              <a:gd name="connsiteX518" fmla="*/ 2629186 w 8340219"/>
              <a:gd name="connsiteY518" fmla="*/ 1943233 h 3645578"/>
              <a:gd name="connsiteX519" fmla="*/ 2635149 w 8340219"/>
              <a:gd name="connsiteY519" fmla="*/ 1936451 h 3645578"/>
              <a:gd name="connsiteX520" fmla="*/ 2638671 w 8340219"/>
              <a:gd name="connsiteY520" fmla="*/ 1932758 h 3645578"/>
              <a:gd name="connsiteX521" fmla="*/ 2636324 w 8340219"/>
              <a:gd name="connsiteY521" fmla="*/ 1935116 h 3645578"/>
              <a:gd name="connsiteX522" fmla="*/ 2635149 w 8340219"/>
              <a:gd name="connsiteY522" fmla="*/ 1936451 h 3645578"/>
              <a:gd name="connsiteX523" fmla="*/ 2630439 w 8340219"/>
              <a:gd name="connsiteY523" fmla="*/ 1941391 h 3645578"/>
              <a:gd name="connsiteX524" fmla="*/ 2605842 w 8340219"/>
              <a:gd name="connsiteY524" fmla="*/ 1966246 h 3645578"/>
              <a:gd name="connsiteX525" fmla="*/ 2530685 w 8340219"/>
              <a:gd name="connsiteY525" fmla="*/ 1991298 h 3645578"/>
              <a:gd name="connsiteX526" fmla="*/ 2493107 w 8340219"/>
              <a:gd name="connsiteY526" fmla="*/ 2016350 h 3645578"/>
              <a:gd name="connsiteX527" fmla="*/ 2455529 w 8340219"/>
              <a:gd name="connsiteY527" fmla="*/ 2028876 h 3645578"/>
              <a:gd name="connsiteX528" fmla="*/ 2443003 w 8340219"/>
              <a:gd name="connsiteY528" fmla="*/ 1966246 h 3645578"/>
              <a:gd name="connsiteX529" fmla="*/ 2505633 w 8340219"/>
              <a:gd name="connsiteY529" fmla="*/ 1941193 h 3645578"/>
              <a:gd name="connsiteX530" fmla="*/ 2543211 w 8340219"/>
              <a:gd name="connsiteY530" fmla="*/ 1916141 h 3645578"/>
              <a:gd name="connsiteX531" fmla="*/ 2605842 w 8340219"/>
              <a:gd name="connsiteY531" fmla="*/ 1878563 h 3645578"/>
              <a:gd name="connsiteX532" fmla="*/ 2693524 w 8340219"/>
              <a:gd name="connsiteY532" fmla="*/ 1815933 h 3645578"/>
              <a:gd name="connsiteX533" fmla="*/ 2743628 w 8340219"/>
              <a:gd name="connsiteY533" fmla="*/ 1728251 h 3645578"/>
              <a:gd name="connsiteX534" fmla="*/ 2706050 w 8340219"/>
              <a:gd name="connsiteY534" fmla="*/ 1628043 h 3645578"/>
              <a:gd name="connsiteX535" fmla="*/ 2605842 w 8340219"/>
              <a:gd name="connsiteY535" fmla="*/ 1665621 h 3645578"/>
              <a:gd name="connsiteX536" fmla="*/ 2530685 w 8340219"/>
              <a:gd name="connsiteY536" fmla="*/ 1690673 h 3645578"/>
              <a:gd name="connsiteX537" fmla="*/ 1516080 w 8340219"/>
              <a:gd name="connsiteY537" fmla="*/ 1703199 h 3645578"/>
              <a:gd name="connsiteX538" fmla="*/ 1440922 w 8340219"/>
              <a:gd name="connsiteY538" fmla="*/ 1690673 h 3645578"/>
              <a:gd name="connsiteX539" fmla="*/ 1491028 w 8340219"/>
              <a:gd name="connsiteY539" fmla="*/ 1678147 h 3645578"/>
              <a:gd name="connsiteX540" fmla="*/ 1603760 w 8340219"/>
              <a:gd name="connsiteY540" fmla="*/ 1653095 h 3645578"/>
              <a:gd name="connsiteX541" fmla="*/ 1716494 w 8340219"/>
              <a:gd name="connsiteY541" fmla="*/ 1640569 h 3645578"/>
              <a:gd name="connsiteX542" fmla="*/ 1804176 w 8340219"/>
              <a:gd name="connsiteY542" fmla="*/ 1615517 h 3645578"/>
              <a:gd name="connsiteX543" fmla="*/ 2079748 w 8340219"/>
              <a:gd name="connsiteY543" fmla="*/ 1590465 h 3645578"/>
              <a:gd name="connsiteX544" fmla="*/ 2255113 w 8340219"/>
              <a:gd name="connsiteY544" fmla="*/ 1565413 h 3645578"/>
              <a:gd name="connsiteX545" fmla="*/ 2305217 w 8340219"/>
              <a:gd name="connsiteY545" fmla="*/ 1552887 h 3645578"/>
              <a:gd name="connsiteX546" fmla="*/ 2768680 w 8340219"/>
              <a:gd name="connsiteY546" fmla="*/ 1527835 h 3645578"/>
              <a:gd name="connsiteX547" fmla="*/ 2944044 w 8340219"/>
              <a:gd name="connsiteY547" fmla="*/ 1477730 h 3645578"/>
              <a:gd name="connsiteX548" fmla="*/ 3044252 w 8340219"/>
              <a:gd name="connsiteY548" fmla="*/ 1452678 h 3645578"/>
              <a:gd name="connsiteX549" fmla="*/ 3119409 w 8340219"/>
              <a:gd name="connsiteY549" fmla="*/ 1427626 h 3645578"/>
              <a:gd name="connsiteX550" fmla="*/ 3269721 w 8340219"/>
              <a:gd name="connsiteY550" fmla="*/ 1390048 h 3645578"/>
              <a:gd name="connsiteX551" fmla="*/ 3394981 w 8340219"/>
              <a:gd name="connsiteY551" fmla="*/ 1352470 h 3645578"/>
              <a:gd name="connsiteX552" fmla="*/ 3432559 w 8340219"/>
              <a:gd name="connsiteY552" fmla="*/ 1339944 h 3645578"/>
              <a:gd name="connsiteX553" fmla="*/ 3470137 w 8340219"/>
              <a:gd name="connsiteY553" fmla="*/ 1302366 h 3645578"/>
              <a:gd name="connsiteX554" fmla="*/ 3520242 w 8340219"/>
              <a:gd name="connsiteY554" fmla="*/ 1277314 h 3645578"/>
              <a:gd name="connsiteX555" fmla="*/ 3589061 w 8340219"/>
              <a:gd name="connsiteY555" fmla="*/ 1203861 h 3645578"/>
              <a:gd name="connsiteX556" fmla="*/ 3604335 w 8340219"/>
              <a:gd name="connsiteY556" fmla="*/ 1183259 h 3645578"/>
              <a:gd name="connsiteX557" fmla="*/ 3426296 w 8340219"/>
              <a:gd name="connsiteY557" fmla="*/ 1177106 h 3645578"/>
              <a:gd name="connsiteX558" fmla="*/ 3313562 w 8340219"/>
              <a:gd name="connsiteY558" fmla="*/ 1152054 h 3645578"/>
              <a:gd name="connsiteX559" fmla="*/ 3263458 w 8340219"/>
              <a:gd name="connsiteY559" fmla="*/ 1127002 h 3645578"/>
              <a:gd name="connsiteX560" fmla="*/ 3225880 w 8340219"/>
              <a:gd name="connsiteY560" fmla="*/ 1101950 h 3645578"/>
              <a:gd name="connsiteX561" fmla="*/ 3188302 w 8340219"/>
              <a:gd name="connsiteY561" fmla="*/ 1089424 h 3645578"/>
              <a:gd name="connsiteX562" fmla="*/ 3138198 w 8340219"/>
              <a:gd name="connsiteY562" fmla="*/ 1064372 h 3645578"/>
              <a:gd name="connsiteX563" fmla="*/ 3125672 w 8340219"/>
              <a:gd name="connsiteY563" fmla="*/ 1026794 h 3645578"/>
              <a:gd name="connsiteX564" fmla="*/ 3063041 w 8340219"/>
              <a:gd name="connsiteY564" fmla="*/ 989215 h 3645578"/>
              <a:gd name="connsiteX565" fmla="*/ 3012937 w 8340219"/>
              <a:gd name="connsiteY565" fmla="*/ 976689 h 3645578"/>
              <a:gd name="connsiteX566" fmla="*/ 2925255 w 8340219"/>
              <a:gd name="connsiteY566" fmla="*/ 951637 h 3645578"/>
              <a:gd name="connsiteX567" fmla="*/ 2862625 w 8340219"/>
              <a:gd name="connsiteY567" fmla="*/ 939111 h 3645578"/>
              <a:gd name="connsiteX568" fmla="*/ 2825047 w 8340219"/>
              <a:gd name="connsiteY568" fmla="*/ 926585 h 3645578"/>
              <a:gd name="connsiteX569" fmla="*/ 2649682 w 8340219"/>
              <a:gd name="connsiteY569" fmla="*/ 914059 h 3645578"/>
              <a:gd name="connsiteX570" fmla="*/ 2612104 w 8340219"/>
              <a:gd name="connsiteY570" fmla="*/ 901533 h 3645578"/>
              <a:gd name="connsiteX571" fmla="*/ 2574526 w 8340219"/>
              <a:gd name="connsiteY571" fmla="*/ 876481 h 3645578"/>
              <a:gd name="connsiteX572" fmla="*/ 2511896 w 8340219"/>
              <a:gd name="connsiteY572" fmla="*/ 863955 h 3645578"/>
              <a:gd name="connsiteX573" fmla="*/ 2461792 w 8340219"/>
              <a:gd name="connsiteY573" fmla="*/ 851429 h 3645578"/>
              <a:gd name="connsiteX574" fmla="*/ 2374110 w 8340219"/>
              <a:gd name="connsiteY574" fmla="*/ 838903 h 3645578"/>
              <a:gd name="connsiteX575" fmla="*/ 2324006 w 8340219"/>
              <a:gd name="connsiteY575" fmla="*/ 826377 h 3645578"/>
              <a:gd name="connsiteX576" fmla="*/ 2297868 w 8340219"/>
              <a:gd name="connsiteY576" fmla="*/ 826377 h 3645578"/>
              <a:gd name="connsiteX577" fmla="*/ 2250327 w 8340219"/>
              <a:gd name="connsiteY577" fmla="*/ 845859 h 3645578"/>
              <a:gd name="connsiteX578" fmla="*/ 2174661 w 8340219"/>
              <a:gd name="connsiteY578" fmla="*/ 881018 h 3645578"/>
              <a:gd name="connsiteX579" fmla="*/ 2127894 w 8340219"/>
              <a:gd name="connsiteY579" fmla="*/ 925388 h 3645578"/>
              <a:gd name="connsiteX580" fmla="*/ 2081135 w 8340219"/>
              <a:gd name="connsiteY580" fmla="*/ 956286 h 3645578"/>
              <a:gd name="connsiteX581" fmla="*/ 2084309 w 8340219"/>
              <a:gd name="connsiteY581" fmla="*/ 953077 h 3645578"/>
              <a:gd name="connsiteX582" fmla="*/ 2085867 w 8340219"/>
              <a:gd name="connsiteY582" fmla="*/ 951567 h 3645578"/>
              <a:gd name="connsiteX583" fmla="*/ 2087199 w 8340219"/>
              <a:gd name="connsiteY583" fmla="*/ 950156 h 3645578"/>
              <a:gd name="connsiteX584" fmla="*/ 2084309 w 8340219"/>
              <a:gd name="connsiteY584" fmla="*/ 953077 h 3645578"/>
              <a:gd name="connsiteX585" fmla="*/ 2069889 w 8340219"/>
              <a:gd name="connsiteY585" fmla="*/ 967061 h 3645578"/>
              <a:gd name="connsiteX586" fmla="*/ 2032016 w 8340219"/>
              <a:gd name="connsiteY586" fmla="*/ 1003179 h 3645578"/>
              <a:gd name="connsiteX587" fmla="*/ 1578987 w 8340219"/>
              <a:gd name="connsiteY587" fmla="*/ 1077281 h 3645578"/>
              <a:gd name="connsiteX588" fmla="*/ 1466694 w 8340219"/>
              <a:gd name="connsiteY588" fmla="*/ 1078422 h 3645578"/>
              <a:gd name="connsiteX589" fmla="*/ 1338816 w 8340219"/>
              <a:gd name="connsiteY589" fmla="*/ 1094352 h 3645578"/>
              <a:gd name="connsiteX590" fmla="*/ 1226525 w 8340219"/>
              <a:gd name="connsiteY590" fmla="*/ 1095493 h 3645578"/>
              <a:gd name="connsiteX591" fmla="*/ 1170378 w 8340219"/>
              <a:gd name="connsiteY591" fmla="*/ 1096063 h 3645578"/>
              <a:gd name="connsiteX592" fmla="*/ 1078365 w 8340219"/>
              <a:gd name="connsiteY592" fmla="*/ 1104314 h 3645578"/>
              <a:gd name="connsiteX593" fmla="*/ 1019873 w 8340219"/>
              <a:gd name="connsiteY593" fmla="*/ 1093934 h 3645578"/>
              <a:gd name="connsiteX594" fmla="*/ 963728 w 8340219"/>
              <a:gd name="connsiteY594" fmla="*/ 1094504 h 3645578"/>
              <a:gd name="connsiteX595" fmla="*/ 779702 w 8340219"/>
              <a:gd name="connsiteY595" fmla="*/ 1111005 h 3645578"/>
              <a:gd name="connsiteX596" fmla="*/ 315773 w 8340219"/>
              <a:gd name="connsiteY596" fmla="*/ 1221798 h 3645578"/>
              <a:gd name="connsiteX597" fmla="*/ 266660 w 8340219"/>
              <a:gd name="connsiteY597" fmla="*/ 1255218 h 3645578"/>
              <a:gd name="connsiteX598" fmla="*/ 215206 w 8340219"/>
              <a:gd name="connsiteY598" fmla="*/ 1277688 h 3645578"/>
              <a:gd name="connsiteX599" fmla="*/ 121051 w 8340219"/>
              <a:gd name="connsiteY599" fmla="*/ 1303381 h 3645578"/>
              <a:gd name="connsiteX600" fmla="*/ 234238 w 8340219"/>
              <a:gd name="connsiteY600" fmla="*/ 1218786 h 3645578"/>
              <a:gd name="connsiteX601" fmla="*/ 373438 w 8340219"/>
              <a:gd name="connsiteY601" fmla="*/ 1140737 h 3645578"/>
              <a:gd name="connsiteX602" fmla="*/ 512220 w 8340219"/>
              <a:gd name="connsiteY602" fmla="*/ 1088116 h 3645578"/>
              <a:gd name="connsiteX603" fmla="*/ 561330 w 8340219"/>
              <a:gd name="connsiteY603" fmla="*/ 1054696 h 3645578"/>
              <a:gd name="connsiteX604" fmla="*/ 702456 w 8340219"/>
              <a:gd name="connsiteY604" fmla="*/ 1013025 h 3645578"/>
              <a:gd name="connsiteX605" fmla="*/ 753910 w 8340219"/>
              <a:gd name="connsiteY605" fmla="*/ 990555 h 3645578"/>
              <a:gd name="connsiteX606" fmla="*/ 877101 w 8340219"/>
              <a:gd name="connsiteY606" fmla="*/ 952724 h 3645578"/>
              <a:gd name="connsiteX607" fmla="*/ 1130518 w 8340219"/>
              <a:gd name="connsiteY607" fmla="*/ 909913 h 3645578"/>
              <a:gd name="connsiteX608" fmla="*/ 1247498 w 8340219"/>
              <a:gd name="connsiteY608" fmla="*/ 930672 h 3645578"/>
              <a:gd name="connsiteX609" fmla="*/ 1362134 w 8340219"/>
              <a:gd name="connsiteY609" fmla="*/ 940482 h 3645578"/>
              <a:gd name="connsiteX610" fmla="*/ 1418279 w 8340219"/>
              <a:gd name="connsiteY610" fmla="*/ 939911 h 3645578"/>
              <a:gd name="connsiteX611" fmla="*/ 1535260 w 8340219"/>
              <a:gd name="connsiteY611" fmla="*/ 960671 h 3645578"/>
              <a:gd name="connsiteX612" fmla="*/ 1647551 w 8340219"/>
              <a:gd name="connsiteY612" fmla="*/ 959530 h 3645578"/>
              <a:gd name="connsiteX613" fmla="*/ 1983602 w 8340219"/>
              <a:gd name="connsiteY613" fmla="*/ 864669 h 3645578"/>
              <a:gd name="connsiteX614" fmla="*/ 2077135 w 8340219"/>
              <a:gd name="connsiteY614" fmla="*/ 775928 h 3645578"/>
              <a:gd name="connsiteX615" fmla="*/ 2146725 w 8340219"/>
              <a:gd name="connsiteY615" fmla="*/ 745810 h 3645578"/>
              <a:gd name="connsiteX616" fmla="*/ 2184252 w 8340219"/>
              <a:gd name="connsiteY616" fmla="*/ 731895 h 3645578"/>
              <a:gd name="connsiteX617" fmla="*/ 2144620 w 8340219"/>
              <a:gd name="connsiteY617" fmla="*/ 679054 h 3645578"/>
              <a:gd name="connsiteX618" fmla="*/ 2049743 w 8340219"/>
              <a:gd name="connsiteY618" fmla="*/ 664102 h 3645578"/>
              <a:gd name="connsiteX619" fmla="*/ 2011559 w 8340219"/>
              <a:gd name="connsiteY619" fmla="*/ 656873 h 3645578"/>
              <a:gd name="connsiteX620" fmla="*/ 1961234 w 8340219"/>
              <a:gd name="connsiteY620" fmla="*/ 651367 h 3645578"/>
              <a:gd name="connsiteX621" fmla="*/ 1884865 w 8340219"/>
              <a:gd name="connsiteY621" fmla="*/ 636908 h 3645578"/>
              <a:gd name="connsiteX622" fmla="*/ 1735650 w 8340219"/>
              <a:gd name="connsiteY622" fmla="*/ 632793 h 3645578"/>
              <a:gd name="connsiteX623" fmla="*/ 1400798 w 8340219"/>
              <a:gd name="connsiteY623" fmla="*/ 629734 h 3645578"/>
              <a:gd name="connsiteX624" fmla="*/ 996622 w 8340219"/>
              <a:gd name="connsiteY624" fmla="*/ 661823 h 3645578"/>
              <a:gd name="connsiteX625" fmla="*/ 958434 w 8340219"/>
              <a:gd name="connsiteY625" fmla="*/ 654593 h 3645578"/>
              <a:gd name="connsiteX626" fmla="*/ 835263 w 8340219"/>
              <a:gd name="connsiteY626" fmla="*/ 659432 h 3645578"/>
              <a:gd name="connsiteX627" fmla="*/ 673722 w 8340219"/>
              <a:gd name="connsiteY627" fmla="*/ 568505 h 3645578"/>
              <a:gd name="connsiteX628" fmla="*/ 633776 w 8340219"/>
              <a:gd name="connsiteY628" fmla="*/ 548874 h 3645578"/>
              <a:gd name="connsiteX629" fmla="*/ 567604 w 8340219"/>
              <a:gd name="connsiteY629" fmla="*/ 431753 h 3645578"/>
              <a:gd name="connsiteX630" fmla="*/ 550180 w 8340219"/>
              <a:gd name="connsiteY630" fmla="*/ 396272 h 3645578"/>
              <a:gd name="connsiteX631" fmla="*/ 530993 w 8340219"/>
              <a:gd name="connsiteY631" fmla="*/ 348390 h 3645578"/>
              <a:gd name="connsiteX632" fmla="*/ 513571 w 8340219"/>
              <a:gd name="connsiteY632" fmla="*/ 312909 h 3645578"/>
              <a:gd name="connsiteX633" fmla="*/ 734429 w 8340219"/>
              <a:gd name="connsiteY633" fmla="*/ 559885 h 3645578"/>
              <a:gd name="connsiteX634" fmla="*/ 1270395 w 8340219"/>
              <a:gd name="connsiteY634" fmla="*/ 496431 h 3645578"/>
              <a:gd name="connsiteX635" fmla="*/ 1308579 w 8340219"/>
              <a:gd name="connsiteY635" fmla="*/ 503660 h 3645578"/>
              <a:gd name="connsiteX636" fmla="*/ 1433512 w 8340219"/>
              <a:gd name="connsiteY636" fmla="*/ 511224 h 3645578"/>
              <a:gd name="connsiteX637" fmla="*/ 1509882 w 8340219"/>
              <a:gd name="connsiteY637" fmla="*/ 525683 h 3645578"/>
              <a:gd name="connsiteX638" fmla="*/ 1633053 w 8340219"/>
              <a:gd name="connsiteY638" fmla="*/ 520845 h 3645578"/>
              <a:gd name="connsiteX639" fmla="*/ 1683379 w 8340219"/>
              <a:gd name="connsiteY639" fmla="*/ 526350 h 3645578"/>
              <a:gd name="connsiteX640" fmla="*/ 1770126 w 8340219"/>
              <a:gd name="connsiteY640" fmla="*/ 526684 h 3645578"/>
              <a:gd name="connsiteX641" fmla="*/ 1967906 w 8340219"/>
              <a:gd name="connsiteY641" fmla="*/ 523903 h 3645578"/>
              <a:gd name="connsiteX642" fmla="*/ 2042513 w 8340219"/>
              <a:gd name="connsiteY642" fmla="*/ 525961 h 3645578"/>
              <a:gd name="connsiteX643" fmla="*/ 2094600 w 8340219"/>
              <a:gd name="connsiteY643" fmla="*/ 543868 h 3645578"/>
              <a:gd name="connsiteX644" fmla="*/ 2255660 w 8340219"/>
              <a:gd name="connsiteY644" fmla="*/ 656791 h 3645578"/>
              <a:gd name="connsiteX645" fmla="*/ 2259850 w 8340219"/>
              <a:gd name="connsiteY645" fmla="*/ 656974 h 3645578"/>
              <a:gd name="connsiteX646" fmla="*/ 2612104 w 8340219"/>
              <a:gd name="connsiteY646" fmla="*/ 701117 h 3645578"/>
              <a:gd name="connsiteX647" fmla="*/ 2774943 w 8340219"/>
              <a:gd name="connsiteY647" fmla="*/ 751221 h 3645578"/>
              <a:gd name="connsiteX648" fmla="*/ 2887677 w 8340219"/>
              <a:gd name="connsiteY648" fmla="*/ 763747 h 3645578"/>
              <a:gd name="connsiteX649" fmla="*/ 3125672 w 8340219"/>
              <a:gd name="connsiteY649" fmla="*/ 813851 h 3645578"/>
              <a:gd name="connsiteX650" fmla="*/ 3200828 w 8340219"/>
              <a:gd name="connsiteY650" fmla="*/ 863955 h 3645578"/>
              <a:gd name="connsiteX651" fmla="*/ 3275984 w 8340219"/>
              <a:gd name="connsiteY651" fmla="*/ 914059 h 3645578"/>
              <a:gd name="connsiteX652" fmla="*/ 3401244 w 8340219"/>
              <a:gd name="connsiteY652" fmla="*/ 939111 h 3645578"/>
              <a:gd name="connsiteX653" fmla="*/ 3952275 w 8340219"/>
              <a:gd name="connsiteY653" fmla="*/ 930223 h 3645578"/>
              <a:gd name="connsiteX654" fmla="*/ 3958426 w 8340219"/>
              <a:gd name="connsiteY654" fmla="*/ 901650 h 3645578"/>
              <a:gd name="connsiteX655" fmla="*/ 3972644 w 8340219"/>
              <a:gd name="connsiteY655" fmla="*/ 851770 h 3645578"/>
              <a:gd name="connsiteX656" fmla="*/ 3985170 w 8340219"/>
              <a:gd name="connsiteY656" fmla="*/ 789140 h 3645578"/>
              <a:gd name="connsiteX657" fmla="*/ 3997696 w 8340219"/>
              <a:gd name="connsiteY657" fmla="*/ 751562 h 3645578"/>
              <a:gd name="connsiteX658" fmla="*/ 4010222 w 8340219"/>
              <a:gd name="connsiteY658" fmla="*/ 701458 h 3645578"/>
              <a:gd name="connsiteX659" fmla="*/ 4022748 w 8340219"/>
              <a:gd name="connsiteY659" fmla="*/ 663880 h 3645578"/>
              <a:gd name="connsiteX660" fmla="*/ 4047800 w 8340219"/>
              <a:gd name="connsiteY660" fmla="*/ 563671 h 3645578"/>
              <a:gd name="connsiteX661" fmla="*/ 4047800 w 8340219"/>
              <a:gd name="connsiteY661" fmla="*/ 150313 h 3645578"/>
              <a:gd name="connsiteX662" fmla="*/ 3972644 w 8340219"/>
              <a:gd name="connsiteY662" fmla="*/ 75156 h 3645578"/>
              <a:gd name="connsiteX663" fmla="*/ 3985170 w 8340219"/>
              <a:gd name="connsiteY663" fmla="*/ 37578 h 3645578"/>
              <a:gd name="connsiteX664" fmla="*/ 4060326 w 8340219"/>
              <a:gd name="connsiteY664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6239855 w 8340219"/>
              <a:gd name="connsiteY154" fmla="*/ 110229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550180 w 8340219"/>
              <a:gd name="connsiteY641" fmla="*/ 396272 h 3645578"/>
              <a:gd name="connsiteX642" fmla="*/ 530993 w 8340219"/>
              <a:gd name="connsiteY642" fmla="*/ 348390 h 3645578"/>
              <a:gd name="connsiteX643" fmla="*/ 513571 w 8340219"/>
              <a:gd name="connsiteY643" fmla="*/ 312909 h 3645578"/>
              <a:gd name="connsiteX644" fmla="*/ 734429 w 8340219"/>
              <a:gd name="connsiteY644" fmla="*/ 559885 h 3645578"/>
              <a:gd name="connsiteX645" fmla="*/ 1270395 w 8340219"/>
              <a:gd name="connsiteY645" fmla="*/ 496431 h 3645578"/>
              <a:gd name="connsiteX646" fmla="*/ 1308579 w 8340219"/>
              <a:gd name="connsiteY646" fmla="*/ 503660 h 3645578"/>
              <a:gd name="connsiteX647" fmla="*/ 1433512 w 8340219"/>
              <a:gd name="connsiteY647" fmla="*/ 511224 h 3645578"/>
              <a:gd name="connsiteX648" fmla="*/ 1509882 w 8340219"/>
              <a:gd name="connsiteY648" fmla="*/ 525683 h 3645578"/>
              <a:gd name="connsiteX649" fmla="*/ 1633053 w 8340219"/>
              <a:gd name="connsiteY649" fmla="*/ 520845 h 3645578"/>
              <a:gd name="connsiteX650" fmla="*/ 1683379 w 8340219"/>
              <a:gd name="connsiteY650" fmla="*/ 526350 h 3645578"/>
              <a:gd name="connsiteX651" fmla="*/ 1770126 w 8340219"/>
              <a:gd name="connsiteY651" fmla="*/ 526684 h 3645578"/>
              <a:gd name="connsiteX652" fmla="*/ 1967906 w 8340219"/>
              <a:gd name="connsiteY652" fmla="*/ 523903 h 3645578"/>
              <a:gd name="connsiteX653" fmla="*/ 2042513 w 8340219"/>
              <a:gd name="connsiteY653" fmla="*/ 525961 h 3645578"/>
              <a:gd name="connsiteX654" fmla="*/ 2094600 w 8340219"/>
              <a:gd name="connsiteY654" fmla="*/ 543868 h 3645578"/>
              <a:gd name="connsiteX655" fmla="*/ 2255660 w 8340219"/>
              <a:gd name="connsiteY655" fmla="*/ 656791 h 3645578"/>
              <a:gd name="connsiteX656" fmla="*/ 2259850 w 8340219"/>
              <a:gd name="connsiteY656" fmla="*/ 656974 h 3645578"/>
              <a:gd name="connsiteX657" fmla="*/ 2612104 w 8340219"/>
              <a:gd name="connsiteY657" fmla="*/ 701117 h 3645578"/>
              <a:gd name="connsiteX658" fmla="*/ 2774943 w 8340219"/>
              <a:gd name="connsiteY658" fmla="*/ 751221 h 3645578"/>
              <a:gd name="connsiteX659" fmla="*/ 2887677 w 8340219"/>
              <a:gd name="connsiteY659" fmla="*/ 763747 h 3645578"/>
              <a:gd name="connsiteX660" fmla="*/ 3125672 w 8340219"/>
              <a:gd name="connsiteY660" fmla="*/ 813851 h 3645578"/>
              <a:gd name="connsiteX661" fmla="*/ 3200828 w 8340219"/>
              <a:gd name="connsiteY661" fmla="*/ 863955 h 3645578"/>
              <a:gd name="connsiteX662" fmla="*/ 3275984 w 8340219"/>
              <a:gd name="connsiteY662" fmla="*/ 914059 h 3645578"/>
              <a:gd name="connsiteX663" fmla="*/ 3401244 w 8340219"/>
              <a:gd name="connsiteY663" fmla="*/ 939111 h 3645578"/>
              <a:gd name="connsiteX664" fmla="*/ 3952275 w 8340219"/>
              <a:gd name="connsiteY664" fmla="*/ 930223 h 3645578"/>
              <a:gd name="connsiteX665" fmla="*/ 3958426 w 8340219"/>
              <a:gd name="connsiteY665" fmla="*/ 901650 h 3645578"/>
              <a:gd name="connsiteX666" fmla="*/ 3972644 w 8340219"/>
              <a:gd name="connsiteY666" fmla="*/ 851770 h 3645578"/>
              <a:gd name="connsiteX667" fmla="*/ 3985170 w 8340219"/>
              <a:gd name="connsiteY667" fmla="*/ 789140 h 3645578"/>
              <a:gd name="connsiteX668" fmla="*/ 3997696 w 8340219"/>
              <a:gd name="connsiteY668" fmla="*/ 751562 h 3645578"/>
              <a:gd name="connsiteX669" fmla="*/ 4010222 w 8340219"/>
              <a:gd name="connsiteY669" fmla="*/ 701458 h 3645578"/>
              <a:gd name="connsiteX670" fmla="*/ 4022748 w 8340219"/>
              <a:gd name="connsiteY670" fmla="*/ 663880 h 3645578"/>
              <a:gd name="connsiteX671" fmla="*/ 4047800 w 8340219"/>
              <a:gd name="connsiteY671" fmla="*/ 563671 h 3645578"/>
              <a:gd name="connsiteX672" fmla="*/ 4047800 w 8340219"/>
              <a:gd name="connsiteY672" fmla="*/ 150313 h 3645578"/>
              <a:gd name="connsiteX673" fmla="*/ 3972644 w 8340219"/>
              <a:gd name="connsiteY673" fmla="*/ 75156 h 3645578"/>
              <a:gd name="connsiteX674" fmla="*/ 3985170 w 8340219"/>
              <a:gd name="connsiteY674" fmla="*/ 37578 h 3645578"/>
              <a:gd name="connsiteX675" fmla="*/ 4060326 w 8340219"/>
              <a:gd name="connsiteY675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550180 w 8340219"/>
              <a:gd name="connsiteY641" fmla="*/ 396272 h 3645578"/>
              <a:gd name="connsiteX642" fmla="*/ 530993 w 8340219"/>
              <a:gd name="connsiteY642" fmla="*/ 348390 h 3645578"/>
              <a:gd name="connsiteX643" fmla="*/ 513571 w 8340219"/>
              <a:gd name="connsiteY643" fmla="*/ 312909 h 3645578"/>
              <a:gd name="connsiteX644" fmla="*/ 734429 w 8340219"/>
              <a:gd name="connsiteY644" fmla="*/ 559885 h 3645578"/>
              <a:gd name="connsiteX645" fmla="*/ 1270395 w 8340219"/>
              <a:gd name="connsiteY645" fmla="*/ 496431 h 3645578"/>
              <a:gd name="connsiteX646" fmla="*/ 1308579 w 8340219"/>
              <a:gd name="connsiteY646" fmla="*/ 503660 h 3645578"/>
              <a:gd name="connsiteX647" fmla="*/ 1433512 w 8340219"/>
              <a:gd name="connsiteY647" fmla="*/ 511224 h 3645578"/>
              <a:gd name="connsiteX648" fmla="*/ 1509882 w 8340219"/>
              <a:gd name="connsiteY648" fmla="*/ 525683 h 3645578"/>
              <a:gd name="connsiteX649" fmla="*/ 1633053 w 8340219"/>
              <a:gd name="connsiteY649" fmla="*/ 520845 h 3645578"/>
              <a:gd name="connsiteX650" fmla="*/ 1683379 w 8340219"/>
              <a:gd name="connsiteY650" fmla="*/ 526350 h 3645578"/>
              <a:gd name="connsiteX651" fmla="*/ 1770126 w 8340219"/>
              <a:gd name="connsiteY651" fmla="*/ 526684 h 3645578"/>
              <a:gd name="connsiteX652" fmla="*/ 1967906 w 8340219"/>
              <a:gd name="connsiteY652" fmla="*/ 523903 h 3645578"/>
              <a:gd name="connsiteX653" fmla="*/ 2042513 w 8340219"/>
              <a:gd name="connsiteY653" fmla="*/ 525961 h 3645578"/>
              <a:gd name="connsiteX654" fmla="*/ 2094600 w 8340219"/>
              <a:gd name="connsiteY654" fmla="*/ 543868 h 3645578"/>
              <a:gd name="connsiteX655" fmla="*/ 2255660 w 8340219"/>
              <a:gd name="connsiteY655" fmla="*/ 656791 h 3645578"/>
              <a:gd name="connsiteX656" fmla="*/ 2259850 w 8340219"/>
              <a:gd name="connsiteY656" fmla="*/ 656974 h 3645578"/>
              <a:gd name="connsiteX657" fmla="*/ 2612104 w 8340219"/>
              <a:gd name="connsiteY657" fmla="*/ 701117 h 3645578"/>
              <a:gd name="connsiteX658" fmla="*/ 2774943 w 8340219"/>
              <a:gd name="connsiteY658" fmla="*/ 751221 h 3645578"/>
              <a:gd name="connsiteX659" fmla="*/ 2887677 w 8340219"/>
              <a:gd name="connsiteY659" fmla="*/ 763747 h 3645578"/>
              <a:gd name="connsiteX660" fmla="*/ 3125672 w 8340219"/>
              <a:gd name="connsiteY660" fmla="*/ 813851 h 3645578"/>
              <a:gd name="connsiteX661" fmla="*/ 3200828 w 8340219"/>
              <a:gd name="connsiteY661" fmla="*/ 863955 h 3645578"/>
              <a:gd name="connsiteX662" fmla="*/ 3275984 w 8340219"/>
              <a:gd name="connsiteY662" fmla="*/ 914059 h 3645578"/>
              <a:gd name="connsiteX663" fmla="*/ 3401244 w 8340219"/>
              <a:gd name="connsiteY663" fmla="*/ 939111 h 3645578"/>
              <a:gd name="connsiteX664" fmla="*/ 3952275 w 8340219"/>
              <a:gd name="connsiteY664" fmla="*/ 930223 h 3645578"/>
              <a:gd name="connsiteX665" fmla="*/ 3958426 w 8340219"/>
              <a:gd name="connsiteY665" fmla="*/ 901650 h 3645578"/>
              <a:gd name="connsiteX666" fmla="*/ 3972644 w 8340219"/>
              <a:gd name="connsiteY666" fmla="*/ 851770 h 3645578"/>
              <a:gd name="connsiteX667" fmla="*/ 3985170 w 8340219"/>
              <a:gd name="connsiteY667" fmla="*/ 789140 h 3645578"/>
              <a:gd name="connsiteX668" fmla="*/ 3997696 w 8340219"/>
              <a:gd name="connsiteY668" fmla="*/ 751562 h 3645578"/>
              <a:gd name="connsiteX669" fmla="*/ 4010222 w 8340219"/>
              <a:gd name="connsiteY669" fmla="*/ 701458 h 3645578"/>
              <a:gd name="connsiteX670" fmla="*/ 4022748 w 8340219"/>
              <a:gd name="connsiteY670" fmla="*/ 663880 h 3645578"/>
              <a:gd name="connsiteX671" fmla="*/ 4047800 w 8340219"/>
              <a:gd name="connsiteY671" fmla="*/ 563671 h 3645578"/>
              <a:gd name="connsiteX672" fmla="*/ 4047800 w 8340219"/>
              <a:gd name="connsiteY672" fmla="*/ 150313 h 3645578"/>
              <a:gd name="connsiteX673" fmla="*/ 3972644 w 8340219"/>
              <a:gd name="connsiteY673" fmla="*/ 75156 h 3645578"/>
              <a:gd name="connsiteX674" fmla="*/ 3985170 w 8340219"/>
              <a:gd name="connsiteY674" fmla="*/ 37578 h 3645578"/>
              <a:gd name="connsiteX675" fmla="*/ 4060326 w 8340219"/>
              <a:gd name="connsiteY675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550180 w 8340219"/>
              <a:gd name="connsiteY641" fmla="*/ 396272 h 3645578"/>
              <a:gd name="connsiteX642" fmla="*/ 530993 w 8340219"/>
              <a:gd name="connsiteY642" fmla="*/ 348390 h 3645578"/>
              <a:gd name="connsiteX643" fmla="*/ 442333 w 8340219"/>
              <a:gd name="connsiteY643" fmla="*/ 492363 h 3645578"/>
              <a:gd name="connsiteX644" fmla="*/ 734429 w 8340219"/>
              <a:gd name="connsiteY644" fmla="*/ 559885 h 3645578"/>
              <a:gd name="connsiteX645" fmla="*/ 1270395 w 8340219"/>
              <a:gd name="connsiteY645" fmla="*/ 496431 h 3645578"/>
              <a:gd name="connsiteX646" fmla="*/ 1308579 w 8340219"/>
              <a:gd name="connsiteY646" fmla="*/ 503660 h 3645578"/>
              <a:gd name="connsiteX647" fmla="*/ 1433512 w 8340219"/>
              <a:gd name="connsiteY647" fmla="*/ 511224 h 3645578"/>
              <a:gd name="connsiteX648" fmla="*/ 1509882 w 8340219"/>
              <a:gd name="connsiteY648" fmla="*/ 525683 h 3645578"/>
              <a:gd name="connsiteX649" fmla="*/ 1633053 w 8340219"/>
              <a:gd name="connsiteY649" fmla="*/ 520845 h 3645578"/>
              <a:gd name="connsiteX650" fmla="*/ 1683379 w 8340219"/>
              <a:gd name="connsiteY650" fmla="*/ 526350 h 3645578"/>
              <a:gd name="connsiteX651" fmla="*/ 1770126 w 8340219"/>
              <a:gd name="connsiteY651" fmla="*/ 526684 h 3645578"/>
              <a:gd name="connsiteX652" fmla="*/ 1967906 w 8340219"/>
              <a:gd name="connsiteY652" fmla="*/ 523903 h 3645578"/>
              <a:gd name="connsiteX653" fmla="*/ 2042513 w 8340219"/>
              <a:gd name="connsiteY653" fmla="*/ 525961 h 3645578"/>
              <a:gd name="connsiteX654" fmla="*/ 2094600 w 8340219"/>
              <a:gd name="connsiteY654" fmla="*/ 543868 h 3645578"/>
              <a:gd name="connsiteX655" fmla="*/ 2255660 w 8340219"/>
              <a:gd name="connsiteY655" fmla="*/ 656791 h 3645578"/>
              <a:gd name="connsiteX656" fmla="*/ 2259850 w 8340219"/>
              <a:gd name="connsiteY656" fmla="*/ 656974 h 3645578"/>
              <a:gd name="connsiteX657" fmla="*/ 2612104 w 8340219"/>
              <a:gd name="connsiteY657" fmla="*/ 701117 h 3645578"/>
              <a:gd name="connsiteX658" fmla="*/ 2774943 w 8340219"/>
              <a:gd name="connsiteY658" fmla="*/ 751221 h 3645578"/>
              <a:gd name="connsiteX659" fmla="*/ 2887677 w 8340219"/>
              <a:gd name="connsiteY659" fmla="*/ 763747 h 3645578"/>
              <a:gd name="connsiteX660" fmla="*/ 3125672 w 8340219"/>
              <a:gd name="connsiteY660" fmla="*/ 813851 h 3645578"/>
              <a:gd name="connsiteX661" fmla="*/ 3200828 w 8340219"/>
              <a:gd name="connsiteY661" fmla="*/ 863955 h 3645578"/>
              <a:gd name="connsiteX662" fmla="*/ 3275984 w 8340219"/>
              <a:gd name="connsiteY662" fmla="*/ 914059 h 3645578"/>
              <a:gd name="connsiteX663" fmla="*/ 3401244 w 8340219"/>
              <a:gd name="connsiteY663" fmla="*/ 939111 h 3645578"/>
              <a:gd name="connsiteX664" fmla="*/ 3952275 w 8340219"/>
              <a:gd name="connsiteY664" fmla="*/ 930223 h 3645578"/>
              <a:gd name="connsiteX665" fmla="*/ 3958426 w 8340219"/>
              <a:gd name="connsiteY665" fmla="*/ 901650 h 3645578"/>
              <a:gd name="connsiteX666" fmla="*/ 3972644 w 8340219"/>
              <a:gd name="connsiteY666" fmla="*/ 851770 h 3645578"/>
              <a:gd name="connsiteX667" fmla="*/ 3985170 w 8340219"/>
              <a:gd name="connsiteY667" fmla="*/ 789140 h 3645578"/>
              <a:gd name="connsiteX668" fmla="*/ 3997696 w 8340219"/>
              <a:gd name="connsiteY668" fmla="*/ 751562 h 3645578"/>
              <a:gd name="connsiteX669" fmla="*/ 4010222 w 8340219"/>
              <a:gd name="connsiteY669" fmla="*/ 701458 h 3645578"/>
              <a:gd name="connsiteX670" fmla="*/ 4022748 w 8340219"/>
              <a:gd name="connsiteY670" fmla="*/ 663880 h 3645578"/>
              <a:gd name="connsiteX671" fmla="*/ 4047800 w 8340219"/>
              <a:gd name="connsiteY671" fmla="*/ 563671 h 3645578"/>
              <a:gd name="connsiteX672" fmla="*/ 4047800 w 8340219"/>
              <a:gd name="connsiteY672" fmla="*/ 150313 h 3645578"/>
              <a:gd name="connsiteX673" fmla="*/ 3972644 w 8340219"/>
              <a:gd name="connsiteY673" fmla="*/ 75156 h 3645578"/>
              <a:gd name="connsiteX674" fmla="*/ 3985170 w 8340219"/>
              <a:gd name="connsiteY674" fmla="*/ 37578 h 3645578"/>
              <a:gd name="connsiteX675" fmla="*/ 4060326 w 8340219"/>
              <a:gd name="connsiteY675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550180 w 8340219"/>
              <a:gd name="connsiteY641" fmla="*/ 396272 h 3645578"/>
              <a:gd name="connsiteX642" fmla="*/ 530993 w 8340219"/>
              <a:gd name="connsiteY642" fmla="*/ 348390 h 3645578"/>
              <a:gd name="connsiteX643" fmla="*/ 442333 w 8340219"/>
              <a:gd name="connsiteY643" fmla="*/ 492363 h 3645578"/>
              <a:gd name="connsiteX644" fmla="*/ 734429 w 8340219"/>
              <a:gd name="connsiteY644" fmla="*/ 559885 h 3645578"/>
              <a:gd name="connsiteX645" fmla="*/ 1270395 w 8340219"/>
              <a:gd name="connsiteY645" fmla="*/ 496431 h 3645578"/>
              <a:gd name="connsiteX646" fmla="*/ 1308579 w 8340219"/>
              <a:gd name="connsiteY646" fmla="*/ 503660 h 3645578"/>
              <a:gd name="connsiteX647" fmla="*/ 1433512 w 8340219"/>
              <a:gd name="connsiteY647" fmla="*/ 511224 h 3645578"/>
              <a:gd name="connsiteX648" fmla="*/ 1509882 w 8340219"/>
              <a:gd name="connsiteY648" fmla="*/ 525683 h 3645578"/>
              <a:gd name="connsiteX649" fmla="*/ 1633053 w 8340219"/>
              <a:gd name="connsiteY649" fmla="*/ 520845 h 3645578"/>
              <a:gd name="connsiteX650" fmla="*/ 1683379 w 8340219"/>
              <a:gd name="connsiteY650" fmla="*/ 526350 h 3645578"/>
              <a:gd name="connsiteX651" fmla="*/ 1770126 w 8340219"/>
              <a:gd name="connsiteY651" fmla="*/ 526684 h 3645578"/>
              <a:gd name="connsiteX652" fmla="*/ 1967906 w 8340219"/>
              <a:gd name="connsiteY652" fmla="*/ 523903 h 3645578"/>
              <a:gd name="connsiteX653" fmla="*/ 2042513 w 8340219"/>
              <a:gd name="connsiteY653" fmla="*/ 525961 h 3645578"/>
              <a:gd name="connsiteX654" fmla="*/ 2094600 w 8340219"/>
              <a:gd name="connsiteY654" fmla="*/ 543868 h 3645578"/>
              <a:gd name="connsiteX655" fmla="*/ 2255660 w 8340219"/>
              <a:gd name="connsiteY655" fmla="*/ 656791 h 3645578"/>
              <a:gd name="connsiteX656" fmla="*/ 2259850 w 8340219"/>
              <a:gd name="connsiteY656" fmla="*/ 656974 h 3645578"/>
              <a:gd name="connsiteX657" fmla="*/ 2612104 w 8340219"/>
              <a:gd name="connsiteY657" fmla="*/ 701117 h 3645578"/>
              <a:gd name="connsiteX658" fmla="*/ 2774943 w 8340219"/>
              <a:gd name="connsiteY658" fmla="*/ 751221 h 3645578"/>
              <a:gd name="connsiteX659" fmla="*/ 2887677 w 8340219"/>
              <a:gd name="connsiteY659" fmla="*/ 763747 h 3645578"/>
              <a:gd name="connsiteX660" fmla="*/ 3125672 w 8340219"/>
              <a:gd name="connsiteY660" fmla="*/ 813851 h 3645578"/>
              <a:gd name="connsiteX661" fmla="*/ 3200828 w 8340219"/>
              <a:gd name="connsiteY661" fmla="*/ 863955 h 3645578"/>
              <a:gd name="connsiteX662" fmla="*/ 3275984 w 8340219"/>
              <a:gd name="connsiteY662" fmla="*/ 914059 h 3645578"/>
              <a:gd name="connsiteX663" fmla="*/ 3401244 w 8340219"/>
              <a:gd name="connsiteY663" fmla="*/ 939111 h 3645578"/>
              <a:gd name="connsiteX664" fmla="*/ 3952275 w 8340219"/>
              <a:gd name="connsiteY664" fmla="*/ 930223 h 3645578"/>
              <a:gd name="connsiteX665" fmla="*/ 3958426 w 8340219"/>
              <a:gd name="connsiteY665" fmla="*/ 901650 h 3645578"/>
              <a:gd name="connsiteX666" fmla="*/ 3972644 w 8340219"/>
              <a:gd name="connsiteY666" fmla="*/ 851770 h 3645578"/>
              <a:gd name="connsiteX667" fmla="*/ 3985170 w 8340219"/>
              <a:gd name="connsiteY667" fmla="*/ 789140 h 3645578"/>
              <a:gd name="connsiteX668" fmla="*/ 3997696 w 8340219"/>
              <a:gd name="connsiteY668" fmla="*/ 751562 h 3645578"/>
              <a:gd name="connsiteX669" fmla="*/ 4010222 w 8340219"/>
              <a:gd name="connsiteY669" fmla="*/ 701458 h 3645578"/>
              <a:gd name="connsiteX670" fmla="*/ 4022748 w 8340219"/>
              <a:gd name="connsiteY670" fmla="*/ 663880 h 3645578"/>
              <a:gd name="connsiteX671" fmla="*/ 4047800 w 8340219"/>
              <a:gd name="connsiteY671" fmla="*/ 563671 h 3645578"/>
              <a:gd name="connsiteX672" fmla="*/ 4047800 w 8340219"/>
              <a:gd name="connsiteY672" fmla="*/ 150313 h 3645578"/>
              <a:gd name="connsiteX673" fmla="*/ 3972644 w 8340219"/>
              <a:gd name="connsiteY673" fmla="*/ 75156 h 3645578"/>
              <a:gd name="connsiteX674" fmla="*/ 3985170 w 8340219"/>
              <a:gd name="connsiteY674" fmla="*/ 37578 h 3645578"/>
              <a:gd name="connsiteX675" fmla="*/ 4060326 w 8340219"/>
              <a:gd name="connsiteY675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550180 w 8340219"/>
              <a:gd name="connsiteY641" fmla="*/ 396272 h 3645578"/>
              <a:gd name="connsiteX642" fmla="*/ 530993 w 8340219"/>
              <a:gd name="connsiteY642" fmla="*/ 348390 h 3645578"/>
              <a:gd name="connsiteX643" fmla="*/ 734429 w 8340219"/>
              <a:gd name="connsiteY643" fmla="*/ 559885 h 3645578"/>
              <a:gd name="connsiteX644" fmla="*/ 1270395 w 8340219"/>
              <a:gd name="connsiteY644" fmla="*/ 496431 h 3645578"/>
              <a:gd name="connsiteX645" fmla="*/ 1308579 w 8340219"/>
              <a:gd name="connsiteY645" fmla="*/ 503660 h 3645578"/>
              <a:gd name="connsiteX646" fmla="*/ 1433512 w 8340219"/>
              <a:gd name="connsiteY646" fmla="*/ 511224 h 3645578"/>
              <a:gd name="connsiteX647" fmla="*/ 1509882 w 8340219"/>
              <a:gd name="connsiteY647" fmla="*/ 525683 h 3645578"/>
              <a:gd name="connsiteX648" fmla="*/ 1633053 w 8340219"/>
              <a:gd name="connsiteY648" fmla="*/ 520845 h 3645578"/>
              <a:gd name="connsiteX649" fmla="*/ 1683379 w 8340219"/>
              <a:gd name="connsiteY649" fmla="*/ 526350 h 3645578"/>
              <a:gd name="connsiteX650" fmla="*/ 1770126 w 8340219"/>
              <a:gd name="connsiteY650" fmla="*/ 526684 h 3645578"/>
              <a:gd name="connsiteX651" fmla="*/ 1967906 w 8340219"/>
              <a:gd name="connsiteY651" fmla="*/ 523903 h 3645578"/>
              <a:gd name="connsiteX652" fmla="*/ 2042513 w 8340219"/>
              <a:gd name="connsiteY652" fmla="*/ 525961 h 3645578"/>
              <a:gd name="connsiteX653" fmla="*/ 2094600 w 8340219"/>
              <a:gd name="connsiteY653" fmla="*/ 543868 h 3645578"/>
              <a:gd name="connsiteX654" fmla="*/ 2255660 w 8340219"/>
              <a:gd name="connsiteY654" fmla="*/ 656791 h 3645578"/>
              <a:gd name="connsiteX655" fmla="*/ 2259850 w 8340219"/>
              <a:gd name="connsiteY655" fmla="*/ 656974 h 3645578"/>
              <a:gd name="connsiteX656" fmla="*/ 2612104 w 8340219"/>
              <a:gd name="connsiteY656" fmla="*/ 701117 h 3645578"/>
              <a:gd name="connsiteX657" fmla="*/ 2774943 w 8340219"/>
              <a:gd name="connsiteY657" fmla="*/ 751221 h 3645578"/>
              <a:gd name="connsiteX658" fmla="*/ 2887677 w 8340219"/>
              <a:gd name="connsiteY658" fmla="*/ 763747 h 3645578"/>
              <a:gd name="connsiteX659" fmla="*/ 3125672 w 8340219"/>
              <a:gd name="connsiteY659" fmla="*/ 813851 h 3645578"/>
              <a:gd name="connsiteX660" fmla="*/ 3200828 w 8340219"/>
              <a:gd name="connsiteY660" fmla="*/ 863955 h 3645578"/>
              <a:gd name="connsiteX661" fmla="*/ 3275984 w 8340219"/>
              <a:gd name="connsiteY661" fmla="*/ 914059 h 3645578"/>
              <a:gd name="connsiteX662" fmla="*/ 3401244 w 8340219"/>
              <a:gd name="connsiteY662" fmla="*/ 939111 h 3645578"/>
              <a:gd name="connsiteX663" fmla="*/ 3952275 w 8340219"/>
              <a:gd name="connsiteY663" fmla="*/ 930223 h 3645578"/>
              <a:gd name="connsiteX664" fmla="*/ 3958426 w 8340219"/>
              <a:gd name="connsiteY664" fmla="*/ 901650 h 3645578"/>
              <a:gd name="connsiteX665" fmla="*/ 3972644 w 8340219"/>
              <a:gd name="connsiteY665" fmla="*/ 851770 h 3645578"/>
              <a:gd name="connsiteX666" fmla="*/ 3985170 w 8340219"/>
              <a:gd name="connsiteY666" fmla="*/ 789140 h 3645578"/>
              <a:gd name="connsiteX667" fmla="*/ 3997696 w 8340219"/>
              <a:gd name="connsiteY667" fmla="*/ 751562 h 3645578"/>
              <a:gd name="connsiteX668" fmla="*/ 4010222 w 8340219"/>
              <a:gd name="connsiteY668" fmla="*/ 701458 h 3645578"/>
              <a:gd name="connsiteX669" fmla="*/ 4022748 w 8340219"/>
              <a:gd name="connsiteY669" fmla="*/ 663880 h 3645578"/>
              <a:gd name="connsiteX670" fmla="*/ 4047800 w 8340219"/>
              <a:gd name="connsiteY670" fmla="*/ 563671 h 3645578"/>
              <a:gd name="connsiteX671" fmla="*/ 4047800 w 8340219"/>
              <a:gd name="connsiteY671" fmla="*/ 150313 h 3645578"/>
              <a:gd name="connsiteX672" fmla="*/ 3972644 w 8340219"/>
              <a:gd name="connsiteY672" fmla="*/ 75156 h 3645578"/>
              <a:gd name="connsiteX673" fmla="*/ 3985170 w 8340219"/>
              <a:gd name="connsiteY673" fmla="*/ 37578 h 3645578"/>
              <a:gd name="connsiteX674" fmla="*/ 4060326 w 8340219"/>
              <a:gd name="connsiteY674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550180 w 8340219"/>
              <a:gd name="connsiteY641" fmla="*/ 396272 h 3645578"/>
              <a:gd name="connsiteX642" fmla="*/ 734429 w 8340219"/>
              <a:gd name="connsiteY642" fmla="*/ 559885 h 3645578"/>
              <a:gd name="connsiteX643" fmla="*/ 1270395 w 8340219"/>
              <a:gd name="connsiteY643" fmla="*/ 496431 h 3645578"/>
              <a:gd name="connsiteX644" fmla="*/ 1308579 w 8340219"/>
              <a:gd name="connsiteY644" fmla="*/ 503660 h 3645578"/>
              <a:gd name="connsiteX645" fmla="*/ 1433512 w 8340219"/>
              <a:gd name="connsiteY645" fmla="*/ 511224 h 3645578"/>
              <a:gd name="connsiteX646" fmla="*/ 1509882 w 8340219"/>
              <a:gd name="connsiteY646" fmla="*/ 525683 h 3645578"/>
              <a:gd name="connsiteX647" fmla="*/ 1633053 w 8340219"/>
              <a:gd name="connsiteY647" fmla="*/ 520845 h 3645578"/>
              <a:gd name="connsiteX648" fmla="*/ 1683379 w 8340219"/>
              <a:gd name="connsiteY648" fmla="*/ 526350 h 3645578"/>
              <a:gd name="connsiteX649" fmla="*/ 1770126 w 8340219"/>
              <a:gd name="connsiteY649" fmla="*/ 526684 h 3645578"/>
              <a:gd name="connsiteX650" fmla="*/ 1967906 w 8340219"/>
              <a:gd name="connsiteY650" fmla="*/ 523903 h 3645578"/>
              <a:gd name="connsiteX651" fmla="*/ 2042513 w 8340219"/>
              <a:gd name="connsiteY651" fmla="*/ 525961 h 3645578"/>
              <a:gd name="connsiteX652" fmla="*/ 2094600 w 8340219"/>
              <a:gd name="connsiteY652" fmla="*/ 543868 h 3645578"/>
              <a:gd name="connsiteX653" fmla="*/ 2255660 w 8340219"/>
              <a:gd name="connsiteY653" fmla="*/ 656791 h 3645578"/>
              <a:gd name="connsiteX654" fmla="*/ 2259850 w 8340219"/>
              <a:gd name="connsiteY654" fmla="*/ 656974 h 3645578"/>
              <a:gd name="connsiteX655" fmla="*/ 2612104 w 8340219"/>
              <a:gd name="connsiteY655" fmla="*/ 701117 h 3645578"/>
              <a:gd name="connsiteX656" fmla="*/ 2774943 w 8340219"/>
              <a:gd name="connsiteY656" fmla="*/ 751221 h 3645578"/>
              <a:gd name="connsiteX657" fmla="*/ 2887677 w 8340219"/>
              <a:gd name="connsiteY657" fmla="*/ 763747 h 3645578"/>
              <a:gd name="connsiteX658" fmla="*/ 3125672 w 8340219"/>
              <a:gd name="connsiteY658" fmla="*/ 813851 h 3645578"/>
              <a:gd name="connsiteX659" fmla="*/ 3200828 w 8340219"/>
              <a:gd name="connsiteY659" fmla="*/ 863955 h 3645578"/>
              <a:gd name="connsiteX660" fmla="*/ 3275984 w 8340219"/>
              <a:gd name="connsiteY660" fmla="*/ 914059 h 3645578"/>
              <a:gd name="connsiteX661" fmla="*/ 3401244 w 8340219"/>
              <a:gd name="connsiteY661" fmla="*/ 939111 h 3645578"/>
              <a:gd name="connsiteX662" fmla="*/ 3952275 w 8340219"/>
              <a:gd name="connsiteY662" fmla="*/ 930223 h 3645578"/>
              <a:gd name="connsiteX663" fmla="*/ 3958426 w 8340219"/>
              <a:gd name="connsiteY663" fmla="*/ 901650 h 3645578"/>
              <a:gd name="connsiteX664" fmla="*/ 3972644 w 8340219"/>
              <a:gd name="connsiteY664" fmla="*/ 851770 h 3645578"/>
              <a:gd name="connsiteX665" fmla="*/ 3985170 w 8340219"/>
              <a:gd name="connsiteY665" fmla="*/ 789140 h 3645578"/>
              <a:gd name="connsiteX666" fmla="*/ 3997696 w 8340219"/>
              <a:gd name="connsiteY666" fmla="*/ 751562 h 3645578"/>
              <a:gd name="connsiteX667" fmla="*/ 4010222 w 8340219"/>
              <a:gd name="connsiteY667" fmla="*/ 701458 h 3645578"/>
              <a:gd name="connsiteX668" fmla="*/ 4022748 w 8340219"/>
              <a:gd name="connsiteY668" fmla="*/ 663880 h 3645578"/>
              <a:gd name="connsiteX669" fmla="*/ 4047800 w 8340219"/>
              <a:gd name="connsiteY669" fmla="*/ 563671 h 3645578"/>
              <a:gd name="connsiteX670" fmla="*/ 4047800 w 8340219"/>
              <a:gd name="connsiteY670" fmla="*/ 150313 h 3645578"/>
              <a:gd name="connsiteX671" fmla="*/ 3972644 w 8340219"/>
              <a:gd name="connsiteY671" fmla="*/ 75156 h 3645578"/>
              <a:gd name="connsiteX672" fmla="*/ 3985170 w 8340219"/>
              <a:gd name="connsiteY672" fmla="*/ 37578 h 3645578"/>
              <a:gd name="connsiteX673" fmla="*/ 4060326 w 8340219"/>
              <a:gd name="connsiteY673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734429 w 8340219"/>
              <a:gd name="connsiteY641" fmla="*/ 559885 h 3645578"/>
              <a:gd name="connsiteX642" fmla="*/ 1270395 w 8340219"/>
              <a:gd name="connsiteY642" fmla="*/ 496431 h 3645578"/>
              <a:gd name="connsiteX643" fmla="*/ 1308579 w 8340219"/>
              <a:gd name="connsiteY643" fmla="*/ 503660 h 3645578"/>
              <a:gd name="connsiteX644" fmla="*/ 1433512 w 8340219"/>
              <a:gd name="connsiteY644" fmla="*/ 511224 h 3645578"/>
              <a:gd name="connsiteX645" fmla="*/ 1509882 w 8340219"/>
              <a:gd name="connsiteY645" fmla="*/ 525683 h 3645578"/>
              <a:gd name="connsiteX646" fmla="*/ 1633053 w 8340219"/>
              <a:gd name="connsiteY646" fmla="*/ 520845 h 3645578"/>
              <a:gd name="connsiteX647" fmla="*/ 1683379 w 8340219"/>
              <a:gd name="connsiteY647" fmla="*/ 526350 h 3645578"/>
              <a:gd name="connsiteX648" fmla="*/ 1770126 w 8340219"/>
              <a:gd name="connsiteY648" fmla="*/ 526684 h 3645578"/>
              <a:gd name="connsiteX649" fmla="*/ 1967906 w 8340219"/>
              <a:gd name="connsiteY649" fmla="*/ 523903 h 3645578"/>
              <a:gd name="connsiteX650" fmla="*/ 2042513 w 8340219"/>
              <a:gd name="connsiteY650" fmla="*/ 525961 h 3645578"/>
              <a:gd name="connsiteX651" fmla="*/ 2094600 w 8340219"/>
              <a:gd name="connsiteY651" fmla="*/ 543868 h 3645578"/>
              <a:gd name="connsiteX652" fmla="*/ 2255660 w 8340219"/>
              <a:gd name="connsiteY652" fmla="*/ 656791 h 3645578"/>
              <a:gd name="connsiteX653" fmla="*/ 2259850 w 8340219"/>
              <a:gd name="connsiteY653" fmla="*/ 656974 h 3645578"/>
              <a:gd name="connsiteX654" fmla="*/ 2612104 w 8340219"/>
              <a:gd name="connsiteY654" fmla="*/ 701117 h 3645578"/>
              <a:gd name="connsiteX655" fmla="*/ 2774943 w 8340219"/>
              <a:gd name="connsiteY655" fmla="*/ 751221 h 3645578"/>
              <a:gd name="connsiteX656" fmla="*/ 2887677 w 8340219"/>
              <a:gd name="connsiteY656" fmla="*/ 763747 h 3645578"/>
              <a:gd name="connsiteX657" fmla="*/ 3125672 w 8340219"/>
              <a:gd name="connsiteY657" fmla="*/ 813851 h 3645578"/>
              <a:gd name="connsiteX658" fmla="*/ 3200828 w 8340219"/>
              <a:gd name="connsiteY658" fmla="*/ 863955 h 3645578"/>
              <a:gd name="connsiteX659" fmla="*/ 3275984 w 8340219"/>
              <a:gd name="connsiteY659" fmla="*/ 914059 h 3645578"/>
              <a:gd name="connsiteX660" fmla="*/ 3401244 w 8340219"/>
              <a:gd name="connsiteY660" fmla="*/ 939111 h 3645578"/>
              <a:gd name="connsiteX661" fmla="*/ 3952275 w 8340219"/>
              <a:gd name="connsiteY661" fmla="*/ 930223 h 3645578"/>
              <a:gd name="connsiteX662" fmla="*/ 3958426 w 8340219"/>
              <a:gd name="connsiteY662" fmla="*/ 901650 h 3645578"/>
              <a:gd name="connsiteX663" fmla="*/ 3972644 w 8340219"/>
              <a:gd name="connsiteY663" fmla="*/ 851770 h 3645578"/>
              <a:gd name="connsiteX664" fmla="*/ 3985170 w 8340219"/>
              <a:gd name="connsiteY664" fmla="*/ 789140 h 3645578"/>
              <a:gd name="connsiteX665" fmla="*/ 3997696 w 8340219"/>
              <a:gd name="connsiteY665" fmla="*/ 751562 h 3645578"/>
              <a:gd name="connsiteX666" fmla="*/ 4010222 w 8340219"/>
              <a:gd name="connsiteY666" fmla="*/ 701458 h 3645578"/>
              <a:gd name="connsiteX667" fmla="*/ 4022748 w 8340219"/>
              <a:gd name="connsiteY667" fmla="*/ 663880 h 3645578"/>
              <a:gd name="connsiteX668" fmla="*/ 4047800 w 8340219"/>
              <a:gd name="connsiteY668" fmla="*/ 563671 h 3645578"/>
              <a:gd name="connsiteX669" fmla="*/ 4047800 w 8340219"/>
              <a:gd name="connsiteY669" fmla="*/ 150313 h 3645578"/>
              <a:gd name="connsiteX670" fmla="*/ 3972644 w 8340219"/>
              <a:gd name="connsiteY670" fmla="*/ 75156 h 3645578"/>
              <a:gd name="connsiteX671" fmla="*/ 3985170 w 8340219"/>
              <a:gd name="connsiteY671" fmla="*/ 37578 h 3645578"/>
              <a:gd name="connsiteX672" fmla="*/ 4060326 w 8340219"/>
              <a:gd name="connsiteY672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567604 w 8340219"/>
              <a:gd name="connsiteY640" fmla="*/ 431753 h 3645578"/>
              <a:gd name="connsiteX641" fmla="*/ 1270395 w 8340219"/>
              <a:gd name="connsiteY641" fmla="*/ 496431 h 3645578"/>
              <a:gd name="connsiteX642" fmla="*/ 1308579 w 8340219"/>
              <a:gd name="connsiteY642" fmla="*/ 503660 h 3645578"/>
              <a:gd name="connsiteX643" fmla="*/ 1433512 w 8340219"/>
              <a:gd name="connsiteY643" fmla="*/ 511224 h 3645578"/>
              <a:gd name="connsiteX644" fmla="*/ 1509882 w 8340219"/>
              <a:gd name="connsiteY644" fmla="*/ 525683 h 3645578"/>
              <a:gd name="connsiteX645" fmla="*/ 1633053 w 8340219"/>
              <a:gd name="connsiteY645" fmla="*/ 520845 h 3645578"/>
              <a:gd name="connsiteX646" fmla="*/ 1683379 w 8340219"/>
              <a:gd name="connsiteY646" fmla="*/ 526350 h 3645578"/>
              <a:gd name="connsiteX647" fmla="*/ 1770126 w 8340219"/>
              <a:gd name="connsiteY647" fmla="*/ 526684 h 3645578"/>
              <a:gd name="connsiteX648" fmla="*/ 1967906 w 8340219"/>
              <a:gd name="connsiteY648" fmla="*/ 523903 h 3645578"/>
              <a:gd name="connsiteX649" fmla="*/ 2042513 w 8340219"/>
              <a:gd name="connsiteY649" fmla="*/ 525961 h 3645578"/>
              <a:gd name="connsiteX650" fmla="*/ 2094600 w 8340219"/>
              <a:gd name="connsiteY650" fmla="*/ 543868 h 3645578"/>
              <a:gd name="connsiteX651" fmla="*/ 2255660 w 8340219"/>
              <a:gd name="connsiteY651" fmla="*/ 656791 h 3645578"/>
              <a:gd name="connsiteX652" fmla="*/ 2259850 w 8340219"/>
              <a:gd name="connsiteY652" fmla="*/ 656974 h 3645578"/>
              <a:gd name="connsiteX653" fmla="*/ 2612104 w 8340219"/>
              <a:gd name="connsiteY653" fmla="*/ 701117 h 3645578"/>
              <a:gd name="connsiteX654" fmla="*/ 2774943 w 8340219"/>
              <a:gd name="connsiteY654" fmla="*/ 751221 h 3645578"/>
              <a:gd name="connsiteX655" fmla="*/ 2887677 w 8340219"/>
              <a:gd name="connsiteY655" fmla="*/ 763747 h 3645578"/>
              <a:gd name="connsiteX656" fmla="*/ 3125672 w 8340219"/>
              <a:gd name="connsiteY656" fmla="*/ 813851 h 3645578"/>
              <a:gd name="connsiteX657" fmla="*/ 3200828 w 8340219"/>
              <a:gd name="connsiteY657" fmla="*/ 863955 h 3645578"/>
              <a:gd name="connsiteX658" fmla="*/ 3275984 w 8340219"/>
              <a:gd name="connsiteY658" fmla="*/ 914059 h 3645578"/>
              <a:gd name="connsiteX659" fmla="*/ 3401244 w 8340219"/>
              <a:gd name="connsiteY659" fmla="*/ 939111 h 3645578"/>
              <a:gd name="connsiteX660" fmla="*/ 3952275 w 8340219"/>
              <a:gd name="connsiteY660" fmla="*/ 930223 h 3645578"/>
              <a:gd name="connsiteX661" fmla="*/ 3958426 w 8340219"/>
              <a:gd name="connsiteY661" fmla="*/ 901650 h 3645578"/>
              <a:gd name="connsiteX662" fmla="*/ 3972644 w 8340219"/>
              <a:gd name="connsiteY662" fmla="*/ 851770 h 3645578"/>
              <a:gd name="connsiteX663" fmla="*/ 3985170 w 8340219"/>
              <a:gd name="connsiteY663" fmla="*/ 789140 h 3645578"/>
              <a:gd name="connsiteX664" fmla="*/ 3997696 w 8340219"/>
              <a:gd name="connsiteY664" fmla="*/ 751562 h 3645578"/>
              <a:gd name="connsiteX665" fmla="*/ 4010222 w 8340219"/>
              <a:gd name="connsiteY665" fmla="*/ 701458 h 3645578"/>
              <a:gd name="connsiteX666" fmla="*/ 4022748 w 8340219"/>
              <a:gd name="connsiteY666" fmla="*/ 663880 h 3645578"/>
              <a:gd name="connsiteX667" fmla="*/ 4047800 w 8340219"/>
              <a:gd name="connsiteY667" fmla="*/ 563671 h 3645578"/>
              <a:gd name="connsiteX668" fmla="*/ 4047800 w 8340219"/>
              <a:gd name="connsiteY668" fmla="*/ 150313 h 3645578"/>
              <a:gd name="connsiteX669" fmla="*/ 3972644 w 8340219"/>
              <a:gd name="connsiteY669" fmla="*/ 75156 h 3645578"/>
              <a:gd name="connsiteX670" fmla="*/ 3985170 w 8340219"/>
              <a:gd name="connsiteY670" fmla="*/ 37578 h 3645578"/>
              <a:gd name="connsiteX671" fmla="*/ 4060326 w 8340219"/>
              <a:gd name="connsiteY671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633776 w 8340219"/>
              <a:gd name="connsiteY639" fmla="*/ 548874 h 3645578"/>
              <a:gd name="connsiteX640" fmla="*/ 1270395 w 8340219"/>
              <a:gd name="connsiteY640" fmla="*/ 496431 h 3645578"/>
              <a:gd name="connsiteX641" fmla="*/ 1308579 w 8340219"/>
              <a:gd name="connsiteY641" fmla="*/ 503660 h 3645578"/>
              <a:gd name="connsiteX642" fmla="*/ 1433512 w 8340219"/>
              <a:gd name="connsiteY642" fmla="*/ 511224 h 3645578"/>
              <a:gd name="connsiteX643" fmla="*/ 1509882 w 8340219"/>
              <a:gd name="connsiteY643" fmla="*/ 525683 h 3645578"/>
              <a:gd name="connsiteX644" fmla="*/ 1633053 w 8340219"/>
              <a:gd name="connsiteY644" fmla="*/ 520845 h 3645578"/>
              <a:gd name="connsiteX645" fmla="*/ 1683379 w 8340219"/>
              <a:gd name="connsiteY645" fmla="*/ 526350 h 3645578"/>
              <a:gd name="connsiteX646" fmla="*/ 1770126 w 8340219"/>
              <a:gd name="connsiteY646" fmla="*/ 526684 h 3645578"/>
              <a:gd name="connsiteX647" fmla="*/ 1967906 w 8340219"/>
              <a:gd name="connsiteY647" fmla="*/ 523903 h 3645578"/>
              <a:gd name="connsiteX648" fmla="*/ 2042513 w 8340219"/>
              <a:gd name="connsiteY648" fmla="*/ 525961 h 3645578"/>
              <a:gd name="connsiteX649" fmla="*/ 2094600 w 8340219"/>
              <a:gd name="connsiteY649" fmla="*/ 543868 h 3645578"/>
              <a:gd name="connsiteX650" fmla="*/ 2255660 w 8340219"/>
              <a:gd name="connsiteY650" fmla="*/ 656791 h 3645578"/>
              <a:gd name="connsiteX651" fmla="*/ 2259850 w 8340219"/>
              <a:gd name="connsiteY651" fmla="*/ 656974 h 3645578"/>
              <a:gd name="connsiteX652" fmla="*/ 2612104 w 8340219"/>
              <a:gd name="connsiteY652" fmla="*/ 701117 h 3645578"/>
              <a:gd name="connsiteX653" fmla="*/ 2774943 w 8340219"/>
              <a:gd name="connsiteY653" fmla="*/ 751221 h 3645578"/>
              <a:gd name="connsiteX654" fmla="*/ 2887677 w 8340219"/>
              <a:gd name="connsiteY654" fmla="*/ 763747 h 3645578"/>
              <a:gd name="connsiteX655" fmla="*/ 3125672 w 8340219"/>
              <a:gd name="connsiteY655" fmla="*/ 813851 h 3645578"/>
              <a:gd name="connsiteX656" fmla="*/ 3200828 w 8340219"/>
              <a:gd name="connsiteY656" fmla="*/ 863955 h 3645578"/>
              <a:gd name="connsiteX657" fmla="*/ 3275984 w 8340219"/>
              <a:gd name="connsiteY657" fmla="*/ 914059 h 3645578"/>
              <a:gd name="connsiteX658" fmla="*/ 3401244 w 8340219"/>
              <a:gd name="connsiteY658" fmla="*/ 939111 h 3645578"/>
              <a:gd name="connsiteX659" fmla="*/ 3952275 w 8340219"/>
              <a:gd name="connsiteY659" fmla="*/ 930223 h 3645578"/>
              <a:gd name="connsiteX660" fmla="*/ 3958426 w 8340219"/>
              <a:gd name="connsiteY660" fmla="*/ 901650 h 3645578"/>
              <a:gd name="connsiteX661" fmla="*/ 3972644 w 8340219"/>
              <a:gd name="connsiteY661" fmla="*/ 851770 h 3645578"/>
              <a:gd name="connsiteX662" fmla="*/ 3985170 w 8340219"/>
              <a:gd name="connsiteY662" fmla="*/ 789140 h 3645578"/>
              <a:gd name="connsiteX663" fmla="*/ 3997696 w 8340219"/>
              <a:gd name="connsiteY663" fmla="*/ 751562 h 3645578"/>
              <a:gd name="connsiteX664" fmla="*/ 4010222 w 8340219"/>
              <a:gd name="connsiteY664" fmla="*/ 701458 h 3645578"/>
              <a:gd name="connsiteX665" fmla="*/ 4022748 w 8340219"/>
              <a:gd name="connsiteY665" fmla="*/ 663880 h 3645578"/>
              <a:gd name="connsiteX666" fmla="*/ 4047800 w 8340219"/>
              <a:gd name="connsiteY666" fmla="*/ 563671 h 3645578"/>
              <a:gd name="connsiteX667" fmla="*/ 4047800 w 8340219"/>
              <a:gd name="connsiteY667" fmla="*/ 150313 h 3645578"/>
              <a:gd name="connsiteX668" fmla="*/ 3972644 w 8340219"/>
              <a:gd name="connsiteY668" fmla="*/ 75156 h 3645578"/>
              <a:gd name="connsiteX669" fmla="*/ 3985170 w 8340219"/>
              <a:gd name="connsiteY669" fmla="*/ 37578 h 3645578"/>
              <a:gd name="connsiteX670" fmla="*/ 4060326 w 8340219"/>
              <a:gd name="connsiteY670" fmla="*/ 0 h 3645578"/>
              <a:gd name="connsiteX0" fmla="*/ 5078805 w 8340219"/>
              <a:gd name="connsiteY0" fmla="*/ 3591803 h 3645578"/>
              <a:gd name="connsiteX1" fmla="*/ 5089771 w 8340219"/>
              <a:gd name="connsiteY1" fmla="*/ 3630990 h 3645578"/>
              <a:gd name="connsiteX2" fmla="*/ 5079722 w 8340219"/>
              <a:gd name="connsiteY2" fmla="*/ 3645578 h 3645578"/>
              <a:gd name="connsiteX3" fmla="*/ 5078805 w 8340219"/>
              <a:gd name="connsiteY3" fmla="*/ 3591803 h 3645578"/>
              <a:gd name="connsiteX4" fmla="*/ 5070497 w 8340219"/>
              <a:gd name="connsiteY4" fmla="*/ 3562111 h 3645578"/>
              <a:gd name="connsiteX5" fmla="*/ 5078423 w 8340219"/>
              <a:gd name="connsiteY5" fmla="*/ 3569397 h 3645578"/>
              <a:gd name="connsiteX6" fmla="*/ 5078805 w 8340219"/>
              <a:gd name="connsiteY6" fmla="*/ 3591803 h 3645578"/>
              <a:gd name="connsiteX7" fmla="*/ 5070497 w 8340219"/>
              <a:gd name="connsiteY7" fmla="*/ 3562111 h 3645578"/>
              <a:gd name="connsiteX8" fmla="*/ 5636468 w 8340219"/>
              <a:gd name="connsiteY8" fmla="*/ 3530885 h 3645578"/>
              <a:gd name="connsiteX9" fmla="*/ 5645310 w 8340219"/>
              <a:gd name="connsiteY9" fmla="*/ 3583936 h 3645578"/>
              <a:gd name="connsiteX10" fmla="*/ 5632784 w 8340219"/>
              <a:gd name="connsiteY10" fmla="*/ 3571410 h 3645578"/>
              <a:gd name="connsiteX11" fmla="*/ 5636468 w 8340219"/>
              <a:gd name="connsiteY11" fmla="*/ 3530885 h 3645578"/>
              <a:gd name="connsiteX12" fmla="*/ 5639260 w 8340219"/>
              <a:gd name="connsiteY12" fmla="*/ 3500179 h 3645578"/>
              <a:gd name="connsiteX13" fmla="*/ 5636468 w 8340219"/>
              <a:gd name="connsiteY13" fmla="*/ 3530885 h 3645578"/>
              <a:gd name="connsiteX14" fmla="*/ 5632784 w 8340219"/>
              <a:gd name="connsiteY14" fmla="*/ 3508780 h 3645578"/>
              <a:gd name="connsiteX15" fmla="*/ 5639260 w 8340219"/>
              <a:gd name="connsiteY15" fmla="*/ 3500179 h 3645578"/>
              <a:gd name="connsiteX16" fmla="*/ 3452918 w 8340219"/>
              <a:gd name="connsiteY16" fmla="*/ 3477948 h 3645578"/>
              <a:gd name="connsiteX17" fmla="*/ 3452002 w 8340219"/>
              <a:gd name="connsiteY17" fmla="*/ 3531723 h 3645578"/>
              <a:gd name="connsiteX18" fmla="*/ 3441953 w 8340219"/>
              <a:gd name="connsiteY18" fmla="*/ 3517135 h 3645578"/>
              <a:gd name="connsiteX19" fmla="*/ 3452918 w 8340219"/>
              <a:gd name="connsiteY19" fmla="*/ 3477948 h 3645578"/>
              <a:gd name="connsiteX20" fmla="*/ 3461227 w 8340219"/>
              <a:gd name="connsiteY20" fmla="*/ 3448256 h 3645578"/>
              <a:gd name="connsiteX21" fmla="*/ 3452918 w 8340219"/>
              <a:gd name="connsiteY21" fmla="*/ 3477948 h 3645578"/>
              <a:gd name="connsiteX22" fmla="*/ 3453300 w 8340219"/>
              <a:gd name="connsiteY22" fmla="*/ 3455542 h 3645578"/>
              <a:gd name="connsiteX23" fmla="*/ 3461227 w 8340219"/>
              <a:gd name="connsiteY23" fmla="*/ 3448256 h 3645578"/>
              <a:gd name="connsiteX24" fmla="*/ 6661632 w 8340219"/>
              <a:gd name="connsiteY24" fmla="*/ 2140021 h 3645578"/>
              <a:gd name="connsiteX25" fmla="*/ 6694102 w 8340219"/>
              <a:gd name="connsiteY25" fmla="*/ 2160072 h 3645578"/>
              <a:gd name="connsiteX26" fmla="*/ 6693935 w 8340219"/>
              <a:gd name="connsiteY26" fmla="*/ 2179158 h 3645578"/>
              <a:gd name="connsiteX27" fmla="*/ 6661632 w 8340219"/>
              <a:gd name="connsiteY27" fmla="*/ 2140021 h 3645578"/>
              <a:gd name="connsiteX28" fmla="*/ 6648172 w 8340219"/>
              <a:gd name="connsiteY28" fmla="*/ 2123715 h 3645578"/>
              <a:gd name="connsiteX29" fmla="*/ 6661632 w 8340219"/>
              <a:gd name="connsiteY29" fmla="*/ 2140021 h 3645578"/>
              <a:gd name="connsiteX30" fmla="*/ 6636669 w 8340219"/>
              <a:gd name="connsiteY30" fmla="*/ 2124607 h 3645578"/>
              <a:gd name="connsiteX31" fmla="*/ 6648172 w 8340219"/>
              <a:gd name="connsiteY31" fmla="*/ 2123715 h 3645578"/>
              <a:gd name="connsiteX32" fmla="*/ 77610 w 8340219"/>
              <a:gd name="connsiteY32" fmla="*/ 1315235 h 3645578"/>
              <a:gd name="connsiteX33" fmla="*/ 20279 w 8340219"/>
              <a:gd name="connsiteY33" fmla="*/ 1330879 h 3645578"/>
              <a:gd name="connsiteX34" fmla="*/ 0 w 8340219"/>
              <a:gd name="connsiteY34" fmla="*/ 1323769 h 3645578"/>
              <a:gd name="connsiteX35" fmla="*/ 77610 w 8340219"/>
              <a:gd name="connsiteY35" fmla="*/ 1315235 h 3645578"/>
              <a:gd name="connsiteX36" fmla="*/ 121051 w 8340219"/>
              <a:gd name="connsiteY36" fmla="*/ 1303381 h 3645578"/>
              <a:gd name="connsiteX37" fmla="*/ 109947 w 8340219"/>
              <a:gd name="connsiteY37" fmla="*/ 1311679 h 3645578"/>
              <a:gd name="connsiteX38" fmla="*/ 77610 w 8340219"/>
              <a:gd name="connsiteY38" fmla="*/ 1315235 h 3645578"/>
              <a:gd name="connsiteX39" fmla="*/ 121051 w 8340219"/>
              <a:gd name="connsiteY39" fmla="*/ 1303381 h 3645578"/>
              <a:gd name="connsiteX40" fmla="*/ 5595879 w 8340219"/>
              <a:gd name="connsiteY40" fmla="*/ 752741 h 3645578"/>
              <a:gd name="connsiteX41" fmla="*/ 5589041 w 8340219"/>
              <a:gd name="connsiteY41" fmla="*/ 754416 h 3645578"/>
              <a:gd name="connsiteX42" fmla="*/ 5595724 w 8340219"/>
              <a:gd name="connsiteY42" fmla="*/ 752769 h 3645578"/>
              <a:gd name="connsiteX43" fmla="*/ 5595879 w 8340219"/>
              <a:gd name="connsiteY43" fmla="*/ 752741 h 3645578"/>
              <a:gd name="connsiteX44" fmla="*/ 4060326 w 8340219"/>
              <a:gd name="connsiteY44" fmla="*/ 0 h 3645578"/>
              <a:gd name="connsiteX45" fmla="*/ 4761783 w 8340219"/>
              <a:gd name="connsiteY45" fmla="*/ 12526 h 3645578"/>
              <a:gd name="connsiteX46" fmla="*/ 4799361 w 8340219"/>
              <a:gd name="connsiteY46" fmla="*/ 25052 h 3645578"/>
              <a:gd name="connsiteX47" fmla="*/ 4861991 w 8340219"/>
              <a:gd name="connsiteY47" fmla="*/ 37578 h 3645578"/>
              <a:gd name="connsiteX48" fmla="*/ 5099986 w 8340219"/>
              <a:gd name="connsiteY48" fmla="*/ 62630 h 3645578"/>
              <a:gd name="connsiteX49" fmla="*/ 5099986 w 8340219"/>
              <a:gd name="connsiteY49" fmla="*/ 425885 h 3645578"/>
              <a:gd name="connsiteX50" fmla="*/ 5074934 w 8340219"/>
              <a:gd name="connsiteY50" fmla="*/ 488515 h 3645578"/>
              <a:gd name="connsiteX51" fmla="*/ 5112512 w 8340219"/>
              <a:gd name="connsiteY51" fmla="*/ 713984 h 3645578"/>
              <a:gd name="connsiteX52" fmla="*/ 5162616 w 8340219"/>
              <a:gd name="connsiteY52" fmla="*/ 739036 h 3645578"/>
              <a:gd name="connsiteX53" fmla="*/ 5200194 w 8340219"/>
              <a:gd name="connsiteY53" fmla="*/ 764088 h 3645578"/>
              <a:gd name="connsiteX54" fmla="*/ 5300402 w 8340219"/>
              <a:gd name="connsiteY54" fmla="*/ 789140 h 3645578"/>
              <a:gd name="connsiteX55" fmla="*/ 5388085 w 8340219"/>
              <a:gd name="connsiteY55" fmla="*/ 814192 h 3645578"/>
              <a:gd name="connsiteX56" fmla="*/ 5513345 w 8340219"/>
              <a:gd name="connsiteY56" fmla="*/ 776614 h 3645578"/>
              <a:gd name="connsiteX57" fmla="*/ 5563449 w 8340219"/>
              <a:gd name="connsiteY57" fmla="*/ 764088 h 3645578"/>
              <a:gd name="connsiteX58" fmla="*/ 5608191 w 8340219"/>
              <a:gd name="connsiteY58" fmla="*/ 750518 h 3645578"/>
              <a:gd name="connsiteX59" fmla="*/ 5595879 w 8340219"/>
              <a:gd name="connsiteY59" fmla="*/ 752741 h 3645578"/>
              <a:gd name="connsiteX60" fmla="*/ 5607552 w 8340219"/>
              <a:gd name="connsiteY60" fmla="*/ 749881 h 3645578"/>
              <a:gd name="connsiteX61" fmla="*/ 5651131 w 8340219"/>
              <a:gd name="connsiteY61" fmla="*/ 739036 h 3645578"/>
              <a:gd name="connsiteX62" fmla="*/ 5751339 w 8340219"/>
              <a:gd name="connsiteY62" fmla="*/ 676406 h 3645578"/>
              <a:gd name="connsiteX63" fmla="*/ 5876600 w 8340219"/>
              <a:gd name="connsiteY63" fmla="*/ 613776 h 3645578"/>
              <a:gd name="connsiteX64" fmla="*/ 5914178 w 8340219"/>
              <a:gd name="connsiteY64" fmla="*/ 588724 h 3645578"/>
              <a:gd name="connsiteX65" fmla="*/ 5951756 w 8340219"/>
              <a:gd name="connsiteY65" fmla="*/ 576197 h 3645578"/>
              <a:gd name="connsiteX66" fmla="*/ 6001860 w 8340219"/>
              <a:gd name="connsiteY66" fmla="*/ 538619 h 3645578"/>
              <a:gd name="connsiteX67" fmla="*/ 6615635 w 8340219"/>
              <a:gd name="connsiteY67" fmla="*/ 551145 h 3645578"/>
              <a:gd name="connsiteX68" fmla="*/ 6715354 w 8340219"/>
              <a:gd name="connsiteY68" fmla="*/ 557406 h 3645578"/>
              <a:gd name="connsiteX69" fmla="*/ 6796777 w 8340219"/>
              <a:gd name="connsiteY69" fmla="*/ 574759 h 3645578"/>
              <a:gd name="connsiteX70" fmla="*/ 6795790 w 8340219"/>
              <a:gd name="connsiteY70" fmla="*/ 572403 h 3645578"/>
              <a:gd name="connsiteX71" fmla="*/ 6801378 w 8340219"/>
              <a:gd name="connsiteY71" fmla="*/ 575739 h 3645578"/>
              <a:gd name="connsiteX72" fmla="*/ 6803526 w 8340219"/>
              <a:gd name="connsiteY72" fmla="*/ 576197 h 3645578"/>
              <a:gd name="connsiteX73" fmla="*/ 6878682 w 8340219"/>
              <a:gd name="connsiteY73" fmla="*/ 613776 h 3645578"/>
              <a:gd name="connsiteX74" fmla="*/ 6889711 w 8340219"/>
              <a:gd name="connsiteY74" fmla="*/ 628481 h 3645578"/>
              <a:gd name="connsiteX75" fmla="*/ 7020357 w 8340219"/>
              <a:gd name="connsiteY75" fmla="*/ 706487 h 3645578"/>
              <a:gd name="connsiteX76" fmla="*/ 7053736 w 8340219"/>
              <a:gd name="connsiteY76" fmla="*/ 727814 h 3645578"/>
              <a:gd name="connsiteX77" fmla="*/ 7099261 w 8340219"/>
              <a:gd name="connsiteY77" fmla="*/ 752202 h 3645578"/>
              <a:gd name="connsiteX78" fmla="*/ 7166019 w 8340219"/>
              <a:gd name="connsiteY78" fmla="*/ 794856 h 3645578"/>
              <a:gd name="connsiteX79" fmla="*/ 7305657 w 8340219"/>
              <a:gd name="connsiteY79" fmla="*/ 855872 h 3645578"/>
              <a:gd name="connsiteX80" fmla="*/ 7621370 w 8340219"/>
              <a:gd name="connsiteY80" fmla="*/ 987085 h 3645578"/>
              <a:gd name="connsiteX81" fmla="*/ 8016082 w 8340219"/>
              <a:gd name="connsiteY81" fmla="*/ 1112366 h 3645578"/>
              <a:gd name="connsiteX82" fmla="*/ 8049462 w 8340219"/>
              <a:gd name="connsiteY82" fmla="*/ 1133693 h 3645578"/>
              <a:gd name="connsiteX83" fmla="*/ 8167866 w 8340219"/>
              <a:gd name="connsiteY83" fmla="*/ 1176442 h 3645578"/>
              <a:gd name="connsiteX84" fmla="*/ 8286080 w 8340219"/>
              <a:gd name="connsiteY84" fmla="*/ 1322483 h 3645578"/>
              <a:gd name="connsiteX85" fmla="*/ 8316399 w 8340219"/>
              <a:gd name="connsiteY85" fmla="*/ 1355956 h 3645578"/>
              <a:gd name="connsiteX86" fmla="*/ 8334382 w 8340219"/>
              <a:gd name="connsiteY86" fmla="*/ 1489663 h 3645578"/>
              <a:gd name="connsiteX87" fmla="*/ 8337348 w 8340219"/>
              <a:gd name="connsiteY87" fmla="*/ 1529162 h 3645578"/>
              <a:gd name="connsiteX88" fmla="*/ 8337253 w 8340219"/>
              <a:gd name="connsiteY88" fmla="*/ 1580808 h 3645578"/>
              <a:gd name="connsiteX89" fmla="*/ 8340219 w 8340219"/>
              <a:gd name="connsiteY89" fmla="*/ 1620308 h 3645578"/>
              <a:gd name="connsiteX90" fmla="*/ 8225348 w 8340219"/>
              <a:gd name="connsiteY90" fmla="*/ 1307182 h 3645578"/>
              <a:gd name="connsiteX91" fmla="*/ 7693965 w 8340219"/>
              <a:gd name="connsiteY91" fmla="*/ 1160384 h 3645578"/>
              <a:gd name="connsiteX92" fmla="*/ 7660586 w 8340219"/>
              <a:gd name="connsiteY92" fmla="*/ 1139057 h 3645578"/>
              <a:gd name="connsiteX93" fmla="*/ 7545241 w 8340219"/>
              <a:gd name="connsiteY93" fmla="*/ 1084161 h 3645578"/>
              <a:gd name="connsiteX94" fmla="*/ 7478483 w 8340219"/>
              <a:gd name="connsiteY94" fmla="*/ 1041507 h 3645578"/>
              <a:gd name="connsiteX95" fmla="*/ 7360079 w 8340219"/>
              <a:gd name="connsiteY95" fmla="*/ 998758 h 3645578"/>
              <a:gd name="connsiteX96" fmla="*/ 7314554 w 8340219"/>
              <a:gd name="connsiteY96" fmla="*/ 974370 h 3645578"/>
              <a:gd name="connsiteX97" fmla="*/ 7232589 w 8340219"/>
              <a:gd name="connsiteY97" fmla="*/ 940802 h 3645578"/>
              <a:gd name="connsiteX98" fmla="*/ 7044366 w 8340219"/>
              <a:gd name="connsiteY98" fmla="*/ 867545 h 3645578"/>
              <a:gd name="connsiteX99" fmla="*/ 6974548 w 8340219"/>
              <a:gd name="connsiteY99" fmla="*/ 837037 h 3645578"/>
              <a:gd name="connsiteX100" fmla="*/ 6932082 w 8340219"/>
              <a:gd name="connsiteY100" fmla="*/ 800504 h 3645578"/>
              <a:gd name="connsiteX101" fmla="*/ 6905208 w 8340219"/>
              <a:gd name="connsiteY101" fmla="*/ 759667 h 3645578"/>
              <a:gd name="connsiteX102" fmla="*/ 6853630 w 8340219"/>
              <a:gd name="connsiteY102" fmla="*/ 739036 h 3645578"/>
              <a:gd name="connsiteX103" fmla="*/ 6803526 w 8340219"/>
              <a:gd name="connsiteY103" fmla="*/ 726510 h 3645578"/>
              <a:gd name="connsiteX104" fmla="*/ 6590583 w 8340219"/>
              <a:gd name="connsiteY104" fmla="*/ 688932 h 3645578"/>
              <a:gd name="connsiteX105" fmla="*/ 6239855 w 8340219"/>
              <a:gd name="connsiteY105" fmla="*/ 701458 h 3645578"/>
              <a:gd name="connsiteX106" fmla="*/ 6202276 w 8340219"/>
              <a:gd name="connsiteY106" fmla="*/ 713984 h 3645578"/>
              <a:gd name="connsiteX107" fmla="*/ 5695110 w 8340219"/>
              <a:gd name="connsiteY107" fmla="*/ 882131 h 3645578"/>
              <a:gd name="connsiteX108" fmla="*/ 6202276 w 8340219"/>
              <a:gd name="connsiteY108" fmla="*/ 977030 h 3645578"/>
              <a:gd name="connsiteX109" fmla="*/ 6252381 w 8340219"/>
              <a:gd name="connsiteY109" fmla="*/ 1014608 h 3645578"/>
              <a:gd name="connsiteX110" fmla="*/ 6289959 w 8340219"/>
              <a:gd name="connsiteY110" fmla="*/ 1027134 h 3645578"/>
              <a:gd name="connsiteX111" fmla="*/ 6340063 w 8340219"/>
              <a:gd name="connsiteY111" fmla="*/ 1039661 h 3645578"/>
              <a:gd name="connsiteX112" fmla="*/ 6465323 w 8340219"/>
              <a:gd name="connsiteY112" fmla="*/ 1064713 h 3645578"/>
              <a:gd name="connsiteX113" fmla="*/ 6578057 w 8340219"/>
              <a:gd name="connsiteY113" fmla="*/ 1102291 h 3645578"/>
              <a:gd name="connsiteX114" fmla="*/ 6653213 w 8340219"/>
              <a:gd name="connsiteY114" fmla="*/ 1127343 h 3645578"/>
              <a:gd name="connsiteX115" fmla="*/ 6740896 w 8340219"/>
              <a:gd name="connsiteY115" fmla="*/ 1177447 h 3645578"/>
              <a:gd name="connsiteX116" fmla="*/ 6903734 w 8340219"/>
              <a:gd name="connsiteY116" fmla="*/ 1240077 h 3645578"/>
              <a:gd name="connsiteX117" fmla="*/ 7054046 w 8340219"/>
              <a:gd name="connsiteY117" fmla="*/ 1315233 h 3645578"/>
              <a:gd name="connsiteX118" fmla="*/ 7129202 w 8340219"/>
              <a:gd name="connsiteY118" fmla="*/ 1377863 h 3645578"/>
              <a:gd name="connsiteX119" fmla="*/ 7154255 w 8340219"/>
              <a:gd name="connsiteY119" fmla="*/ 1402915 h 3645578"/>
              <a:gd name="connsiteX120" fmla="*/ 7204359 w 8340219"/>
              <a:gd name="connsiteY120" fmla="*/ 1427967 h 3645578"/>
              <a:gd name="connsiteX121" fmla="*/ 7229411 w 8340219"/>
              <a:gd name="connsiteY121" fmla="*/ 1478071 h 3645578"/>
              <a:gd name="connsiteX122" fmla="*/ 7241937 w 8340219"/>
              <a:gd name="connsiteY122" fmla="*/ 1515650 h 3645578"/>
              <a:gd name="connsiteX123" fmla="*/ 7279515 w 8340219"/>
              <a:gd name="connsiteY123" fmla="*/ 1565754 h 3645578"/>
              <a:gd name="connsiteX124" fmla="*/ 7304567 w 8340219"/>
              <a:gd name="connsiteY124" fmla="*/ 1615858 h 3645578"/>
              <a:gd name="connsiteX125" fmla="*/ 7329619 w 8340219"/>
              <a:gd name="connsiteY125" fmla="*/ 1678488 h 3645578"/>
              <a:gd name="connsiteX126" fmla="*/ 7367197 w 8340219"/>
              <a:gd name="connsiteY126" fmla="*/ 1716066 h 3645578"/>
              <a:gd name="connsiteX127" fmla="*/ 7379723 w 8340219"/>
              <a:gd name="connsiteY127" fmla="*/ 1753644 h 3645578"/>
              <a:gd name="connsiteX128" fmla="*/ 7429827 w 8340219"/>
              <a:gd name="connsiteY128" fmla="*/ 1828800 h 3645578"/>
              <a:gd name="connsiteX129" fmla="*/ 7467405 w 8340219"/>
              <a:gd name="connsiteY129" fmla="*/ 1903956 h 3645578"/>
              <a:gd name="connsiteX130" fmla="*/ 7530035 w 8340219"/>
              <a:gd name="connsiteY130" fmla="*/ 1966587 h 3645578"/>
              <a:gd name="connsiteX131" fmla="*/ 7555087 w 8340219"/>
              <a:gd name="connsiteY131" fmla="*/ 2004165 h 3645578"/>
              <a:gd name="connsiteX132" fmla="*/ 7467405 w 8340219"/>
              <a:gd name="connsiteY132" fmla="*/ 1991639 h 3645578"/>
              <a:gd name="connsiteX133" fmla="*/ 7429827 w 8340219"/>
              <a:gd name="connsiteY133" fmla="*/ 1941534 h 3645578"/>
              <a:gd name="connsiteX134" fmla="*/ 7354671 w 8340219"/>
              <a:gd name="connsiteY134" fmla="*/ 1866378 h 3645578"/>
              <a:gd name="connsiteX135" fmla="*/ 7342145 w 8340219"/>
              <a:gd name="connsiteY135" fmla="*/ 1828800 h 3645578"/>
              <a:gd name="connsiteX136" fmla="*/ 7266989 w 8340219"/>
              <a:gd name="connsiteY136" fmla="*/ 1778696 h 3645578"/>
              <a:gd name="connsiteX137" fmla="*/ 7179307 w 8340219"/>
              <a:gd name="connsiteY137" fmla="*/ 1728592 h 3645578"/>
              <a:gd name="connsiteX138" fmla="*/ 7141728 w 8340219"/>
              <a:gd name="connsiteY138" fmla="*/ 1691014 h 3645578"/>
              <a:gd name="connsiteX139" fmla="*/ 7104150 w 8340219"/>
              <a:gd name="connsiteY139" fmla="*/ 1665962 h 3645578"/>
              <a:gd name="connsiteX140" fmla="*/ 7016468 w 8340219"/>
              <a:gd name="connsiteY140" fmla="*/ 1590806 h 3645578"/>
              <a:gd name="connsiteX141" fmla="*/ 6991416 w 8340219"/>
              <a:gd name="connsiteY141" fmla="*/ 1553228 h 3645578"/>
              <a:gd name="connsiteX142" fmla="*/ 6953838 w 8340219"/>
              <a:gd name="connsiteY142" fmla="*/ 1515650 h 3645578"/>
              <a:gd name="connsiteX143" fmla="*/ 6928786 w 8340219"/>
              <a:gd name="connsiteY143" fmla="*/ 1478071 h 3645578"/>
              <a:gd name="connsiteX144" fmla="*/ 6891208 w 8340219"/>
              <a:gd name="connsiteY144" fmla="*/ 1453019 h 3645578"/>
              <a:gd name="connsiteX145" fmla="*/ 6828578 w 8340219"/>
              <a:gd name="connsiteY145" fmla="*/ 1365337 h 3645578"/>
              <a:gd name="connsiteX146" fmla="*/ 6778474 w 8340219"/>
              <a:gd name="connsiteY146" fmla="*/ 1340285 h 3645578"/>
              <a:gd name="connsiteX147" fmla="*/ 6690791 w 8340219"/>
              <a:gd name="connsiteY147" fmla="*/ 1290181 h 3645578"/>
              <a:gd name="connsiteX148" fmla="*/ 6653213 w 8340219"/>
              <a:gd name="connsiteY148" fmla="*/ 1277655 h 3645578"/>
              <a:gd name="connsiteX149" fmla="*/ 6578057 w 8340219"/>
              <a:gd name="connsiteY149" fmla="*/ 1240077 h 3645578"/>
              <a:gd name="connsiteX150" fmla="*/ 6553005 w 8340219"/>
              <a:gd name="connsiteY150" fmla="*/ 1202499 h 3645578"/>
              <a:gd name="connsiteX151" fmla="*/ 6515427 w 8340219"/>
              <a:gd name="connsiteY151" fmla="*/ 1189973 h 3645578"/>
              <a:gd name="connsiteX152" fmla="*/ 6427745 w 8340219"/>
              <a:gd name="connsiteY152" fmla="*/ 1164921 h 3645578"/>
              <a:gd name="connsiteX153" fmla="*/ 6377641 w 8340219"/>
              <a:gd name="connsiteY153" fmla="*/ 1152395 h 3645578"/>
              <a:gd name="connsiteX154" fmla="*/ 5844412 w 8340219"/>
              <a:gd name="connsiteY154" fmla="*/ 1071101 h 3645578"/>
              <a:gd name="connsiteX155" fmla="*/ 6252381 w 8340219"/>
              <a:gd name="connsiteY155" fmla="*/ 1240077 h 3645578"/>
              <a:gd name="connsiteX156" fmla="*/ 6340063 w 8340219"/>
              <a:gd name="connsiteY156" fmla="*/ 1315233 h 3645578"/>
              <a:gd name="connsiteX157" fmla="*/ 6377641 w 8340219"/>
              <a:gd name="connsiteY157" fmla="*/ 1327759 h 3645578"/>
              <a:gd name="connsiteX158" fmla="*/ 6515427 w 8340219"/>
              <a:gd name="connsiteY158" fmla="*/ 1415441 h 3645578"/>
              <a:gd name="connsiteX159" fmla="*/ 6590583 w 8340219"/>
              <a:gd name="connsiteY159" fmla="*/ 1453019 h 3645578"/>
              <a:gd name="connsiteX160" fmla="*/ 6615635 w 8340219"/>
              <a:gd name="connsiteY160" fmla="*/ 1490597 h 3645578"/>
              <a:gd name="connsiteX161" fmla="*/ 6628272 w 8340219"/>
              <a:gd name="connsiteY161" fmla="*/ 1531651 h 3645578"/>
              <a:gd name="connsiteX162" fmla="*/ 6629833 w 8340219"/>
              <a:gd name="connsiteY162" fmla="*/ 1545837 h 3645578"/>
              <a:gd name="connsiteX163" fmla="*/ 6706440 w 8340219"/>
              <a:gd name="connsiteY163" fmla="*/ 1647813 h 3645578"/>
              <a:gd name="connsiteX164" fmla="*/ 6724075 w 8340219"/>
              <a:gd name="connsiteY164" fmla="*/ 1673224 h 3645578"/>
              <a:gd name="connsiteX165" fmla="*/ 6749760 w 8340219"/>
              <a:gd name="connsiteY165" fmla="*/ 1703540 h 3645578"/>
              <a:gd name="connsiteX166" fmla="*/ 6785029 w 8340219"/>
              <a:gd name="connsiteY166" fmla="*/ 1754363 h 3645578"/>
              <a:gd name="connsiteX167" fmla="*/ 6868603 w 8340219"/>
              <a:gd name="connsiteY167" fmla="*/ 1834614 h 3645578"/>
              <a:gd name="connsiteX168" fmla="*/ 7059901 w 8340219"/>
              <a:gd name="connsiteY168" fmla="*/ 2009832 h 3645578"/>
              <a:gd name="connsiteX169" fmla="*/ 7312536 w 8340219"/>
              <a:gd name="connsiteY169" fmla="*/ 2193083 h 3645578"/>
              <a:gd name="connsiteX170" fmla="*/ 7330171 w 8340219"/>
              <a:gd name="connsiteY170" fmla="*/ 2218494 h 3645578"/>
              <a:gd name="connsiteX171" fmla="*/ 7404159 w 8340219"/>
              <a:gd name="connsiteY171" fmla="*/ 2278239 h 3645578"/>
              <a:gd name="connsiteX172" fmla="*/ 7442112 w 8340219"/>
              <a:gd name="connsiteY172" fmla="*/ 2433370 h 3645578"/>
              <a:gd name="connsiteX173" fmla="*/ 7453230 w 8340219"/>
              <a:gd name="connsiteY173" fmla="*/ 2469478 h 3645578"/>
              <a:gd name="connsiteX174" fmla="*/ 7420260 w 8340219"/>
              <a:gd name="connsiteY174" fmla="*/ 2596069 h 3645578"/>
              <a:gd name="connsiteX175" fmla="*/ 7408760 w 8340219"/>
              <a:gd name="connsiteY175" fmla="*/ 2633065 h 3645578"/>
              <a:gd name="connsiteX176" fmla="*/ 7390742 w 8340219"/>
              <a:gd name="connsiteY176" fmla="*/ 2680758 h 3645578"/>
              <a:gd name="connsiteX177" fmla="*/ 7379241 w 8340219"/>
              <a:gd name="connsiteY177" fmla="*/ 2717754 h 3645578"/>
              <a:gd name="connsiteX178" fmla="*/ 7401859 w 8340219"/>
              <a:gd name="connsiteY178" fmla="*/ 2408846 h 3645578"/>
              <a:gd name="connsiteX179" fmla="*/ 7054150 w 8340219"/>
              <a:gd name="connsiteY179" fmla="*/ 2182339 h 3645578"/>
              <a:gd name="connsiteX180" fmla="*/ 7036516 w 8340219"/>
              <a:gd name="connsiteY180" fmla="*/ 2156928 h 3645578"/>
              <a:gd name="connsiteX181" fmla="*/ 6969044 w 8340219"/>
              <a:gd name="connsiteY181" fmla="*/ 2086486 h 3645578"/>
              <a:gd name="connsiteX182" fmla="*/ 6933774 w 8340219"/>
              <a:gd name="connsiteY182" fmla="*/ 2035663 h 3645578"/>
              <a:gd name="connsiteX183" fmla="*/ 6859786 w 8340219"/>
              <a:gd name="connsiteY183" fmla="*/ 1975919 h 3645578"/>
              <a:gd name="connsiteX184" fmla="*/ 6834100 w 8340219"/>
              <a:gd name="connsiteY184" fmla="*/ 1945603 h 3645578"/>
              <a:gd name="connsiteX185" fmla="*/ 6784264 w 8340219"/>
              <a:gd name="connsiteY185" fmla="*/ 1900572 h 3645578"/>
              <a:gd name="connsiteX186" fmla="*/ 6668488 w 8340219"/>
              <a:gd name="connsiteY186" fmla="*/ 1800702 h 3645578"/>
              <a:gd name="connsiteX187" fmla="*/ 6626701 w 8340219"/>
              <a:gd name="connsiteY187" fmla="*/ 1760576 h 3645578"/>
              <a:gd name="connsiteX188" fmla="*/ 6621075 w 8340219"/>
              <a:gd name="connsiteY188" fmla="*/ 1739045 h 3645578"/>
              <a:gd name="connsiteX189" fmla="*/ 6619362 w 8340219"/>
              <a:gd name="connsiteY189" fmla="*/ 1730120 h 3645578"/>
              <a:gd name="connsiteX190" fmla="*/ 6615635 w 8340219"/>
              <a:gd name="connsiteY190" fmla="*/ 1728592 h 3645578"/>
              <a:gd name="connsiteX191" fmla="*/ 6540479 w 8340219"/>
              <a:gd name="connsiteY191" fmla="*/ 1703540 h 3645578"/>
              <a:gd name="connsiteX192" fmla="*/ 6502901 w 8340219"/>
              <a:gd name="connsiteY192" fmla="*/ 1691014 h 3645578"/>
              <a:gd name="connsiteX193" fmla="*/ 6440271 w 8340219"/>
              <a:gd name="connsiteY193" fmla="*/ 1628384 h 3645578"/>
              <a:gd name="connsiteX194" fmla="*/ 6415219 w 8340219"/>
              <a:gd name="connsiteY194" fmla="*/ 1590806 h 3645578"/>
              <a:gd name="connsiteX195" fmla="*/ 6377641 w 8340219"/>
              <a:gd name="connsiteY195" fmla="*/ 1540702 h 3645578"/>
              <a:gd name="connsiteX196" fmla="*/ 6340063 w 8340219"/>
              <a:gd name="connsiteY196" fmla="*/ 1478071 h 3645578"/>
              <a:gd name="connsiteX197" fmla="*/ 6302485 w 8340219"/>
              <a:gd name="connsiteY197" fmla="*/ 1427967 h 3645578"/>
              <a:gd name="connsiteX198" fmla="*/ 6127120 w 8340219"/>
              <a:gd name="connsiteY198" fmla="*/ 1327759 h 3645578"/>
              <a:gd name="connsiteX199" fmla="*/ 5976808 w 8340219"/>
              <a:gd name="connsiteY199" fmla="*/ 1290181 h 3645578"/>
              <a:gd name="connsiteX200" fmla="*/ 5901652 w 8340219"/>
              <a:gd name="connsiteY200" fmla="*/ 1265129 h 3645578"/>
              <a:gd name="connsiteX201" fmla="*/ 5851548 w 8340219"/>
              <a:gd name="connsiteY201" fmla="*/ 1252603 h 3645578"/>
              <a:gd name="connsiteX202" fmla="*/ 5788300 w 8340219"/>
              <a:gd name="connsiteY202" fmla="*/ 1255804 h 3645578"/>
              <a:gd name="connsiteX203" fmla="*/ 5771423 w 8340219"/>
              <a:gd name="connsiteY203" fmla="*/ 1258342 h 3645578"/>
              <a:gd name="connsiteX204" fmla="*/ 5772681 w 8340219"/>
              <a:gd name="connsiteY204" fmla="*/ 1259496 h 3645578"/>
              <a:gd name="connsiteX205" fmla="*/ 5969574 w 8340219"/>
              <a:gd name="connsiteY205" fmla="*/ 1452027 h 3645578"/>
              <a:gd name="connsiteX206" fmla="*/ 6005985 w 8340219"/>
              <a:gd name="connsiteY206" fmla="*/ 1519285 h 3645578"/>
              <a:gd name="connsiteX207" fmla="*/ 6060935 w 8340219"/>
              <a:gd name="connsiteY207" fmla="*/ 1581999 h 3645578"/>
              <a:gd name="connsiteX208" fmla="*/ 6097346 w 8340219"/>
              <a:gd name="connsiteY208" fmla="*/ 1649257 h 3645578"/>
              <a:gd name="connsiteX209" fmla="*/ 6115552 w 8340219"/>
              <a:gd name="connsiteY209" fmla="*/ 1682887 h 3645578"/>
              <a:gd name="connsiteX210" fmla="*/ 6152129 w 8340219"/>
              <a:gd name="connsiteY210" fmla="*/ 1731059 h 3645578"/>
              <a:gd name="connsiteX211" fmla="*/ 6160982 w 8340219"/>
              <a:gd name="connsiteY211" fmla="*/ 1776503 h 3645578"/>
              <a:gd name="connsiteX212" fmla="*/ 6179188 w 8340219"/>
              <a:gd name="connsiteY212" fmla="*/ 1810132 h 3645578"/>
              <a:gd name="connsiteX213" fmla="*/ 6252343 w 8340219"/>
              <a:gd name="connsiteY213" fmla="*/ 1906476 h 3645578"/>
              <a:gd name="connsiteX214" fmla="*/ 6500531 w 8340219"/>
              <a:gd name="connsiteY214" fmla="*/ 2083718 h 3645578"/>
              <a:gd name="connsiteX215" fmla="*/ 6546794 w 8340219"/>
              <a:gd name="connsiteY215" fmla="*/ 2081902 h 3645578"/>
              <a:gd name="connsiteX216" fmla="*/ 6583704 w 8340219"/>
              <a:gd name="connsiteY216" fmla="*/ 2091901 h 3645578"/>
              <a:gd name="connsiteX217" fmla="*/ 6636669 w 8340219"/>
              <a:gd name="connsiteY217" fmla="*/ 2124607 h 3645578"/>
              <a:gd name="connsiteX218" fmla="*/ 6586363 w 8340219"/>
              <a:gd name="connsiteY218" fmla="*/ 2128508 h 3645578"/>
              <a:gd name="connsiteX219" fmla="*/ 6407673 w 8340219"/>
              <a:gd name="connsiteY219" fmla="*/ 2125522 h 3645578"/>
              <a:gd name="connsiteX220" fmla="*/ 6315479 w 8340219"/>
              <a:gd name="connsiteY220" fmla="*/ 2090980 h 3645578"/>
              <a:gd name="connsiteX221" fmla="*/ 6269217 w 8340219"/>
              <a:gd name="connsiteY221" fmla="*/ 2092795 h 3645578"/>
              <a:gd name="connsiteX222" fmla="*/ 6186376 w 8340219"/>
              <a:gd name="connsiteY222" fmla="*/ 2046439 h 3645578"/>
              <a:gd name="connsiteX223" fmla="*/ 6149466 w 8340219"/>
              <a:gd name="connsiteY223" fmla="*/ 2036440 h 3645578"/>
              <a:gd name="connsiteX224" fmla="*/ 6075812 w 8340219"/>
              <a:gd name="connsiteY224" fmla="*/ 1997355 h 3645578"/>
              <a:gd name="connsiteX225" fmla="*/ 5956561 w 8340219"/>
              <a:gd name="connsiteY225" fmla="*/ 1883741 h 3645578"/>
              <a:gd name="connsiteX226" fmla="*/ 5938854 w 8340219"/>
              <a:gd name="connsiteY226" fmla="*/ 1792852 h 3645578"/>
              <a:gd name="connsiteX227" fmla="*/ 5911796 w 8340219"/>
              <a:gd name="connsiteY227" fmla="*/ 1713779 h 3645578"/>
              <a:gd name="connsiteX228" fmla="*/ 5893590 w 8340219"/>
              <a:gd name="connsiteY228" fmla="*/ 1680150 h 3645578"/>
              <a:gd name="connsiteX229" fmla="*/ 5875884 w 8340219"/>
              <a:gd name="connsiteY229" fmla="*/ 1589262 h 3645578"/>
              <a:gd name="connsiteX230" fmla="*/ 5839473 w 8340219"/>
              <a:gd name="connsiteY230" fmla="*/ 1522004 h 3645578"/>
              <a:gd name="connsiteX231" fmla="*/ 5646234 w 8340219"/>
              <a:gd name="connsiteY231" fmla="*/ 1407477 h 3645578"/>
              <a:gd name="connsiteX232" fmla="*/ 5535004 w 8340219"/>
              <a:gd name="connsiteY232" fmla="*/ 1434738 h 3645578"/>
              <a:gd name="connsiteX233" fmla="*/ 5498713 w 8340219"/>
              <a:gd name="connsiteY233" fmla="*/ 1424913 h 3645578"/>
              <a:gd name="connsiteX234" fmla="*/ 5489030 w 8340219"/>
              <a:gd name="connsiteY234" fmla="*/ 1421846 h 3645578"/>
              <a:gd name="connsiteX235" fmla="*/ 5505727 w 8340219"/>
              <a:gd name="connsiteY235" fmla="*/ 1444359 h 3645578"/>
              <a:gd name="connsiteX236" fmla="*/ 5522139 w 8340219"/>
              <a:gd name="connsiteY236" fmla="*/ 1486434 h 3645578"/>
              <a:gd name="connsiteX237" fmla="*/ 5566257 w 8340219"/>
              <a:gd name="connsiteY237" fmla="*/ 1532619 h 3645578"/>
              <a:gd name="connsiteX238" fmla="*/ 5600115 w 8340219"/>
              <a:gd name="connsiteY238" fmla="*/ 1571619 h 3645578"/>
              <a:gd name="connsiteX239" fmla="*/ 5664754 w 8340219"/>
              <a:gd name="connsiteY239" fmla="*/ 1632173 h 3645578"/>
              <a:gd name="connsiteX240" fmla="*/ 5698612 w 8340219"/>
              <a:gd name="connsiteY240" fmla="*/ 1671173 h 3645578"/>
              <a:gd name="connsiteX241" fmla="*/ 5760175 w 8340219"/>
              <a:gd name="connsiteY241" fmla="*/ 1714282 h 3645578"/>
              <a:gd name="connsiteX242" fmla="*/ 5756066 w 8340219"/>
              <a:gd name="connsiteY242" fmla="*/ 1741987 h 3645578"/>
              <a:gd name="connsiteX243" fmla="*/ 5761051 w 8340219"/>
              <a:gd name="connsiteY243" fmla="*/ 1894746 h 3645578"/>
              <a:gd name="connsiteX244" fmla="*/ 5830192 w 8340219"/>
              <a:gd name="connsiteY244" fmla="*/ 1961414 h 3645578"/>
              <a:gd name="connsiteX245" fmla="*/ 5857324 w 8340219"/>
              <a:gd name="connsiteY245" fmla="*/ 1989238 h 3645578"/>
              <a:gd name="connsiteX246" fmla="*/ 5895389 w 8340219"/>
              <a:gd name="connsiteY246" fmla="*/ 2022614 h 3645578"/>
              <a:gd name="connsiteX247" fmla="*/ 5949652 w 8340219"/>
              <a:gd name="connsiteY247" fmla="*/ 2078262 h 3645578"/>
              <a:gd name="connsiteX248" fmla="*/ 6069520 w 8340219"/>
              <a:gd name="connsiteY248" fmla="*/ 2167222 h 3645578"/>
              <a:gd name="connsiteX249" fmla="*/ 6342058 w 8340219"/>
              <a:gd name="connsiteY249" fmla="*/ 2361796 h 3645578"/>
              <a:gd name="connsiteX250" fmla="*/ 6691542 w 8340219"/>
              <a:gd name="connsiteY250" fmla="*/ 2567343 h 3645578"/>
              <a:gd name="connsiteX251" fmla="*/ 6718674 w 8340219"/>
              <a:gd name="connsiteY251" fmla="*/ 2595168 h 3645578"/>
              <a:gd name="connsiteX252" fmla="*/ 6822344 w 8340219"/>
              <a:gd name="connsiteY252" fmla="*/ 2661854 h 3645578"/>
              <a:gd name="connsiteX253" fmla="*/ 6902515 w 8340219"/>
              <a:gd name="connsiteY253" fmla="*/ 2828995 h 3645578"/>
              <a:gd name="connsiteX254" fmla="*/ 6923976 w 8340219"/>
              <a:gd name="connsiteY254" fmla="*/ 2867988 h 3645578"/>
              <a:gd name="connsiteX255" fmla="*/ 6911002 w 8340219"/>
              <a:gd name="connsiteY255" fmla="*/ 3001883 h 3645578"/>
              <a:gd name="connsiteX256" fmla="*/ 6904924 w 8340219"/>
              <a:gd name="connsiteY256" fmla="*/ 3040941 h 3645578"/>
              <a:gd name="connsiteX257" fmla="*/ 6893174 w 8340219"/>
              <a:gd name="connsiteY257" fmla="*/ 3091168 h 3645578"/>
              <a:gd name="connsiteX258" fmla="*/ 6887095 w 8340219"/>
              <a:gd name="connsiteY258" fmla="*/ 3130226 h 3645578"/>
              <a:gd name="connsiteX259" fmla="*/ 6847845 w 8340219"/>
              <a:gd name="connsiteY259" fmla="*/ 2801236 h 3645578"/>
              <a:gd name="connsiteX260" fmla="*/ 6372414 w 8340219"/>
              <a:gd name="connsiteY260" fmla="*/ 2545787 h 3645578"/>
              <a:gd name="connsiteX261" fmla="*/ 6345282 w 8340219"/>
              <a:gd name="connsiteY261" fmla="*/ 2517963 h 3645578"/>
              <a:gd name="connsiteX262" fmla="*/ 6247282 w 8340219"/>
              <a:gd name="connsiteY262" fmla="*/ 2440107 h 3645578"/>
              <a:gd name="connsiteX263" fmla="*/ 6193020 w 8340219"/>
              <a:gd name="connsiteY263" fmla="*/ 2384459 h 3645578"/>
              <a:gd name="connsiteX264" fmla="*/ 6089349 w 8340219"/>
              <a:gd name="connsiteY264" fmla="*/ 2317772 h 3645578"/>
              <a:gd name="connsiteX265" fmla="*/ 6051284 w 8340219"/>
              <a:gd name="connsiteY265" fmla="*/ 2284396 h 3645578"/>
              <a:gd name="connsiteX266" fmla="*/ 5980416 w 8340219"/>
              <a:gd name="connsiteY266" fmla="*/ 2234365 h 3645578"/>
              <a:gd name="connsiteX267" fmla="*/ 5816811 w 8340219"/>
              <a:gd name="connsiteY267" fmla="*/ 2123198 h 3645578"/>
              <a:gd name="connsiteX268" fmla="*/ 5768418 w 8340219"/>
              <a:gd name="connsiteY268" fmla="*/ 2087283 h 3645578"/>
              <a:gd name="connsiteX269" fmla="*/ 5758044 w 8340219"/>
              <a:gd name="connsiteY269" fmla="*/ 2118391 h 3645578"/>
              <a:gd name="connsiteX270" fmla="*/ 5682888 w 8340219"/>
              <a:gd name="connsiteY270" fmla="*/ 2193547 h 3645578"/>
              <a:gd name="connsiteX271" fmla="*/ 5657836 w 8340219"/>
              <a:gd name="connsiteY271" fmla="*/ 2431542 h 3645578"/>
              <a:gd name="connsiteX272" fmla="*/ 5682888 w 8340219"/>
              <a:gd name="connsiteY272" fmla="*/ 2506698 h 3645578"/>
              <a:gd name="connsiteX273" fmla="*/ 5732992 w 8340219"/>
              <a:gd name="connsiteY273" fmla="*/ 2581854 h 3645578"/>
              <a:gd name="connsiteX274" fmla="*/ 5745518 w 8340219"/>
              <a:gd name="connsiteY274" fmla="*/ 2619432 h 3645578"/>
              <a:gd name="connsiteX275" fmla="*/ 5783096 w 8340219"/>
              <a:gd name="connsiteY275" fmla="*/ 2694588 h 3645578"/>
              <a:gd name="connsiteX276" fmla="*/ 5833200 w 8340219"/>
              <a:gd name="connsiteY276" fmla="*/ 2769745 h 3645578"/>
              <a:gd name="connsiteX277" fmla="*/ 5845726 w 8340219"/>
              <a:gd name="connsiteY277" fmla="*/ 2945109 h 3645578"/>
              <a:gd name="connsiteX278" fmla="*/ 5833200 w 8340219"/>
              <a:gd name="connsiteY278" fmla="*/ 3032791 h 3645578"/>
              <a:gd name="connsiteX279" fmla="*/ 5820674 w 8340219"/>
              <a:gd name="connsiteY279" fmla="*/ 3070369 h 3645578"/>
              <a:gd name="connsiteX280" fmla="*/ 5808148 w 8340219"/>
              <a:gd name="connsiteY280" fmla="*/ 3170577 h 3645578"/>
              <a:gd name="connsiteX281" fmla="*/ 5783096 w 8340219"/>
              <a:gd name="connsiteY281" fmla="*/ 3208155 h 3645578"/>
              <a:gd name="connsiteX282" fmla="*/ 5758044 w 8340219"/>
              <a:gd name="connsiteY282" fmla="*/ 3308364 h 3645578"/>
              <a:gd name="connsiteX283" fmla="*/ 5705278 w 8340219"/>
              <a:gd name="connsiteY283" fmla="*/ 3412489 h 3645578"/>
              <a:gd name="connsiteX284" fmla="*/ 5639260 w 8340219"/>
              <a:gd name="connsiteY284" fmla="*/ 3500179 h 3645578"/>
              <a:gd name="connsiteX285" fmla="*/ 5645310 w 8340219"/>
              <a:gd name="connsiteY285" fmla="*/ 3433624 h 3645578"/>
              <a:gd name="connsiteX286" fmla="*/ 5657836 w 8340219"/>
              <a:gd name="connsiteY286" fmla="*/ 3396046 h 3645578"/>
              <a:gd name="connsiteX287" fmla="*/ 5682888 w 8340219"/>
              <a:gd name="connsiteY287" fmla="*/ 3358468 h 3645578"/>
              <a:gd name="connsiteX288" fmla="*/ 5695414 w 8340219"/>
              <a:gd name="connsiteY288" fmla="*/ 3032791 h 3645578"/>
              <a:gd name="connsiteX289" fmla="*/ 5670362 w 8340219"/>
              <a:gd name="connsiteY289" fmla="*/ 2907531 h 3645578"/>
              <a:gd name="connsiteX290" fmla="*/ 5657836 w 8340219"/>
              <a:gd name="connsiteY290" fmla="*/ 2869953 h 3645578"/>
              <a:gd name="connsiteX291" fmla="*/ 5632784 w 8340219"/>
              <a:gd name="connsiteY291" fmla="*/ 2832375 h 3645578"/>
              <a:gd name="connsiteX292" fmla="*/ 5620258 w 8340219"/>
              <a:gd name="connsiteY292" fmla="*/ 2769745 h 3645578"/>
              <a:gd name="connsiteX293" fmla="*/ 5607732 w 8340219"/>
              <a:gd name="connsiteY293" fmla="*/ 2732166 h 3645578"/>
              <a:gd name="connsiteX294" fmla="*/ 5582680 w 8340219"/>
              <a:gd name="connsiteY294" fmla="*/ 2657010 h 3645578"/>
              <a:gd name="connsiteX295" fmla="*/ 5570154 w 8340219"/>
              <a:gd name="connsiteY295" fmla="*/ 2569328 h 3645578"/>
              <a:gd name="connsiteX296" fmla="*/ 5545102 w 8340219"/>
              <a:gd name="connsiteY296" fmla="*/ 2494172 h 3645578"/>
              <a:gd name="connsiteX297" fmla="*/ 5520050 w 8340219"/>
              <a:gd name="connsiteY297" fmla="*/ 2181021 h 3645578"/>
              <a:gd name="connsiteX298" fmla="*/ 5550685 w 8340219"/>
              <a:gd name="connsiteY298" fmla="*/ 2150563 h 3645578"/>
              <a:gd name="connsiteX299" fmla="*/ 5562602 w 8340219"/>
              <a:gd name="connsiteY299" fmla="*/ 2138933 h 3645578"/>
              <a:gd name="connsiteX300" fmla="*/ 5565121 w 8340219"/>
              <a:gd name="connsiteY300" fmla="*/ 2136585 h 3645578"/>
              <a:gd name="connsiteX301" fmla="*/ 5563890 w 8340219"/>
              <a:gd name="connsiteY301" fmla="*/ 2137677 h 3645578"/>
              <a:gd name="connsiteX302" fmla="*/ 5562602 w 8340219"/>
              <a:gd name="connsiteY302" fmla="*/ 2138933 h 3645578"/>
              <a:gd name="connsiteX303" fmla="*/ 5559836 w 8340219"/>
              <a:gd name="connsiteY303" fmla="*/ 2141512 h 3645578"/>
              <a:gd name="connsiteX304" fmla="*/ 5582680 w 8340219"/>
              <a:gd name="connsiteY304" fmla="*/ 2105865 h 3645578"/>
              <a:gd name="connsiteX305" fmla="*/ 5620258 w 8340219"/>
              <a:gd name="connsiteY305" fmla="*/ 2068287 h 3645578"/>
              <a:gd name="connsiteX306" fmla="*/ 5657836 w 8340219"/>
              <a:gd name="connsiteY306" fmla="*/ 1955553 h 3645578"/>
              <a:gd name="connsiteX307" fmla="*/ 5694706 w 8340219"/>
              <a:gd name="connsiteY307" fmla="*/ 1952201 h 3645578"/>
              <a:gd name="connsiteX308" fmla="*/ 5657317 w 8340219"/>
              <a:gd name="connsiteY308" fmla="*/ 1849274 h 3645578"/>
              <a:gd name="connsiteX309" fmla="*/ 5653997 w 8340219"/>
              <a:gd name="connsiteY309" fmla="*/ 1846737 h 3645578"/>
              <a:gd name="connsiteX310" fmla="*/ 5390770 w 8340219"/>
              <a:gd name="connsiteY310" fmla="*/ 1608528 h 3645578"/>
              <a:gd name="connsiteX311" fmla="*/ 5286121 w 8340219"/>
              <a:gd name="connsiteY311" fmla="*/ 1474083 h 3645578"/>
              <a:gd name="connsiteX312" fmla="*/ 5200961 w 8340219"/>
              <a:gd name="connsiteY312" fmla="*/ 1399159 h 3645578"/>
              <a:gd name="connsiteX313" fmla="*/ 5196136 w 8340219"/>
              <a:gd name="connsiteY313" fmla="*/ 1394639 h 3645578"/>
              <a:gd name="connsiteX314" fmla="*/ 5194531 w 8340219"/>
              <a:gd name="connsiteY314" fmla="*/ 1395987 h 3645578"/>
              <a:gd name="connsiteX315" fmla="*/ 5196128 w 8340219"/>
              <a:gd name="connsiteY315" fmla="*/ 1394632 h 3645578"/>
              <a:gd name="connsiteX316" fmla="*/ 5191266 w 8340219"/>
              <a:gd name="connsiteY316" fmla="*/ 1390077 h 3645578"/>
              <a:gd name="connsiteX317" fmla="*/ 5188874 w 8340219"/>
              <a:gd name="connsiteY317" fmla="*/ 1390760 h 3645578"/>
              <a:gd name="connsiteX318" fmla="*/ 5162616 w 8340219"/>
              <a:gd name="connsiteY318" fmla="*/ 1402915 h 3645578"/>
              <a:gd name="connsiteX319" fmla="*/ 5087460 w 8340219"/>
              <a:gd name="connsiteY319" fmla="*/ 1465545 h 3645578"/>
              <a:gd name="connsiteX320" fmla="*/ 5062408 w 8340219"/>
              <a:gd name="connsiteY320" fmla="*/ 1515650 h 3645578"/>
              <a:gd name="connsiteX321" fmla="*/ 5049882 w 8340219"/>
              <a:gd name="connsiteY321" fmla="*/ 1565754 h 3645578"/>
              <a:gd name="connsiteX322" fmla="*/ 5012304 w 8340219"/>
              <a:gd name="connsiteY322" fmla="*/ 1615858 h 3645578"/>
              <a:gd name="connsiteX323" fmla="*/ 4962200 w 8340219"/>
              <a:gd name="connsiteY323" fmla="*/ 1691014 h 3645578"/>
              <a:gd name="connsiteX324" fmla="*/ 4937148 w 8340219"/>
              <a:gd name="connsiteY324" fmla="*/ 1741118 h 3645578"/>
              <a:gd name="connsiteX325" fmla="*/ 4912096 w 8340219"/>
              <a:gd name="connsiteY325" fmla="*/ 1778696 h 3645578"/>
              <a:gd name="connsiteX326" fmla="*/ 4899570 w 8340219"/>
              <a:gd name="connsiteY326" fmla="*/ 1816274 h 3645578"/>
              <a:gd name="connsiteX327" fmla="*/ 4849465 w 8340219"/>
              <a:gd name="connsiteY327" fmla="*/ 1878904 h 3645578"/>
              <a:gd name="connsiteX328" fmla="*/ 4824413 w 8340219"/>
              <a:gd name="connsiteY328" fmla="*/ 2016691 h 3645578"/>
              <a:gd name="connsiteX329" fmla="*/ 4811887 w 8340219"/>
              <a:gd name="connsiteY329" fmla="*/ 2054269 h 3645578"/>
              <a:gd name="connsiteX330" fmla="*/ 4794269 w 8340219"/>
              <a:gd name="connsiteY330" fmla="*/ 2068072 h 3645578"/>
              <a:gd name="connsiteX331" fmla="*/ 4785759 w 8340219"/>
              <a:gd name="connsiteY331" fmla="*/ 2072868 h 3645578"/>
              <a:gd name="connsiteX332" fmla="*/ 4799289 w 8340219"/>
              <a:gd name="connsiteY332" fmla="*/ 2099591 h 3645578"/>
              <a:gd name="connsiteX333" fmla="*/ 4829747 w 8340219"/>
              <a:gd name="connsiteY333" fmla="*/ 2150476 h 3645578"/>
              <a:gd name="connsiteX334" fmla="*/ 4873512 w 8340219"/>
              <a:gd name="connsiteY334" fmla="*/ 2180623 h 3645578"/>
              <a:gd name="connsiteX335" fmla="*/ 4902436 w 8340219"/>
              <a:gd name="connsiteY335" fmla="*/ 2211541 h 3645578"/>
              <a:gd name="connsiteX336" fmla="*/ 4899250 w 8340219"/>
              <a:gd name="connsiteY336" fmla="*/ 2209507 h 3645578"/>
              <a:gd name="connsiteX337" fmla="*/ 4897755 w 8340219"/>
              <a:gd name="connsiteY337" fmla="*/ 2208504 h 3645578"/>
              <a:gd name="connsiteX338" fmla="*/ 4896347 w 8340219"/>
              <a:gd name="connsiteY338" fmla="*/ 2207653 h 3645578"/>
              <a:gd name="connsiteX339" fmla="*/ 4899250 w 8340219"/>
              <a:gd name="connsiteY339" fmla="*/ 2209507 h 3645578"/>
              <a:gd name="connsiteX340" fmla="*/ 4913076 w 8340219"/>
              <a:gd name="connsiteY340" fmla="*/ 2218784 h 3645578"/>
              <a:gd name="connsiteX341" fmla="*/ 4948722 w 8340219"/>
              <a:gd name="connsiteY341" fmla="*/ 2243188 h 3645578"/>
              <a:gd name="connsiteX342" fmla="*/ 4980823 w 8340219"/>
              <a:gd name="connsiteY342" fmla="*/ 2555695 h 3645578"/>
              <a:gd name="connsiteX343" fmla="*/ 4969803 w 8340219"/>
              <a:gd name="connsiteY343" fmla="*/ 2634146 h 3645578"/>
              <a:gd name="connsiteX344" fmla="*/ 4973371 w 8340219"/>
              <a:gd name="connsiteY344" fmla="*/ 2722646 h 3645578"/>
              <a:gd name="connsiteX345" fmla="*/ 4962350 w 8340219"/>
              <a:gd name="connsiteY345" fmla="*/ 2801097 h 3645578"/>
              <a:gd name="connsiteX346" fmla="*/ 4956841 w 8340219"/>
              <a:gd name="connsiteY346" fmla="*/ 2840324 h 3645578"/>
              <a:gd name="connsiteX347" fmla="*/ 4955869 w 8340219"/>
              <a:gd name="connsiteY347" fmla="*/ 2904187 h 3645578"/>
              <a:gd name="connsiteX348" fmla="*/ 4938041 w 8340219"/>
              <a:gd name="connsiteY348" fmla="*/ 2945682 h 3645578"/>
              <a:gd name="connsiteX349" fmla="*/ 4932530 w 8340219"/>
              <a:gd name="connsiteY349" fmla="*/ 2984908 h 3645578"/>
              <a:gd name="connsiteX350" fmla="*/ 4930588 w 8340219"/>
              <a:gd name="connsiteY350" fmla="*/ 3112633 h 3645578"/>
              <a:gd name="connsiteX351" fmla="*/ 5001914 w 8340219"/>
              <a:gd name="connsiteY351" fmla="*/ 3430651 h 3645578"/>
              <a:gd name="connsiteX352" fmla="*/ 5033360 w 8340219"/>
              <a:gd name="connsiteY352" fmla="*/ 3463068 h 3645578"/>
              <a:gd name="connsiteX353" fmla="*/ 5052488 w 8340219"/>
              <a:gd name="connsiteY353" fmla="*/ 3497754 h 3645578"/>
              <a:gd name="connsiteX354" fmla="*/ 5070497 w 8340219"/>
              <a:gd name="connsiteY354" fmla="*/ 3562111 h 3645578"/>
              <a:gd name="connsiteX355" fmla="*/ 4989683 w 8340219"/>
              <a:gd name="connsiteY355" fmla="*/ 3487834 h 3645578"/>
              <a:gd name="connsiteX356" fmla="*/ 4918924 w 8340219"/>
              <a:gd name="connsiteY356" fmla="*/ 3394993 h 3645578"/>
              <a:gd name="connsiteX357" fmla="*/ 4876131 w 8340219"/>
              <a:gd name="connsiteY357" fmla="*/ 3300982 h 3645578"/>
              <a:gd name="connsiteX358" fmla="*/ 4844685 w 8340219"/>
              <a:gd name="connsiteY358" fmla="*/ 3268565 h 3645578"/>
              <a:gd name="connsiteX359" fmla="*/ 4814210 w 8340219"/>
              <a:gd name="connsiteY359" fmla="*/ 3172285 h 3645578"/>
              <a:gd name="connsiteX360" fmla="*/ 4795083 w 8340219"/>
              <a:gd name="connsiteY360" fmla="*/ 3137598 h 3645578"/>
              <a:gd name="connsiteX361" fmla="*/ 4766877 w 8340219"/>
              <a:gd name="connsiteY361" fmla="*/ 3053637 h 3645578"/>
              <a:gd name="connsiteX362" fmla="*/ 4747423 w 8340219"/>
              <a:gd name="connsiteY362" fmla="*/ 2878906 h 3645578"/>
              <a:gd name="connsiteX363" fmla="*/ 4783080 w 8340219"/>
              <a:gd name="connsiteY363" fmla="*/ 2795915 h 3645578"/>
              <a:gd name="connsiteX364" fmla="*/ 4806419 w 8340219"/>
              <a:gd name="connsiteY364" fmla="*/ 2715194 h 3645578"/>
              <a:gd name="connsiteX365" fmla="*/ 4811929 w 8340219"/>
              <a:gd name="connsiteY365" fmla="*/ 2675968 h 3645578"/>
              <a:gd name="connsiteX366" fmla="*/ 4847587 w 8340219"/>
              <a:gd name="connsiteY366" fmla="*/ 2592978 h 3645578"/>
              <a:gd name="connsiteX367" fmla="*/ 4858607 w 8340219"/>
              <a:gd name="connsiteY367" fmla="*/ 2514527 h 3645578"/>
              <a:gd name="connsiteX368" fmla="*/ 4790849 w 8340219"/>
              <a:gd name="connsiteY368" fmla="*/ 2285010 h 3645578"/>
              <a:gd name="connsiteX369" fmla="*/ 4703320 w 8340219"/>
              <a:gd name="connsiteY369" fmla="*/ 2224715 h 3645578"/>
              <a:gd name="connsiteX370" fmla="*/ 4658669 w 8340219"/>
              <a:gd name="connsiteY370" fmla="*/ 2134548 h 3645578"/>
              <a:gd name="connsiteX371" fmla="*/ 4655746 w 8340219"/>
              <a:gd name="connsiteY371" fmla="*/ 2127034 h 3645578"/>
              <a:gd name="connsiteX372" fmla="*/ 4610115 w 8340219"/>
              <a:gd name="connsiteY372" fmla="*/ 2108312 h 3645578"/>
              <a:gd name="connsiteX373" fmla="*/ 4561367 w 8340219"/>
              <a:gd name="connsiteY373" fmla="*/ 2091847 h 3645578"/>
              <a:gd name="connsiteX374" fmla="*/ 4573893 w 8340219"/>
              <a:gd name="connsiteY374" fmla="*/ 1853852 h 3645578"/>
              <a:gd name="connsiteX375" fmla="*/ 4586419 w 8340219"/>
              <a:gd name="connsiteY375" fmla="*/ 1816274 h 3645578"/>
              <a:gd name="connsiteX376" fmla="*/ 4598945 w 8340219"/>
              <a:gd name="connsiteY376" fmla="*/ 1766170 h 3645578"/>
              <a:gd name="connsiteX377" fmla="*/ 4625259 w 8340219"/>
              <a:gd name="connsiteY377" fmla="*/ 1724231 h 3645578"/>
              <a:gd name="connsiteX378" fmla="*/ 4621973 w 8340219"/>
              <a:gd name="connsiteY378" fmla="*/ 1735152 h 3645578"/>
              <a:gd name="connsiteX379" fmla="*/ 4618629 w 8340219"/>
              <a:gd name="connsiteY379" fmla="*/ 1745656 h 3645578"/>
              <a:gd name="connsiteX380" fmla="*/ 4620646 w 8340219"/>
              <a:gd name="connsiteY380" fmla="*/ 1739562 h 3645578"/>
              <a:gd name="connsiteX381" fmla="*/ 4621973 w 8340219"/>
              <a:gd name="connsiteY381" fmla="*/ 1735152 h 3645578"/>
              <a:gd name="connsiteX382" fmla="*/ 4622742 w 8340219"/>
              <a:gd name="connsiteY382" fmla="*/ 1732734 h 3645578"/>
              <a:gd name="connsiteX383" fmla="*/ 4636523 w 8340219"/>
              <a:gd name="connsiteY383" fmla="*/ 1691014 h 3645578"/>
              <a:gd name="connsiteX384" fmla="*/ 4623997 w 8340219"/>
              <a:gd name="connsiteY384" fmla="*/ 1478071 h 3645578"/>
              <a:gd name="connsiteX385" fmla="*/ 4561367 w 8340219"/>
              <a:gd name="connsiteY385" fmla="*/ 1440493 h 3645578"/>
              <a:gd name="connsiteX386" fmla="*/ 4398528 w 8340219"/>
              <a:gd name="connsiteY386" fmla="*/ 1377863 h 3645578"/>
              <a:gd name="connsiteX387" fmla="*/ 4298320 w 8340219"/>
              <a:gd name="connsiteY387" fmla="*/ 1440493 h 3645578"/>
              <a:gd name="connsiteX388" fmla="*/ 4260742 w 8340219"/>
              <a:gd name="connsiteY388" fmla="*/ 1565754 h 3645578"/>
              <a:gd name="connsiteX389" fmla="*/ 4235690 w 8340219"/>
              <a:gd name="connsiteY389" fmla="*/ 1603332 h 3645578"/>
              <a:gd name="connsiteX390" fmla="*/ 4223164 w 8340219"/>
              <a:gd name="connsiteY390" fmla="*/ 1653436 h 3645578"/>
              <a:gd name="connsiteX391" fmla="*/ 4185586 w 8340219"/>
              <a:gd name="connsiteY391" fmla="*/ 1703540 h 3645578"/>
              <a:gd name="connsiteX392" fmla="*/ 4122956 w 8340219"/>
              <a:gd name="connsiteY392" fmla="*/ 1766170 h 3645578"/>
              <a:gd name="connsiteX393" fmla="*/ 4022748 w 8340219"/>
              <a:gd name="connsiteY393" fmla="*/ 1853852 h 3645578"/>
              <a:gd name="connsiteX394" fmla="*/ 3947591 w 8340219"/>
              <a:gd name="connsiteY394" fmla="*/ 1929008 h 3645578"/>
              <a:gd name="connsiteX395" fmla="*/ 3922539 w 8340219"/>
              <a:gd name="connsiteY395" fmla="*/ 1954061 h 3645578"/>
              <a:gd name="connsiteX396" fmla="*/ 3892644 w 8340219"/>
              <a:gd name="connsiteY396" fmla="*/ 1974162 h 3645578"/>
              <a:gd name="connsiteX397" fmla="*/ 3890346 w 8340219"/>
              <a:gd name="connsiteY397" fmla="*/ 1975749 h 3645578"/>
              <a:gd name="connsiteX398" fmla="*/ 3881621 w 8340219"/>
              <a:gd name="connsiteY398" fmla="*/ 1998674 h 3645578"/>
              <a:gd name="connsiteX399" fmla="*/ 3828404 w 8340219"/>
              <a:gd name="connsiteY399" fmla="*/ 2110860 h 3645578"/>
              <a:gd name="connsiteX400" fmla="*/ 3790914 w 8340219"/>
              <a:gd name="connsiteY400" fmla="*/ 2129297 h 3645578"/>
              <a:gd name="connsiteX401" fmla="*/ 3773142 w 8340219"/>
              <a:gd name="connsiteY401" fmla="*/ 2140979 h 3645578"/>
              <a:gd name="connsiteX402" fmla="*/ 3752737 w 8340219"/>
              <a:gd name="connsiteY402" fmla="*/ 2177502 h 3645578"/>
              <a:gd name="connsiteX403" fmla="*/ 3730998 w 8340219"/>
              <a:gd name="connsiteY403" fmla="*/ 2199241 h 3645578"/>
              <a:gd name="connsiteX404" fmla="*/ 3701337 w 8340219"/>
              <a:gd name="connsiteY404" fmla="*/ 2283591 h 3645578"/>
              <a:gd name="connsiteX405" fmla="*/ 3673116 w 8340219"/>
              <a:gd name="connsiteY405" fmla="*/ 2400672 h 3645578"/>
              <a:gd name="connsiteX406" fmla="*/ 3684136 w 8340219"/>
              <a:gd name="connsiteY406" fmla="*/ 2479123 h 3645578"/>
              <a:gd name="connsiteX407" fmla="*/ 3719794 w 8340219"/>
              <a:gd name="connsiteY407" fmla="*/ 2562113 h 3645578"/>
              <a:gd name="connsiteX408" fmla="*/ 3725304 w 8340219"/>
              <a:gd name="connsiteY408" fmla="*/ 2601339 h 3645578"/>
              <a:gd name="connsiteX409" fmla="*/ 3748643 w 8340219"/>
              <a:gd name="connsiteY409" fmla="*/ 2682060 h 3645578"/>
              <a:gd name="connsiteX410" fmla="*/ 3784301 w 8340219"/>
              <a:gd name="connsiteY410" fmla="*/ 2765051 h 3645578"/>
              <a:gd name="connsiteX411" fmla="*/ 3764846 w 8340219"/>
              <a:gd name="connsiteY411" fmla="*/ 2939782 h 3645578"/>
              <a:gd name="connsiteX412" fmla="*/ 3736641 w 8340219"/>
              <a:gd name="connsiteY412" fmla="*/ 3023743 h 3645578"/>
              <a:gd name="connsiteX413" fmla="*/ 3717514 w 8340219"/>
              <a:gd name="connsiteY413" fmla="*/ 3058430 h 3645578"/>
              <a:gd name="connsiteX414" fmla="*/ 3687039 w 8340219"/>
              <a:gd name="connsiteY414" fmla="*/ 3154710 h 3645578"/>
              <a:gd name="connsiteX415" fmla="*/ 3655593 w 8340219"/>
              <a:gd name="connsiteY415" fmla="*/ 3187127 h 3645578"/>
              <a:gd name="connsiteX416" fmla="*/ 3612799 w 8340219"/>
              <a:gd name="connsiteY416" fmla="*/ 3281138 h 3645578"/>
              <a:gd name="connsiteX417" fmla="*/ 3542040 w 8340219"/>
              <a:gd name="connsiteY417" fmla="*/ 3373979 h 3645578"/>
              <a:gd name="connsiteX418" fmla="*/ 3461227 w 8340219"/>
              <a:gd name="connsiteY418" fmla="*/ 3448256 h 3645578"/>
              <a:gd name="connsiteX419" fmla="*/ 3479236 w 8340219"/>
              <a:gd name="connsiteY419" fmla="*/ 3383899 h 3645578"/>
              <a:gd name="connsiteX420" fmla="*/ 3498363 w 8340219"/>
              <a:gd name="connsiteY420" fmla="*/ 3349213 h 3645578"/>
              <a:gd name="connsiteX421" fmla="*/ 3529809 w 8340219"/>
              <a:gd name="connsiteY421" fmla="*/ 3316796 h 3645578"/>
              <a:gd name="connsiteX422" fmla="*/ 3601135 w 8340219"/>
              <a:gd name="connsiteY422" fmla="*/ 2998778 h 3645578"/>
              <a:gd name="connsiteX423" fmla="*/ 3599193 w 8340219"/>
              <a:gd name="connsiteY423" fmla="*/ 2871053 h 3645578"/>
              <a:gd name="connsiteX424" fmla="*/ 3593683 w 8340219"/>
              <a:gd name="connsiteY424" fmla="*/ 2831827 h 3645578"/>
              <a:gd name="connsiteX425" fmla="*/ 3575854 w 8340219"/>
              <a:gd name="connsiteY425" fmla="*/ 2790332 h 3645578"/>
              <a:gd name="connsiteX426" fmla="*/ 3574883 w 8340219"/>
              <a:gd name="connsiteY426" fmla="*/ 2726469 h 3645578"/>
              <a:gd name="connsiteX427" fmla="*/ 3569373 w 8340219"/>
              <a:gd name="connsiteY427" fmla="*/ 2687242 h 3645578"/>
              <a:gd name="connsiteX428" fmla="*/ 3558353 w 8340219"/>
              <a:gd name="connsiteY428" fmla="*/ 2608791 h 3645578"/>
              <a:gd name="connsiteX429" fmla="*/ 3561921 w 8340219"/>
              <a:gd name="connsiteY429" fmla="*/ 2520291 h 3645578"/>
              <a:gd name="connsiteX430" fmla="*/ 3550900 w 8340219"/>
              <a:gd name="connsiteY430" fmla="*/ 2441840 h 3645578"/>
              <a:gd name="connsiteX431" fmla="*/ 3565101 w 8340219"/>
              <a:gd name="connsiteY431" fmla="*/ 2273661 h 3645578"/>
              <a:gd name="connsiteX432" fmla="*/ 3569198 w 8340219"/>
              <a:gd name="connsiteY432" fmla="*/ 2239407 h 3645578"/>
              <a:gd name="connsiteX433" fmla="*/ 3564847 w 8340219"/>
              <a:gd name="connsiteY433" fmla="*/ 2240132 h 3645578"/>
              <a:gd name="connsiteX434" fmla="*/ 3464638 w 8340219"/>
              <a:gd name="connsiteY434" fmla="*/ 2252658 h 3645578"/>
              <a:gd name="connsiteX435" fmla="*/ 3376956 w 8340219"/>
              <a:gd name="connsiteY435" fmla="*/ 2277710 h 3645578"/>
              <a:gd name="connsiteX436" fmla="*/ 2888441 w 8340219"/>
              <a:gd name="connsiteY436" fmla="*/ 2290236 h 3645578"/>
              <a:gd name="connsiteX437" fmla="*/ 2825811 w 8340219"/>
              <a:gd name="connsiteY437" fmla="*/ 2302762 h 3645578"/>
              <a:gd name="connsiteX438" fmla="*/ 2772887 w 8340219"/>
              <a:gd name="connsiteY438" fmla="*/ 2305145 h 3645578"/>
              <a:gd name="connsiteX439" fmla="*/ 2772571 w 8340219"/>
              <a:gd name="connsiteY439" fmla="*/ 2307622 h 3645578"/>
              <a:gd name="connsiteX440" fmla="*/ 2768582 w 8340219"/>
              <a:gd name="connsiteY440" fmla="*/ 2328156 h 3645578"/>
              <a:gd name="connsiteX441" fmla="*/ 2732578 w 8340219"/>
              <a:gd name="connsiteY441" fmla="*/ 2364759 h 3645578"/>
              <a:gd name="connsiteX442" fmla="*/ 2632223 w 8340219"/>
              <a:gd name="connsiteY442" fmla="*/ 2455235 h 3645578"/>
              <a:gd name="connsiteX443" fmla="*/ 2589133 w 8340219"/>
              <a:gd name="connsiteY443" fmla="*/ 2496155 h 3645578"/>
              <a:gd name="connsiteX444" fmla="*/ 2567303 w 8340219"/>
              <a:gd name="connsiteY444" fmla="*/ 2524122 h 3645578"/>
              <a:gd name="connsiteX445" fmla="*/ 2502952 w 8340219"/>
              <a:gd name="connsiteY445" fmla="*/ 2577995 h 3645578"/>
              <a:gd name="connsiteX446" fmla="*/ 2473466 w 8340219"/>
              <a:gd name="connsiteY446" fmla="*/ 2625294 h 3645578"/>
              <a:gd name="connsiteX447" fmla="*/ 2415631 w 8340219"/>
              <a:gd name="connsiteY447" fmla="*/ 2689865 h 3645578"/>
              <a:gd name="connsiteX448" fmla="*/ 2400888 w 8340219"/>
              <a:gd name="connsiteY448" fmla="*/ 2713514 h 3645578"/>
              <a:gd name="connsiteX449" fmla="*/ 2095586 w 8340219"/>
              <a:gd name="connsiteY449" fmla="*/ 2914185 h 3645578"/>
              <a:gd name="connsiteX450" fmla="*/ 2132662 w 8340219"/>
              <a:gd name="connsiteY450" fmla="*/ 3214285 h 3645578"/>
              <a:gd name="connsiteX451" fmla="*/ 2120197 w 8340219"/>
              <a:gd name="connsiteY451" fmla="*/ 3177876 h 3645578"/>
              <a:gd name="connsiteX452" fmla="*/ 2101215 w 8340219"/>
              <a:gd name="connsiteY452" fmla="*/ 3130770 h 3645578"/>
              <a:gd name="connsiteX453" fmla="*/ 2088751 w 8340219"/>
              <a:gd name="connsiteY453" fmla="*/ 3094362 h 3645578"/>
              <a:gd name="connsiteX454" fmla="*/ 2051926 w 8340219"/>
              <a:gd name="connsiteY454" fmla="*/ 2970120 h 3645578"/>
              <a:gd name="connsiteX455" fmla="*/ 2060152 w 8340219"/>
              <a:gd name="connsiteY455" fmla="*/ 2935773 h 3645578"/>
              <a:gd name="connsiteX456" fmla="*/ 2086540 w 8340219"/>
              <a:gd name="connsiteY456" fmla="*/ 2787688 h 3645578"/>
              <a:gd name="connsiteX457" fmla="*/ 2150890 w 8340219"/>
              <a:gd name="connsiteY457" fmla="*/ 2733815 h 3645578"/>
              <a:gd name="connsiteX458" fmla="*/ 2165634 w 8340219"/>
              <a:gd name="connsiteY458" fmla="*/ 2710165 h 3645578"/>
              <a:gd name="connsiteX459" fmla="*/ 2386464 w 8340219"/>
              <a:gd name="connsiteY459" fmla="*/ 2546291 h 3645578"/>
              <a:gd name="connsiteX460" fmla="*/ 2551739 w 8340219"/>
              <a:gd name="connsiteY460" fmla="*/ 2386928 h 3645578"/>
              <a:gd name="connsiteX461" fmla="*/ 2623747 w 8340219"/>
              <a:gd name="connsiteY461" fmla="*/ 2313723 h 3645578"/>
              <a:gd name="connsiteX462" fmla="*/ 2653233 w 8340219"/>
              <a:gd name="connsiteY462" fmla="*/ 2266423 h 3645578"/>
              <a:gd name="connsiteX463" fmla="*/ 2666638 w 8340219"/>
              <a:gd name="connsiteY463" fmla="*/ 2249250 h 3645578"/>
              <a:gd name="connsiteX464" fmla="*/ 2657299 w 8340219"/>
              <a:gd name="connsiteY464" fmla="*/ 2254377 h 3645578"/>
              <a:gd name="connsiteX465" fmla="*/ 2629499 w 8340219"/>
              <a:gd name="connsiteY465" fmla="*/ 2256332 h 3645578"/>
              <a:gd name="connsiteX466" fmla="*/ 2545365 w 8340219"/>
              <a:gd name="connsiteY466" fmla="*/ 2277205 h 3645578"/>
              <a:gd name="connsiteX467" fmla="*/ 2489765 w 8340219"/>
              <a:gd name="connsiteY467" fmla="*/ 2281115 h 3645578"/>
              <a:gd name="connsiteX468" fmla="*/ 2412033 w 8340219"/>
              <a:gd name="connsiteY468" fmla="*/ 2312755 h 3645578"/>
              <a:gd name="connsiteX469" fmla="*/ 2377100 w 8340219"/>
              <a:gd name="connsiteY469" fmla="*/ 2318950 h 3645578"/>
              <a:gd name="connsiteX470" fmla="*/ 2320767 w 8340219"/>
              <a:gd name="connsiteY470" fmla="*/ 2337868 h 3645578"/>
              <a:gd name="connsiteX471" fmla="*/ 2193835 w 8340219"/>
              <a:gd name="connsiteY471" fmla="*/ 2384184 h 3645578"/>
              <a:gd name="connsiteX472" fmla="*/ 2144636 w 8340219"/>
              <a:gd name="connsiteY472" fmla="*/ 2398861 h 3645578"/>
              <a:gd name="connsiteX473" fmla="*/ 2103301 w 8340219"/>
              <a:gd name="connsiteY473" fmla="*/ 2394290 h 3645578"/>
              <a:gd name="connsiteX474" fmla="*/ 1947293 w 8340219"/>
              <a:gd name="connsiteY474" fmla="*/ 2326741 h 3645578"/>
              <a:gd name="connsiteX475" fmla="*/ 1900289 w 8340219"/>
              <a:gd name="connsiteY475" fmla="*/ 2296394 h 3645578"/>
              <a:gd name="connsiteX476" fmla="*/ 2081358 w 8340219"/>
              <a:gd name="connsiteY476" fmla="*/ 2276184 h 3645578"/>
              <a:gd name="connsiteX477" fmla="*/ 2109158 w 8340219"/>
              <a:gd name="connsiteY477" fmla="*/ 2274229 h 3645578"/>
              <a:gd name="connsiteX478" fmla="*/ 2144091 w 8340219"/>
              <a:gd name="connsiteY478" fmla="*/ 2268033 h 3645578"/>
              <a:gd name="connsiteX479" fmla="*/ 2199692 w 8340219"/>
              <a:gd name="connsiteY479" fmla="*/ 2264123 h 3645578"/>
              <a:gd name="connsiteX480" fmla="*/ 2298091 w 8340219"/>
              <a:gd name="connsiteY480" fmla="*/ 2234769 h 3645578"/>
              <a:gd name="connsiteX481" fmla="*/ 2516289 w 8340219"/>
              <a:gd name="connsiteY481" fmla="*/ 2163339 h 3645578"/>
              <a:gd name="connsiteX482" fmla="*/ 2764483 w 8340219"/>
              <a:gd name="connsiteY482" fmla="*/ 2044932 h 3645578"/>
              <a:gd name="connsiteX483" fmla="*/ 2792284 w 8340219"/>
              <a:gd name="connsiteY483" fmla="*/ 2042977 h 3645578"/>
              <a:gd name="connsiteX484" fmla="*/ 2870016 w 8340219"/>
              <a:gd name="connsiteY484" fmla="*/ 2011338 h 3645578"/>
              <a:gd name="connsiteX485" fmla="*/ 2976301 w 8340219"/>
              <a:gd name="connsiteY485" fmla="*/ 2039889 h 3645578"/>
              <a:gd name="connsiteX486" fmla="*/ 3005563 w 8340219"/>
              <a:gd name="connsiteY486" fmla="*/ 2053730 h 3645578"/>
              <a:gd name="connsiteX487" fmla="*/ 3005894 w 8340219"/>
              <a:gd name="connsiteY487" fmla="*/ 2053503 h 3645578"/>
              <a:gd name="connsiteX488" fmla="*/ 3026227 w 8340219"/>
              <a:gd name="connsiteY488" fmla="*/ 2039716 h 3645578"/>
              <a:gd name="connsiteX489" fmla="*/ 3339378 w 8340219"/>
              <a:gd name="connsiteY489" fmla="*/ 2027190 h 3645578"/>
              <a:gd name="connsiteX490" fmla="*/ 3389482 w 8340219"/>
              <a:gd name="connsiteY490" fmla="*/ 2014664 h 3645578"/>
              <a:gd name="connsiteX491" fmla="*/ 3439586 w 8340219"/>
              <a:gd name="connsiteY491" fmla="*/ 1977086 h 3645578"/>
              <a:gd name="connsiteX492" fmla="*/ 3491350 w 8340219"/>
              <a:gd name="connsiteY492" fmla="*/ 1954136 h 3645578"/>
              <a:gd name="connsiteX493" fmla="*/ 3473444 w 8340219"/>
              <a:gd name="connsiteY493" fmla="*/ 1967147 h 3645578"/>
              <a:gd name="connsiteX494" fmla="*/ 3462571 w 8340219"/>
              <a:gd name="connsiteY494" fmla="*/ 1974459 h 3645578"/>
              <a:gd name="connsiteX495" fmla="*/ 3471585 w 8340219"/>
              <a:gd name="connsiteY495" fmla="*/ 1968498 h 3645578"/>
              <a:gd name="connsiteX496" fmla="*/ 3473444 w 8340219"/>
              <a:gd name="connsiteY496" fmla="*/ 1967147 h 3645578"/>
              <a:gd name="connsiteX497" fmla="*/ 3483528 w 8340219"/>
              <a:gd name="connsiteY497" fmla="*/ 1960366 h 3645578"/>
              <a:gd name="connsiteX498" fmla="*/ 3514742 w 8340219"/>
              <a:gd name="connsiteY498" fmla="*/ 1939507 h 3645578"/>
              <a:gd name="connsiteX499" fmla="*/ 3564847 w 8340219"/>
              <a:gd name="connsiteY499" fmla="*/ 1926981 h 3645578"/>
              <a:gd name="connsiteX500" fmla="*/ 3602425 w 8340219"/>
              <a:gd name="connsiteY500" fmla="*/ 1914455 h 3645578"/>
              <a:gd name="connsiteX501" fmla="*/ 3664649 w 8340219"/>
              <a:gd name="connsiteY501" fmla="*/ 1904882 h 3645578"/>
              <a:gd name="connsiteX502" fmla="*/ 3709597 w 8340219"/>
              <a:gd name="connsiteY502" fmla="*/ 1803748 h 3645578"/>
              <a:gd name="connsiteX503" fmla="*/ 3747175 w 8340219"/>
              <a:gd name="connsiteY503" fmla="*/ 1766170 h 3645578"/>
              <a:gd name="connsiteX504" fmla="*/ 3797279 w 8340219"/>
              <a:gd name="connsiteY504" fmla="*/ 1678488 h 3645578"/>
              <a:gd name="connsiteX505" fmla="*/ 3859909 w 8340219"/>
              <a:gd name="connsiteY505" fmla="*/ 1590806 h 3645578"/>
              <a:gd name="connsiteX506" fmla="*/ 3884961 w 8340219"/>
              <a:gd name="connsiteY506" fmla="*/ 1553228 h 3645578"/>
              <a:gd name="connsiteX507" fmla="*/ 3910013 w 8340219"/>
              <a:gd name="connsiteY507" fmla="*/ 1465545 h 3645578"/>
              <a:gd name="connsiteX508" fmla="*/ 3935065 w 8340219"/>
              <a:gd name="connsiteY508" fmla="*/ 1427967 h 3645578"/>
              <a:gd name="connsiteX509" fmla="*/ 3935366 w 8340219"/>
              <a:gd name="connsiteY509" fmla="*/ 1409847 h 3645578"/>
              <a:gd name="connsiteX510" fmla="*/ 3915966 w 8340219"/>
              <a:gd name="connsiteY510" fmla="*/ 1422959 h 3645578"/>
              <a:gd name="connsiteX511" fmla="*/ 3833392 w 8340219"/>
              <a:gd name="connsiteY511" fmla="*/ 1452678 h 3645578"/>
              <a:gd name="connsiteX512" fmla="*/ 3632976 w 8340219"/>
              <a:gd name="connsiteY512" fmla="*/ 1477730 h 3645578"/>
              <a:gd name="connsiteX513" fmla="*/ 3595398 w 8340219"/>
              <a:gd name="connsiteY513" fmla="*/ 1502782 h 3645578"/>
              <a:gd name="connsiteX514" fmla="*/ 3557820 w 8340219"/>
              <a:gd name="connsiteY514" fmla="*/ 1515309 h 3645578"/>
              <a:gd name="connsiteX515" fmla="*/ 3495189 w 8340219"/>
              <a:gd name="connsiteY515" fmla="*/ 1552887 h 3645578"/>
              <a:gd name="connsiteX516" fmla="*/ 3244669 w 8340219"/>
              <a:gd name="connsiteY516" fmla="*/ 1577939 h 3645578"/>
              <a:gd name="connsiteX517" fmla="*/ 3119409 w 8340219"/>
              <a:gd name="connsiteY517" fmla="*/ 1602991 h 3645578"/>
              <a:gd name="connsiteX518" fmla="*/ 3081831 w 8340219"/>
              <a:gd name="connsiteY518" fmla="*/ 1628043 h 3645578"/>
              <a:gd name="connsiteX519" fmla="*/ 3044252 w 8340219"/>
              <a:gd name="connsiteY519" fmla="*/ 1640569 h 3645578"/>
              <a:gd name="connsiteX520" fmla="*/ 2994148 w 8340219"/>
              <a:gd name="connsiteY520" fmla="*/ 1653095 h 3645578"/>
              <a:gd name="connsiteX521" fmla="*/ 2956570 w 8340219"/>
              <a:gd name="connsiteY521" fmla="*/ 1678147 h 3645578"/>
              <a:gd name="connsiteX522" fmla="*/ 2918992 w 8340219"/>
              <a:gd name="connsiteY522" fmla="*/ 1690673 h 3645578"/>
              <a:gd name="connsiteX523" fmla="*/ 2906466 w 8340219"/>
              <a:gd name="connsiteY523" fmla="*/ 1728251 h 3645578"/>
              <a:gd name="connsiteX524" fmla="*/ 2831310 w 8340219"/>
              <a:gd name="connsiteY524" fmla="*/ 1790881 h 3645578"/>
              <a:gd name="connsiteX525" fmla="*/ 2793732 w 8340219"/>
              <a:gd name="connsiteY525" fmla="*/ 1815933 h 3645578"/>
              <a:gd name="connsiteX526" fmla="*/ 2743628 w 8340219"/>
              <a:gd name="connsiteY526" fmla="*/ 1840985 h 3645578"/>
              <a:gd name="connsiteX527" fmla="*/ 2718576 w 8340219"/>
              <a:gd name="connsiteY527" fmla="*/ 1878563 h 3645578"/>
              <a:gd name="connsiteX528" fmla="*/ 2668472 w 8340219"/>
              <a:gd name="connsiteY528" fmla="*/ 1928667 h 3645578"/>
              <a:gd name="connsiteX529" fmla="*/ 2629186 w 8340219"/>
              <a:gd name="connsiteY529" fmla="*/ 1943233 h 3645578"/>
              <a:gd name="connsiteX530" fmla="*/ 2635149 w 8340219"/>
              <a:gd name="connsiteY530" fmla="*/ 1936451 h 3645578"/>
              <a:gd name="connsiteX531" fmla="*/ 2638671 w 8340219"/>
              <a:gd name="connsiteY531" fmla="*/ 1932758 h 3645578"/>
              <a:gd name="connsiteX532" fmla="*/ 2636324 w 8340219"/>
              <a:gd name="connsiteY532" fmla="*/ 1935116 h 3645578"/>
              <a:gd name="connsiteX533" fmla="*/ 2635149 w 8340219"/>
              <a:gd name="connsiteY533" fmla="*/ 1936451 h 3645578"/>
              <a:gd name="connsiteX534" fmla="*/ 2630439 w 8340219"/>
              <a:gd name="connsiteY534" fmla="*/ 1941391 h 3645578"/>
              <a:gd name="connsiteX535" fmla="*/ 2605842 w 8340219"/>
              <a:gd name="connsiteY535" fmla="*/ 1966246 h 3645578"/>
              <a:gd name="connsiteX536" fmla="*/ 2530685 w 8340219"/>
              <a:gd name="connsiteY536" fmla="*/ 1991298 h 3645578"/>
              <a:gd name="connsiteX537" fmla="*/ 2493107 w 8340219"/>
              <a:gd name="connsiteY537" fmla="*/ 2016350 h 3645578"/>
              <a:gd name="connsiteX538" fmla="*/ 2455529 w 8340219"/>
              <a:gd name="connsiteY538" fmla="*/ 2028876 h 3645578"/>
              <a:gd name="connsiteX539" fmla="*/ 2443003 w 8340219"/>
              <a:gd name="connsiteY539" fmla="*/ 1966246 h 3645578"/>
              <a:gd name="connsiteX540" fmla="*/ 2505633 w 8340219"/>
              <a:gd name="connsiteY540" fmla="*/ 1941193 h 3645578"/>
              <a:gd name="connsiteX541" fmla="*/ 2543211 w 8340219"/>
              <a:gd name="connsiteY541" fmla="*/ 1916141 h 3645578"/>
              <a:gd name="connsiteX542" fmla="*/ 2605842 w 8340219"/>
              <a:gd name="connsiteY542" fmla="*/ 1878563 h 3645578"/>
              <a:gd name="connsiteX543" fmla="*/ 2693524 w 8340219"/>
              <a:gd name="connsiteY543" fmla="*/ 1815933 h 3645578"/>
              <a:gd name="connsiteX544" fmla="*/ 2743628 w 8340219"/>
              <a:gd name="connsiteY544" fmla="*/ 1728251 h 3645578"/>
              <a:gd name="connsiteX545" fmla="*/ 2706050 w 8340219"/>
              <a:gd name="connsiteY545" fmla="*/ 1628043 h 3645578"/>
              <a:gd name="connsiteX546" fmla="*/ 2605842 w 8340219"/>
              <a:gd name="connsiteY546" fmla="*/ 1665621 h 3645578"/>
              <a:gd name="connsiteX547" fmla="*/ 2530685 w 8340219"/>
              <a:gd name="connsiteY547" fmla="*/ 1690673 h 3645578"/>
              <a:gd name="connsiteX548" fmla="*/ 1516080 w 8340219"/>
              <a:gd name="connsiteY548" fmla="*/ 1703199 h 3645578"/>
              <a:gd name="connsiteX549" fmla="*/ 1440922 w 8340219"/>
              <a:gd name="connsiteY549" fmla="*/ 1690673 h 3645578"/>
              <a:gd name="connsiteX550" fmla="*/ 1491028 w 8340219"/>
              <a:gd name="connsiteY550" fmla="*/ 1678147 h 3645578"/>
              <a:gd name="connsiteX551" fmla="*/ 1603760 w 8340219"/>
              <a:gd name="connsiteY551" fmla="*/ 1653095 h 3645578"/>
              <a:gd name="connsiteX552" fmla="*/ 1716494 w 8340219"/>
              <a:gd name="connsiteY552" fmla="*/ 1640569 h 3645578"/>
              <a:gd name="connsiteX553" fmla="*/ 1804176 w 8340219"/>
              <a:gd name="connsiteY553" fmla="*/ 1615517 h 3645578"/>
              <a:gd name="connsiteX554" fmla="*/ 2079748 w 8340219"/>
              <a:gd name="connsiteY554" fmla="*/ 1590465 h 3645578"/>
              <a:gd name="connsiteX555" fmla="*/ 2255113 w 8340219"/>
              <a:gd name="connsiteY555" fmla="*/ 1565413 h 3645578"/>
              <a:gd name="connsiteX556" fmla="*/ 2305217 w 8340219"/>
              <a:gd name="connsiteY556" fmla="*/ 1552887 h 3645578"/>
              <a:gd name="connsiteX557" fmla="*/ 2768680 w 8340219"/>
              <a:gd name="connsiteY557" fmla="*/ 1527835 h 3645578"/>
              <a:gd name="connsiteX558" fmla="*/ 2944044 w 8340219"/>
              <a:gd name="connsiteY558" fmla="*/ 1477730 h 3645578"/>
              <a:gd name="connsiteX559" fmla="*/ 3044252 w 8340219"/>
              <a:gd name="connsiteY559" fmla="*/ 1452678 h 3645578"/>
              <a:gd name="connsiteX560" fmla="*/ 3119409 w 8340219"/>
              <a:gd name="connsiteY560" fmla="*/ 1427626 h 3645578"/>
              <a:gd name="connsiteX561" fmla="*/ 3269721 w 8340219"/>
              <a:gd name="connsiteY561" fmla="*/ 1390048 h 3645578"/>
              <a:gd name="connsiteX562" fmla="*/ 3394981 w 8340219"/>
              <a:gd name="connsiteY562" fmla="*/ 1352470 h 3645578"/>
              <a:gd name="connsiteX563" fmla="*/ 3432559 w 8340219"/>
              <a:gd name="connsiteY563" fmla="*/ 1339944 h 3645578"/>
              <a:gd name="connsiteX564" fmla="*/ 3470137 w 8340219"/>
              <a:gd name="connsiteY564" fmla="*/ 1302366 h 3645578"/>
              <a:gd name="connsiteX565" fmla="*/ 3520242 w 8340219"/>
              <a:gd name="connsiteY565" fmla="*/ 1277314 h 3645578"/>
              <a:gd name="connsiteX566" fmla="*/ 3589061 w 8340219"/>
              <a:gd name="connsiteY566" fmla="*/ 1203861 h 3645578"/>
              <a:gd name="connsiteX567" fmla="*/ 3604335 w 8340219"/>
              <a:gd name="connsiteY567" fmla="*/ 1183259 h 3645578"/>
              <a:gd name="connsiteX568" fmla="*/ 3426296 w 8340219"/>
              <a:gd name="connsiteY568" fmla="*/ 1177106 h 3645578"/>
              <a:gd name="connsiteX569" fmla="*/ 3313562 w 8340219"/>
              <a:gd name="connsiteY569" fmla="*/ 1152054 h 3645578"/>
              <a:gd name="connsiteX570" fmla="*/ 3263458 w 8340219"/>
              <a:gd name="connsiteY570" fmla="*/ 1127002 h 3645578"/>
              <a:gd name="connsiteX571" fmla="*/ 3225880 w 8340219"/>
              <a:gd name="connsiteY571" fmla="*/ 1101950 h 3645578"/>
              <a:gd name="connsiteX572" fmla="*/ 3188302 w 8340219"/>
              <a:gd name="connsiteY572" fmla="*/ 1089424 h 3645578"/>
              <a:gd name="connsiteX573" fmla="*/ 3138198 w 8340219"/>
              <a:gd name="connsiteY573" fmla="*/ 1064372 h 3645578"/>
              <a:gd name="connsiteX574" fmla="*/ 3125672 w 8340219"/>
              <a:gd name="connsiteY574" fmla="*/ 1026794 h 3645578"/>
              <a:gd name="connsiteX575" fmla="*/ 3063041 w 8340219"/>
              <a:gd name="connsiteY575" fmla="*/ 989215 h 3645578"/>
              <a:gd name="connsiteX576" fmla="*/ 3012937 w 8340219"/>
              <a:gd name="connsiteY576" fmla="*/ 976689 h 3645578"/>
              <a:gd name="connsiteX577" fmla="*/ 2925255 w 8340219"/>
              <a:gd name="connsiteY577" fmla="*/ 951637 h 3645578"/>
              <a:gd name="connsiteX578" fmla="*/ 2862625 w 8340219"/>
              <a:gd name="connsiteY578" fmla="*/ 939111 h 3645578"/>
              <a:gd name="connsiteX579" fmla="*/ 2825047 w 8340219"/>
              <a:gd name="connsiteY579" fmla="*/ 926585 h 3645578"/>
              <a:gd name="connsiteX580" fmla="*/ 2649682 w 8340219"/>
              <a:gd name="connsiteY580" fmla="*/ 914059 h 3645578"/>
              <a:gd name="connsiteX581" fmla="*/ 2612104 w 8340219"/>
              <a:gd name="connsiteY581" fmla="*/ 901533 h 3645578"/>
              <a:gd name="connsiteX582" fmla="*/ 2574526 w 8340219"/>
              <a:gd name="connsiteY582" fmla="*/ 876481 h 3645578"/>
              <a:gd name="connsiteX583" fmla="*/ 2511896 w 8340219"/>
              <a:gd name="connsiteY583" fmla="*/ 863955 h 3645578"/>
              <a:gd name="connsiteX584" fmla="*/ 2461792 w 8340219"/>
              <a:gd name="connsiteY584" fmla="*/ 851429 h 3645578"/>
              <a:gd name="connsiteX585" fmla="*/ 2374110 w 8340219"/>
              <a:gd name="connsiteY585" fmla="*/ 838903 h 3645578"/>
              <a:gd name="connsiteX586" fmla="*/ 2324006 w 8340219"/>
              <a:gd name="connsiteY586" fmla="*/ 826377 h 3645578"/>
              <a:gd name="connsiteX587" fmla="*/ 2297868 w 8340219"/>
              <a:gd name="connsiteY587" fmla="*/ 826377 h 3645578"/>
              <a:gd name="connsiteX588" fmla="*/ 2250327 w 8340219"/>
              <a:gd name="connsiteY588" fmla="*/ 845859 h 3645578"/>
              <a:gd name="connsiteX589" fmla="*/ 2174661 w 8340219"/>
              <a:gd name="connsiteY589" fmla="*/ 881018 h 3645578"/>
              <a:gd name="connsiteX590" fmla="*/ 2127894 w 8340219"/>
              <a:gd name="connsiteY590" fmla="*/ 925388 h 3645578"/>
              <a:gd name="connsiteX591" fmla="*/ 2081135 w 8340219"/>
              <a:gd name="connsiteY591" fmla="*/ 956286 h 3645578"/>
              <a:gd name="connsiteX592" fmla="*/ 2084309 w 8340219"/>
              <a:gd name="connsiteY592" fmla="*/ 953077 h 3645578"/>
              <a:gd name="connsiteX593" fmla="*/ 2085867 w 8340219"/>
              <a:gd name="connsiteY593" fmla="*/ 951567 h 3645578"/>
              <a:gd name="connsiteX594" fmla="*/ 2087199 w 8340219"/>
              <a:gd name="connsiteY594" fmla="*/ 950156 h 3645578"/>
              <a:gd name="connsiteX595" fmla="*/ 2084309 w 8340219"/>
              <a:gd name="connsiteY595" fmla="*/ 953077 h 3645578"/>
              <a:gd name="connsiteX596" fmla="*/ 2069889 w 8340219"/>
              <a:gd name="connsiteY596" fmla="*/ 967061 h 3645578"/>
              <a:gd name="connsiteX597" fmla="*/ 2032016 w 8340219"/>
              <a:gd name="connsiteY597" fmla="*/ 1003179 h 3645578"/>
              <a:gd name="connsiteX598" fmla="*/ 1578987 w 8340219"/>
              <a:gd name="connsiteY598" fmla="*/ 1077281 h 3645578"/>
              <a:gd name="connsiteX599" fmla="*/ 1466694 w 8340219"/>
              <a:gd name="connsiteY599" fmla="*/ 1078422 h 3645578"/>
              <a:gd name="connsiteX600" fmla="*/ 1338816 w 8340219"/>
              <a:gd name="connsiteY600" fmla="*/ 1094352 h 3645578"/>
              <a:gd name="connsiteX601" fmla="*/ 1226525 w 8340219"/>
              <a:gd name="connsiteY601" fmla="*/ 1095493 h 3645578"/>
              <a:gd name="connsiteX602" fmla="*/ 1170378 w 8340219"/>
              <a:gd name="connsiteY602" fmla="*/ 1096063 h 3645578"/>
              <a:gd name="connsiteX603" fmla="*/ 1078365 w 8340219"/>
              <a:gd name="connsiteY603" fmla="*/ 1104314 h 3645578"/>
              <a:gd name="connsiteX604" fmla="*/ 1019873 w 8340219"/>
              <a:gd name="connsiteY604" fmla="*/ 1093934 h 3645578"/>
              <a:gd name="connsiteX605" fmla="*/ 963728 w 8340219"/>
              <a:gd name="connsiteY605" fmla="*/ 1094504 h 3645578"/>
              <a:gd name="connsiteX606" fmla="*/ 779702 w 8340219"/>
              <a:gd name="connsiteY606" fmla="*/ 1111005 h 3645578"/>
              <a:gd name="connsiteX607" fmla="*/ 315773 w 8340219"/>
              <a:gd name="connsiteY607" fmla="*/ 1221798 h 3645578"/>
              <a:gd name="connsiteX608" fmla="*/ 266660 w 8340219"/>
              <a:gd name="connsiteY608" fmla="*/ 1255218 h 3645578"/>
              <a:gd name="connsiteX609" fmla="*/ 215206 w 8340219"/>
              <a:gd name="connsiteY609" fmla="*/ 1277688 h 3645578"/>
              <a:gd name="connsiteX610" fmla="*/ 121051 w 8340219"/>
              <a:gd name="connsiteY610" fmla="*/ 1303381 h 3645578"/>
              <a:gd name="connsiteX611" fmla="*/ 234238 w 8340219"/>
              <a:gd name="connsiteY611" fmla="*/ 1218786 h 3645578"/>
              <a:gd name="connsiteX612" fmla="*/ 373438 w 8340219"/>
              <a:gd name="connsiteY612" fmla="*/ 1140737 h 3645578"/>
              <a:gd name="connsiteX613" fmla="*/ 512220 w 8340219"/>
              <a:gd name="connsiteY613" fmla="*/ 1088116 h 3645578"/>
              <a:gd name="connsiteX614" fmla="*/ 561330 w 8340219"/>
              <a:gd name="connsiteY614" fmla="*/ 1054696 h 3645578"/>
              <a:gd name="connsiteX615" fmla="*/ 702456 w 8340219"/>
              <a:gd name="connsiteY615" fmla="*/ 1013025 h 3645578"/>
              <a:gd name="connsiteX616" fmla="*/ 753910 w 8340219"/>
              <a:gd name="connsiteY616" fmla="*/ 990555 h 3645578"/>
              <a:gd name="connsiteX617" fmla="*/ 877101 w 8340219"/>
              <a:gd name="connsiteY617" fmla="*/ 952724 h 3645578"/>
              <a:gd name="connsiteX618" fmla="*/ 1130518 w 8340219"/>
              <a:gd name="connsiteY618" fmla="*/ 909913 h 3645578"/>
              <a:gd name="connsiteX619" fmla="*/ 1247498 w 8340219"/>
              <a:gd name="connsiteY619" fmla="*/ 930672 h 3645578"/>
              <a:gd name="connsiteX620" fmla="*/ 1362134 w 8340219"/>
              <a:gd name="connsiteY620" fmla="*/ 940482 h 3645578"/>
              <a:gd name="connsiteX621" fmla="*/ 1418279 w 8340219"/>
              <a:gd name="connsiteY621" fmla="*/ 939911 h 3645578"/>
              <a:gd name="connsiteX622" fmla="*/ 1535260 w 8340219"/>
              <a:gd name="connsiteY622" fmla="*/ 960671 h 3645578"/>
              <a:gd name="connsiteX623" fmla="*/ 1647551 w 8340219"/>
              <a:gd name="connsiteY623" fmla="*/ 959530 h 3645578"/>
              <a:gd name="connsiteX624" fmla="*/ 1983602 w 8340219"/>
              <a:gd name="connsiteY624" fmla="*/ 864669 h 3645578"/>
              <a:gd name="connsiteX625" fmla="*/ 2077135 w 8340219"/>
              <a:gd name="connsiteY625" fmla="*/ 775928 h 3645578"/>
              <a:gd name="connsiteX626" fmla="*/ 2146725 w 8340219"/>
              <a:gd name="connsiteY626" fmla="*/ 745810 h 3645578"/>
              <a:gd name="connsiteX627" fmla="*/ 2184252 w 8340219"/>
              <a:gd name="connsiteY627" fmla="*/ 731895 h 3645578"/>
              <a:gd name="connsiteX628" fmla="*/ 2144620 w 8340219"/>
              <a:gd name="connsiteY628" fmla="*/ 679054 h 3645578"/>
              <a:gd name="connsiteX629" fmla="*/ 2049743 w 8340219"/>
              <a:gd name="connsiteY629" fmla="*/ 664102 h 3645578"/>
              <a:gd name="connsiteX630" fmla="*/ 2011559 w 8340219"/>
              <a:gd name="connsiteY630" fmla="*/ 656873 h 3645578"/>
              <a:gd name="connsiteX631" fmla="*/ 1961234 w 8340219"/>
              <a:gd name="connsiteY631" fmla="*/ 651367 h 3645578"/>
              <a:gd name="connsiteX632" fmla="*/ 1884865 w 8340219"/>
              <a:gd name="connsiteY632" fmla="*/ 636908 h 3645578"/>
              <a:gd name="connsiteX633" fmla="*/ 1735650 w 8340219"/>
              <a:gd name="connsiteY633" fmla="*/ 632793 h 3645578"/>
              <a:gd name="connsiteX634" fmla="*/ 1400798 w 8340219"/>
              <a:gd name="connsiteY634" fmla="*/ 629734 h 3645578"/>
              <a:gd name="connsiteX635" fmla="*/ 996622 w 8340219"/>
              <a:gd name="connsiteY635" fmla="*/ 661823 h 3645578"/>
              <a:gd name="connsiteX636" fmla="*/ 958434 w 8340219"/>
              <a:gd name="connsiteY636" fmla="*/ 654593 h 3645578"/>
              <a:gd name="connsiteX637" fmla="*/ 835263 w 8340219"/>
              <a:gd name="connsiteY637" fmla="*/ 659432 h 3645578"/>
              <a:gd name="connsiteX638" fmla="*/ 673722 w 8340219"/>
              <a:gd name="connsiteY638" fmla="*/ 568505 h 3645578"/>
              <a:gd name="connsiteX639" fmla="*/ 1270395 w 8340219"/>
              <a:gd name="connsiteY639" fmla="*/ 496431 h 3645578"/>
              <a:gd name="connsiteX640" fmla="*/ 1308579 w 8340219"/>
              <a:gd name="connsiteY640" fmla="*/ 503660 h 3645578"/>
              <a:gd name="connsiteX641" fmla="*/ 1433512 w 8340219"/>
              <a:gd name="connsiteY641" fmla="*/ 511224 h 3645578"/>
              <a:gd name="connsiteX642" fmla="*/ 1509882 w 8340219"/>
              <a:gd name="connsiteY642" fmla="*/ 525683 h 3645578"/>
              <a:gd name="connsiteX643" fmla="*/ 1633053 w 8340219"/>
              <a:gd name="connsiteY643" fmla="*/ 520845 h 3645578"/>
              <a:gd name="connsiteX644" fmla="*/ 1683379 w 8340219"/>
              <a:gd name="connsiteY644" fmla="*/ 526350 h 3645578"/>
              <a:gd name="connsiteX645" fmla="*/ 1770126 w 8340219"/>
              <a:gd name="connsiteY645" fmla="*/ 526684 h 3645578"/>
              <a:gd name="connsiteX646" fmla="*/ 1967906 w 8340219"/>
              <a:gd name="connsiteY646" fmla="*/ 523903 h 3645578"/>
              <a:gd name="connsiteX647" fmla="*/ 2042513 w 8340219"/>
              <a:gd name="connsiteY647" fmla="*/ 525961 h 3645578"/>
              <a:gd name="connsiteX648" fmla="*/ 2094600 w 8340219"/>
              <a:gd name="connsiteY648" fmla="*/ 543868 h 3645578"/>
              <a:gd name="connsiteX649" fmla="*/ 2255660 w 8340219"/>
              <a:gd name="connsiteY649" fmla="*/ 656791 h 3645578"/>
              <a:gd name="connsiteX650" fmla="*/ 2259850 w 8340219"/>
              <a:gd name="connsiteY650" fmla="*/ 656974 h 3645578"/>
              <a:gd name="connsiteX651" fmla="*/ 2612104 w 8340219"/>
              <a:gd name="connsiteY651" fmla="*/ 701117 h 3645578"/>
              <a:gd name="connsiteX652" fmla="*/ 2774943 w 8340219"/>
              <a:gd name="connsiteY652" fmla="*/ 751221 h 3645578"/>
              <a:gd name="connsiteX653" fmla="*/ 2887677 w 8340219"/>
              <a:gd name="connsiteY653" fmla="*/ 763747 h 3645578"/>
              <a:gd name="connsiteX654" fmla="*/ 3125672 w 8340219"/>
              <a:gd name="connsiteY654" fmla="*/ 813851 h 3645578"/>
              <a:gd name="connsiteX655" fmla="*/ 3200828 w 8340219"/>
              <a:gd name="connsiteY655" fmla="*/ 863955 h 3645578"/>
              <a:gd name="connsiteX656" fmla="*/ 3275984 w 8340219"/>
              <a:gd name="connsiteY656" fmla="*/ 914059 h 3645578"/>
              <a:gd name="connsiteX657" fmla="*/ 3401244 w 8340219"/>
              <a:gd name="connsiteY657" fmla="*/ 939111 h 3645578"/>
              <a:gd name="connsiteX658" fmla="*/ 3952275 w 8340219"/>
              <a:gd name="connsiteY658" fmla="*/ 930223 h 3645578"/>
              <a:gd name="connsiteX659" fmla="*/ 3958426 w 8340219"/>
              <a:gd name="connsiteY659" fmla="*/ 901650 h 3645578"/>
              <a:gd name="connsiteX660" fmla="*/ 3972644 w 8340219"/>
              <a:gd name="connsiteY660" fmla="*/ 851770 h 3645578"/>
              <a:gd name="connsiteX661" fmla="*/ 3985170 w 8340219"/>
              <a:gd name="connsiteY661" fmla="*/ 789140 h 3645578"/>
              <a:gd name="connsiteX662" fmla="*/ 3997696 w 8340219"/>
              <a:gd name="connsiteY662" fmla="*/ 751562 h 3645578"/>
              <a:gd name="connsiteX663" fmla="*/ 4010222 w 8340219"/>
              <a:gd name="connsiteY663" fmla="*/ 701458 h 3645578"/>
              <a:gd name="connsiteX664" fmla="*/ 4022748 w 8340219"/>
              <a:gd name="connsiteY664" fmla="*/ 663880 h 3645578"/>
              <a:gd name="connsiteX665" fmla="*/ 4047800 w 8340219"/>
              <a:gd name="connsiteY665" fmla="*/ 563671 h 3645578"/>
              <a:gd name="connsiteX666" fmla="*/ 4047800 w 8340219"/>
              <a:gd name="connsiteY666" fmla="*/ 150313 h 3645578"/>
              <a:gd name="connsiteX667" fmla="*/ 3972644 w 8340219"/>
              <a:gd name="connsiteY667" fmla="*/ 75156 h 3645578"/>
              <a:gd name="connsiteX668" fmla="*/ 3985170 w 8340219"/>
              <a:gd name="connsiteY668" fmla="*/ 37578 h 3645578"/>
              <a:gd name="connsiteX669" fmla="*/ 4060326 w 8340219"/>
              <a:gd name="connsiteY669" fmla="*/ 0 h 3645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</a:cxnLst>
            <a:rect l="l" t="t" r="r" b="b"/>
            <a:pathLst>
              <a:path w="8340219" h="3645578">
                <a:moveTo>
                  <a:pt x="5078805" y="3591803"/>
                </a:moveTo>
                <a:lnTo>
                  <a:pt x="5089771" y="3630990"/>
                </a:lnTo>
                <a:lnTo>
                  <a:pt x="5079722" y="3645578"/>
                </a:lnTo>
                <a:cubicBezTo>
                  <a:pt x="5079416" y="3627653"/>
                  <a:pt x="5079111" y="3609728"/>
                  <a:pt x="5078805" y="3591803"/>
                </a:cubicBezTo>
                <a:close/>
                <a:moveTo>
                  <a:pt x="5070497" y="3562111"/>
                </a:moveTo>
                <a:lnTo>
                  <a:pt x="5078423" y="3569397"/>
                </a:lnTo>
                <a:cubicBezTo>
                  <a:pt x="5078550" y="3576866"/>
                  <a:pt x="5078678" y="3584334"/>
                  <a:pt x="5078805" y="3591803"/>
                </a:cubicBezTo>
                <a:lnTo>
                  <a:pt x="5070497" y="3562111"/>
                </a:lnTo>
                <a:close/>
                <a:moveTo>
                  <a:pt x="5636468" y="3530885"/>
                </a:moveTo>
                <a:lnTo>
                  <a:pt x="5645310" y="3583936"/>
                </a:lnTo>
                <a:lnTo>
                  <a:pt x="5632784" y="3571410"/>
                </a:lnTo>
                <a:lnTo>
                  <a:pt x="5636468" y="3530885"/>
                </a:lnTo>
                <a:close/>
                <a:moveTo>
                  <a:pt x="5639260" y="3500179"/>
                </a:moveTo>
                <a:lnTo>
                  <a:pt x="5636468" y="3530885"/>
                </a:lnTo>
                <a:lnTo>
                  <a:pt x="5632784" y="3508780"/>
                </a:lnTo>
                <a:lnTo>
                  <a:pt x="5639260" y="3500179"/>
                </a:lnTo>
                <a:close/>
                <a:moveTo>
                  <a:pt x="3452918" y="3477948"/>
                </a:moveTo>
                <a:cubicBezTo>
                  <a:pt x="3452613" y="3495873"/>
                  <a:pt x="3452307" y="3513798"/>
                  <a:pt x="3452002" y="3531723"/>
                </a:cubicBezTo>
                <a:lnTo>
                  <a:pt x="3441953" y="3517135"/>
                </a:lnTo>
                <a:lnTo>
                  <a:pt x="3452918" y="3477948"/>
                </a:lnTo>
                <a:close/>
                <a:moveTo>
                  <a:pt x="3461227" y="3448256"/>
                </a:moveTo>
                <a:lnTo>
                  <a:pt x="3452918" y="3477948"/>
                </a:lnTo>
                <a:cubicBezTo>
                  <a:pt x="3453045" y="3470479"/>
                  <a:pt x="3453173" y="3463011"/>
                  <a:pt x="3453300" y="3455542"/>
                </a:cubicBezTo>
                <a:lnTo>
                  <a:pt x="3461227" y="3448256"/>
                </a:lnTo>
                <a:close/>
                <a:moveTo>
                  <a:pt x="6661632" y="2140021"/>
                </a:moveTo>
                <a:lnTo>
                  <a:pt x="6694102" y="2160072"/>
                </a:lnTo>
                <a:cubicBezTo>
                  <a:pt x="6694046" y="2166434"/>
                  <a:pt x="6693991" y="2172796"/>
                  <a:pt x="6693935" y="2179158"/>
                </a:cubicBezTo>
                <a:lnTo>
                  <a:pt x="6661632" y="2140021"/>
                </a:lnTo>
                <a:close/>
                <a:moveTo>
                  <a:pt x="6648172" y="2123715"/>
                </a:moveTo>
                <a:lnTo>
                  <a:pt x="6661632" y="2140021"/>
                </a:lnTo>
                <a:lnTo>
                  <a:pt x="6636669" y="2124607"/>
                </a:lnTo>
                <a:lnTo>
                  <a:pt x="6648172" y="2123715"/>
                </a:lnTo>
                <a:close/>
                <a:moveTo>
                  <a:pt x="77610" y="1315235"/>
                </a:moveTo>
                <a:lnTo>
                  <a:pt x="20279" y="1330879"/>
                </a:lnTo>
                <a:lnTo>
                  <a:pt x="0" y="1323769"/>
                </a:lnTo>
                <a:lnTo>
                  <a:pt x="77610" y="1315235"/>
                </a:lnTo>
                <a:close/>
                <a:moveTo>
                  <a:pt x="121051" y="1303381"/>
                </a:moveTo>
                <a:lnTo>
                  <a:pt x="109947" y="1311679"/>
                </a:lnTo>
                <a:lnTo>
                  <a:pt x="77610" y="1315235"/>
                </a:lnTo>
                <a:lnTo>
                  <a:pt x="121051" y="1303381"/>
                </a:lnTo>
                <a:close/>
                <a:moveTo>
                  <a:pt x="5595879" y="752741"/>
                </a:moveTo>
                <a:lnTo>
                  <a:pt x="5589041" y="754416"/>
                </a:lnTo>
                <a:cubicBezTo>
                  <a:pt x="5583306" y="755792"/>
                  <a:pt x="5589033" y="754331"/>
                  <a:pt x="5595724" y="752769"/>
                </a:cubicBezTo>
                <a:lnTo>
                  <a:pt x="5595879" y="752741"/>
                </a:lnTo>
                <a:close/>
                <a:moveTo>
                  <a:pt x="4060326" y="0"/>
                </a:moveTo>
                <a:lnTo>
                  <a:pt x="4761783" y="12526"/>
                </a:lnTo>
                <a:cubicBezTo>
                  <a:pt x="4774979" y="12973"/>
                  <a:pt x="4786552" y="21850"/>
                  <a:pt x="4799361" y="25052"/>
                </a:cubicBezTo>
                <a:cubicBezTo>
                  <a:pt x="4820015" y="30216"/>
                  <a:pt x="4840865" y="34937"/>
                  <a:pt x="4861991" y="37578"/>
                </a:cubicBezTo>
                <a:cubicBezTo>
                  <a:pt x="4941145" y="47472"/>
                  <a:pt x="5020654" y="54279"/>
                  <a:pt x="5099986" y="62630"/>
                </a:cubicBezTo>
                <a:cubicBezTo>
                  <a:pt x="5135516" y="204750"/>
                  <a:pt x="5127358" y="152164"/>
                  <a:pt x="5099986" y="425885"/>
                </a:cubicBezTo>
                <a:cubicBezTo>
                  <a:pt x="5097749" y="448258"/>
                  <a:pt x="5083285" y="467638"/>
                  <a:pt x="5074934" y="488515"/>
                </a:cubicBezTo>
                <a:cubicBezTo>
                  <a:pt x="5087460" y="563671"/>
                  <a:pt x="5087342" y="642069"/>
                  <a:pt x="5112512" y="713984"/>
                </a:cubicBezTo>
                <a:cubicBezTo>
                  <a:pt x="5118680" y="731608"/>
                  <a:pt x="5146404" y="729772"/>
                  <a:pt x="5162616" y="739036"/>
                </a:cubicBezTo>
                <a:cubicBezTo>
                  <a:pt x="5175687" y="746505"/>
                  <a:pt x="5186729" y="757355"/>
                  <a:pt x="5200194" y="764088"/>
                </a:cubicBezTo>
                <a:cubicBezTo>
                  <a:pt x="5227054" y="777518"/>
                  <a:pt x="5274675" y="783423"/>
                  <a:pt x="5300402" y="789140"/>
                </a:cubicBezTo>
                <a:cubicBezTo>
                  <a:pt x="5347590" y="799626"/>
                  <a:pt x="5346236" y="800242"/>
                  <a:pt x="5388085" y="814192"/>
                </a:cubicBezTo>
                <a:cubicBezTo>
                  <a:pt x="5503570" y="785321"/>
                  <a:pt x="5360865" y="822358"/>
                  <a:pt x="5513345" y="776614"/>
                </a:cubicBezTo>
                <a:cubicBezTo>
                  <a:pt x="5529834" y="771667"/>
                  <a:pt x="5546896" y="768817"/>
                  <a:pt x="5563449" y="764088"/>
                </a:cubicBezTo>
                <a:cubicBezTo>
                  <a:pt x="5594897" y="755103"/>
                  <a:pt x="5606311" y="751492"/>
                  <a:pt x="5608191" y="750518"/>
                </a:cubicBezTo>
                <a:lnTo>
                  <a:pt x="5595879" y="752741"/>
                </a:lnTo>
                <a:lnTo>
                  <a:pt x="5607552" y="749881"/>
                </a:lnTo>
                <a:lnTo>
                  <a:pt x="5651131" y="739036"/>
                </a:lnTo>
                <a:cubicBezTo>
                  <a:pt x="5767432" y="651810"/>
                  <a:pt x="5636715" y="745180"/>
                  <a:pt x="5751339" y="676406"/>
                </a:cubicBezTo>
                <a:cubicBezTo>
                  <a:pt x="5857863" y="612492"/>
                  <a:pt x="5787541" y="636041"/>
                  <a:pt x="5876600" y="613776"/>
                </a:cubicBezTo>
                <a:cubicBezTo>
                  <a:pt x="5889126" y="605425"/>
                  <a:pt x="5900713" y="595457"/>
                  <a:pt x="5914178" y="588724"/>
                </a:cubicBezTo>
                <a:cubicBezTo>
                  <a:pt x="5925988" y="582819"/>
                  <a:pt x="5940292" y="582748"/>
                  <a:pt x="5951756" y="576197"/>
                </a:cubicBezTo>
                <a:cubicBezTo>
                  <a:pt x="5969882" y="565839"/>
                  <a:pt x="5985159" y="551145"/>
                  <a:pt x="6001860" y="538619"/>
                </a:cubicBezTo>
                <a:lnTo>
                  <a:pt x="6615635" y="551145"/>
                </a:lnTo>
                <a:cubicBezTo>
                  <a:pt x="6657447" y="552538"/>
                  <a:pt x="6687363" y="553928"/>
                  <a:pt x="6715354" y="557406"/>
                </a:cubicBezTo>
                <a:lnTo>
                  <a:pt x="6796777" y="574759"/>
                </a:lnTo>
                <a:lnTo>
                  <a:pt x="6795790" y="572403"/>
                </a:lnTo>
                <a:lnTo>
                  <a:pt x="6801378" y="575739"/>
                </a:lnTo>
                <a:lnTo>
                  <a:pt x="6803526" y="576197"/>
                </a:lnTo>
                <a:cubicBezTo>
                  <a:pt x="6832050" y="584347"/>
                  <a:pt x="6856725" y="591819"/>
                  <a:pt x="6878682" y="613776"/>
                </a:cubicBezTo>
                <a:lnTo>
                  <a:pt x="6889711" y="628481"/>
                </a:lnTo>
                <a:lnTo>
                  <a:pt x="7020357" y="706487"/>
                </a:lnTo>
                <a:cubicBezTo>
                  <a:pt x="7031666" y="713300"/>
                  <a:pt x="7042311" y="721195"/>
                  <a:pt x="7053736" y="727814"/>
                </a:cubicBezTo>
                <a:cubicBezTo>
                  <a:pt x="7068632" y="736444"/>
                  <a:pt x="7084480" y="743376"/>
                  <a:pt x="7099261" y="752202"/>
                </a:cubicBezTo>
                <a:cubicBezTo>
                  <a:pt x="7121934" y="765739"/>
                  <a:pt x="7142175" y="783508"/>
                  <a:pt x="7166019" y="794856"/>
                </a:cubicBezTo>
                <a:cubicBezTo>
                  <a:pt x="7250351" y="834991"/>
                  <a:pt x="7203990" y="814235"/>
                  <a:pt x="7305657" y="855872"/>
                </a:cubicBezTo>
                <a:cubicBezTo>
                  <a:pt x="7445261" y="945071"/>
                  <a:pt x="7352124" y="892608"/>
                  <a:pt x="7621370" y="987085"/>
                </a:cubicBezTo>
                <a:cubicBezTo>
                  <a:pt x="7807246" y="1052307"/>
                  <a:pt x="7785557" y="1042470"/>
                  <a:pt x="8016082" y="1112366"/>
                </a:cubicBezTo>
                <a:cubicBezTo>
                  <a:pt x="8027208" y="1119475"/>
                  <a:pt x="8037298" y="1128558"/>
                  <a:pt x="8049462" y="1133693"/>
                </a:cubicBezTo>
                <a:cubicBezTo>
                  <a:pt x="8088120" y="1150013"/>
                  <a:pt x="8133229" y="1152756"/>
                  <a:pt x="8167866" y="1176442"/>
                </a:cubicBezTo>
                <a:cubicBezTo>
                  <a:pt x="8263955" y="1242152"/>
                  <a:pt x="8238308" y="1256858"/>
                  <a:pt x="8286080" y="1322483"/>
                </a:cubicBezTo>
                <a:cubicBezTo>
                  <a:pt x="8294940" y="1334654"/>
                  <a:pt x="8306293" y="1344798"/>
                  <a:pt x="8316399" y="1355956"/>
                </a:cubicBezTo>
                <a:cubicBezTo>
                  <a:pt x="8334133" y="1436452"/>
                  <a:pt x="8327053" y="1392042"/>
                  <a:pt x="8334382" y="1489663"/>
                </a:cubicBezTo>
                <a:cubicBezTo>
                  <a:pt x="8335370" y="1502829"/>
                  <a:pt x="8337372" y="1515959"/>
                  <a:pt x="8337348" y="1529162"/>
                </a:cubicBezTo>
                <a:cubicBezTo>
                  <a:pt x="8337316" y="1546377"/>
                  <a:pt x="8336712" y="1563601"/>
                  <a:pt x="8337253" y="1580808"/>
                </a:cubicBezTo>
                <a:cubicBezTo>
                  <a:pt x="8337669" y="1594005"/>
                  <a:pt x="8340219" y="1620308"/>
                  <a:pt x="8340219" y="1620308"/>
                </a:cubicBezTo>
                <a:lnTo>
                  <a:pt x="8225348" y="1307182"/>
                </a:lnTo>
                <a:lnTo>
                  <a:pt x="7693965" y="1160384"/>
                </a:lnTo>
                <a:cubicBezTo>
                  <a:pt x="7681310" y="1156617"/>
                  <a:pt x="7672336" y="1145079"/>
                  <a:pt x="7660586" y="1139057"/>
                </a:cubicBezTo>
                <a:cubicBezTo>
                  <a:pt x="7622693" y="1119636"/>
                  <a:pt x="7582775" y="1104268"/>
                  <a:pt x="7545241" y="1084161"/>
                </a:cubicBezTo>
                <a:cubicBezTo>
                  <a:pt x="7521963" y="1071692"/>
                  <a:pt x="7503321" y="1050475"/>
                  <a:pt x="7478483" y="1041507"/>
                </a:cubicBezTo>
                <a:lnTo>
                  <a:pt x="7360079" y="998758"/>
                </a:lnTo>
                <a:cubicBezTo>
                  <a:pt x="7344904" y="990629"/>
                  <a:pt x="7330226" y="981496"/>
                  <a:pt x="7314554" y="974370"/>
                </a:cubicBezTo>
                <a:cubicBezTo>
                  <a:pt x="7287676" y="962153"/>
                  <a:pt x="7260045" y="951658"/>
                  <a:pt x="7232589" y="940802"/>
                </a:cubicBezTo>
                <a:cubicBezTo>
                  <a:pt x="7169980" y="916048"/>
                  <a:pt x="7106059" y="894502"/>
                  <a:pt x="7044366" y="867545"/>
                </a:cubicBezTo>
                <a:lnTo>
                  <a:pt x="6974548" y="837037"/>
                </a:lnTo>
                <a:cubicBezTo>
                  <a:pt x="6941426" y="800469"/>
                  <a:pt x="6958827" y="807242"/>
                  <a:pt x="6932082" y="800504"/>
                </a:cubicBezTo>
                <a:lnTo>
                  <a:pt x="6905208" y="759667"/>
                </a:lnTo>
                <a:lnTo>
                  <a:pt x="6853630" y="739036"/>
                </a:lnTo>
                <a:cubicBezTo>
                  <a:pt x="6837298" y="733592"/>
                  <a:pt x="6820437" y="729731"/>
                  <a:pt x="6803526" y="726510"/>
                </a:cubicBezTo>
                <a:cubicBezTo>
                  <a:pt x="6732721" y="713023"/>
                  <a:pt x="6590583" y="688932"/>
                  <a:pt x="6590583" y="688932"/>
                </a:cubicBezTo>
                <a:cubicBezTo>
                  <a:pt x="6473674" y="693107"/>
                  <a:pt x="6356596" y="693926"/>
                  <a:pt x="6239855" y="701458"/>
                </a:cubicBezTo>
                <a:cubicBezTo>
                  <a:pt x="6226679" y="702308"/>
                  <a:pt x="6293067" y="683872"/>
                  <a:pt x="6202276" y="713984"/>
                </a:cubicBezTo>
                <a:lnTo>
                  <a:pt x="5695110" y="882131"/>
                </a:lnTo>
                <a:cubicBezTo>
                  <a:pt x="5703461" y="928060"/>
                  <a:pt x="6109397" y="954950"/>
                  <a:pt x="6202276" y="977030"/>
                </a:cubicBezTo>
                <a:cubicBezTo>
                  <a:pt x="6295155" y="999110"/>
                  <a:pt x="6234255" y="1004250"/>
                  <a:pt x="6252381" y="1014608"/>
                </a:cubicBezTo>
                <a:cubicBezTo>
                  <a:pt x="6263845" y="1021159"/>
                  <a:pt x="6277263" y="1023507"/>
                  <a:pt x="6289959" y="1027134"/>
                </a:cubicBezTo>
                <a:cubicBezTo>
                  <a:pt x="6306512" y="1031864"/>
                  <a:pt x="6323230" y="1036054"/>
                  <a:pt x="6340063" y="1039661"/>
                </a:cubicBezTo>
                <a:cubicBezTo>
                  <a:pt x="6381698" y="1048583"/>
                  <a:pt x="6425788" y="1048899"/>
                  <a:pt x="6465323" y="1064713"/>
                </a:cubicBezTo>
                <a:cubicBezTo>
                  <a:pt x="6590903" y="1114945"/>
                  <a:pt x="6470181" y="1069928"/>
                  <a:pt x="6578057" y="1102291"/>
                </a:cubicBezTo>
                <a:cubicBezTo>
                  <a:pt x="6603350" y="1109879"/>
                  <a:pt x="6653213" y="1127343"/>
                  <a:pt x="6653213" y="1127343"/>
                </a:cubicBezTo>
                <a:cubicBezTo>
                  <a:pt x="6751106" y="1200762"/>
                  <a:pt x="6659969" y="1140662"/>
                  <a:pt x="6740896" y="1177447"/>
                </a:cubicBezTo>
                <a:cubicBezTo>
                  <a:pt x="6881441" y="1241331"/>
                  <a:pt x="6792344" y="1217799"/>
                  <a:pt x="6903734" y="1240077"/>
                </a:cubicBezTo>
                <a:cubicBezTo>
                  <a:pt x="6953838" y="1265129"/>
                  <a:pt x="7014435" y="1275622"/>
                  <a:pt x="7054046" y="1315233"/>
                </a:cubicBezTo>
                <a:cubicBezTo>
                  <a:pt x="7143304" y="1404491"/>
                  <a:pt x="7042012" y="1308112"/>
                  <a:pt x="7129202" y="1377863"/>
                </a:cubicBezTo>
                <a:cubicBezTo>
                  <a:pt x="7138424" y="1385240"/>
                  <a:pt x="7144429" y="1396364"/>
                  <a:pt x="7154255" y="1402915"/>
                </a:cubicBezTo>
                <a:cubicBezTo>
                  <a:pt x="7169792" y="1413273"/>
                  <a:pt x="7187658" y="1419616"/>
                  <a:pt x="7204359" y="1427967"/>
                </a:cubicBezTo>
                <a:cubicBezTo>
                  <a:pt x="7212710" y="1444668"/>
                  <a:pt x="7222056" y="1460908"/>
                  <a:pt x="7229411" y="1478071"/>
                </a:cubicBezTo>
                <a:cubicBezTo>
                  <a:pt x="7234612" y="1490207"/>
                  <a:pt x="7235386" y="1504186"/>
                  <a:pt x="7241937" y="1515650"/>
                </a:cubicBezTo>
                <a:cubicBezTo>
                  <a:pt x="7252295" y="1533776"/>
                  <a:pt x="7268450" y="1548051"/>
                  <a:pt x="7279515" y="1565754"/>
                </a:cubicBezTo>
                <a:cubicBezTo>
                  <a:pt x="7289411" y="1581588"/>
                  <a:pt x="7296983" y="1598795"/>
                  <a:pt x="7304567" y="1615858"/>
                </a:cubicBezTo>
                <a:cubicBezTo>
                  <a:pt x="7313699" y="1636405"/>
                  <a:pt x="7317702" y="1659421"/>
                  <a:pt x="7329619" y="1678488"/>
                </a:cubicBezTo>
                <a:cubicBezTo>
                  <a:pt x="7339008" y="1693510"/>
                  <a:pt x="7354671" y="1703540"/>
                  <a:pt x="7367197" y="1716066"/>
                </a:cubicBezTo>
                <a:cubicBezTo>
                  <a:pt x="7371372" y="1728592"/>
                  <a:pt x="7373311" y="1742102"/>
                  <a:pt x="7379723" y="1753644"/>
                </a:cubicBezTo>
                <a:cubicBezTo>
                  <a:pt x="7394345" y="1779964"/>
                  <a:pt x="7420306" y="1800236"/>
                  <a:pt x="7429827" y="1828800"/>
                </a:cubicBezTo>
                <a:cubicBezTo>
                  <a:pt x="7441653" y="1864278"/>
                  <a:pt x="7441255" y="1874070"/>
                  <a:pt x="7467405" y="1903956"/>
                </a:cubicBezTo>
                <a:cubicBezTo>
                  <a:pt x="7486847" y="1926175"/>
                  <a:pt x="7513658" y="1942021"/>
                  <a:pt x="7530035" y="1966587"/>
                </a:cubicBezTo>
                <a:cubicBezTo>
                  <a:pt x="7538386" y="1979113"/>
                  <a:pt x="7569065" y="1998574"/>
                  <a:pt x="7555087" y="2004165"/>
                </a:cubicBezTo>
                <a:cubicBezTo>
                  <a:pt x="7527675" y="2015130"/>
                  <a:pt x="7496632" y="1995814"/>
                  <a:pt x="7467405" y="1991639"/>
                </a:cubicBezTo>
                <a:cubicBezTo>
                  <a:pt x="7454879" y="1974937"/>
                  <a:pt x="7443793" y="1957052"/>
                  <a:pt x="7429827" y="1941534"/>
                </a:cubicBezTo>
                <a:cubicBezTo>
                  <a:pt x="7406126" y="1915200"/>
                  <a:pt x="7354671" y="1866378"/>
                  <a:pt x="7354671" y="1866378"/>
                </a:cubicBezTo>
                <a:cubicBezTo>
                  <a:pt x="7350496" y="1853852"/>
                  <a:pt x="7351481" y="1838136"/>
                  <a:pt x="7342145" y="1828800"/>
                </a:cubicBezTo>
                <a:cubicBezTo>
                  <a:pt x="7320855" y="1807510"/>
                  <a:pt x="7293919" y="1792161"/>
                  <a:pt x="7266989" y="1778696"/>
                </a:cubicBezTo>
                <a:cubicBezTo>
                  <a:pt x="7236359" y="1763381"/>
                  <a:pt x="7205865" y="1750724"/>
                  <a:pt x="7179307" y="1728592"/>
                </a:cubicBezTo>
                <a:cubicBezTo>
                  <a:pt x="7165698" y="1717251"/>
                  <a:pt x="7155337" y="1702355"/>
                  <a:pt x="7141728" y="1691014"/>
                </a:cubicBezTo>
                <a:cubicBezTo>
                  <a:pt x="7130163" y="1681376"/>
                  <a:pt x="7116400" y="1674712"/>
                  <a:pt x="7104150" y="1665962"/>
                </a:cubicBezTo>
                <a:cubicBezTo>
                  <a:pt x="7070000" y="1641569"/>
                  <a:pt x="7043246" y="1622940"/>
                  <a:pt x="7016468" y="1590806"/>
                </a:cubicBezTo>
                <a:cubicBezTo>
                  <a:pt x="7006830" y="1579241"/>
                  <a:pt x="7001054" y="1564793"/>
                  <a:pt x="6991416" y="1553228"/>
                </a:cubicBezTo>
                <a:cubicBezTo>
                  <a:pt x="6980075" y="1539619"/>
                  <a:pt x="6965178" y="1529259"/>
                  <a:pt x="6953838" y="1515650"/>
                </a:cubicBezTo>
                <a:cubicBezTo>
                  <a:pt x="6944200" y="1504085"/>
                  <a:pt x="6939431" y="1488716"/>
                  <a:pt x="6928786" y="1478071"/>
                </a:cubicBezTo>
                <a:cubicBezTo>
                  <a:pt x="6918141" y="1467426"/>
                  <a:pt x="6903734" y="1461370"/>
                  <a:pt x="6891208" y="1453019"/>
                </a:cubicBezTo>
                <a:cubicBezTo>
                  <a:pt x="6879473" y="1435417"/>
                  <a:pt x="6840662" y="1375695"/>
                  <a:pt x="6828578" y="1365337"/>
                </a:cubicBezTo>
                <a:cubicBezTo>
                  <a:pt x="6814401" y="1353185"/>
                  <a:pt x="6794686" y="1349549"/>
                  <a:pt x="6778474" y="1340285"/>
                </a:cubicBezTo>
                <a:cubicBezTo>
                  <a:pt x="6715573" y="1304342"/>
                  <a:pt x="6766499" y="1322627"/>
                  <a:pt x="6690791" y="1290181"/>
                </a:cubicBezTo>
                <a:cubicBezTo>
                  <a:pt x="6678655" y="1284980"/>
                  <a:pt x="6665023" y="1283560"/>
                  <a:pt x="6653213" y="1277655"/>
                </a:cubicBezTo>
                <a:cubicBezTo>
                  <a:pt x="6556085" y="1229091"/>
                  <a:pt x="6672510" y="1271561"/>
                  <a:pt x="6578057" y="1240077"/>
                </a:cubicBezTo>
                <a:cubicBezTo>
                  <a:pt x="6569706" y="1227551"/>
                  <a:pt x="6564760" y="1211903"/>
                  <a:pt x="6553005" y="1202499"/>
                </a:cubicBezTo>
                <a:cubicBezTo>
                  <a:pt x="6542695" y="1194251"/>
                  <a:pt x="6528074" y="1193767"/>
                  <a:pt x="6515427" y="1189973"/>
                </a:cubicBezTo>
                <a:cubicBezTo>
                  <a:pt x="6486312" y="1181239"/>
                  <a:pt x="6457071" y="1172919"/>
                  <a:pt x="6427745" y="1164921"/>
                </a:cubicBezTo>
                <a:cubicBezTo>
                  <a:pt x="6411136" y="1160391"/>
                  <a:pt x="6474863" y="1168032"/>
                  <a:pt x="6377641" y="1152395"/>
                </a:cubicBezTo>
                <a:cubicBezTo>
                  <a:pt x="6280419" y="1136758"/>
                  <a:pt x="5904175" y="1095006"/>
                  <a:pt x="5844412" y="1071101"/>
                </a:cubicBezTo>
                <a:cubicBezTo>
                  <a:pt x="5848587" y="1117030"/>
                  <a:pt x="6169773" y="1199388"/>
                  <a:pt x="6252381" y="1240077"/>
                </a:cubicBezTo>
                <a:cubicBezTo>
                  <a:pt x="6334989" y="1280766"/>
                  <a:pt x="6313726" y="1302065"/>
                  <a:pt x="6340063" y="1315233"/>
                </a:cubicBezTo>
                <a:cubicBezTo>
                  <a:pt x="6351873" y="1321138"/>
                  <a:pt x="6366099" y="1321347"/>
                  <a:pt x="6377641" y="1327759"/>
                </a:cubicBezTo>
                <a:cubicBezTo>
                  <a:pt x="6389501" y="1334348"/>
                  <a:pt x="6494541" y="1408479"/>
                  <a:pt x="6515427" y="1415441"/>
                </a:cubicBezTo>
                <a:cubicBezTo>
                  <a:pt x="6567287" y="1432728"/>
                  <a:pt x="6542019" y="1420643"/>
                  <a:pt x="6590583" y="1453019"/>
                </a:cubicBezTo>
                <a:cubicBezTo>
                  <a:pt x="6598934" y="1465545"/>
                  <a:pt x="6608903" y="1477132"/>
                  <a:pt x="6615635" y="1490597"/>
                </a:cubicBezTo>
                <a:cubicBezTo>
                  <a:pt x="6627822" y="1514973"/>
                  <a:pt x="6628066" y="1522847"/>
                  <a:pt x="6628272" y="1531651"/>
                </a:cubicBezTo>
                <a:lnTo>
                  <a:pt x="6629833" y="1545837"/>
                </a:lnTo>
                <a:lnTo>
                  <a:pt x="6706440" y="1647813"/>
                </a:lnTo>
                <a:cubicBezTo>
                  <a:pt x="6712558" y="1656041"/>
                  <a:pt x="6717802" y="1665155"/>
                  <a:pt x="6724075" y="1673224"/>
                </a:cubicBezTo>
                <a:cubicBezTo>
                  <a:pt x="6732253" y="1683744"/>
                  <a:pt x="6741736" y="1692859"/>
                  <a:pt x="6749760" y="1703540"/>
                </a:cubicBezTo>
                <a:cubicBezTo>
                  <a:pt x="6762068" y="1719924"/>
                  <a:pt x="6771082" y="1739801"/>
                  <a:pt x="6785029" y="1754363"/>
                </a:cubicBezTo>
                <a:cubicBezTo>
                  <a:pt x="6834361" y="1805865"/>
                  <a:pt x="6806787" y="1778760"/>
                  <a:pt x="6868603" y="1834614"/>
                </a:cubicBezTo>
                <a:cubicBezTo>
                  <a:pt x="6942358" y="1940895"/>
                  <a:pt x="6890703" y="1876500"/>
                  <a:pt x="7059901" y="2009832"/>
                </a:cubicBezTo>
                <a:cubicBezTo>
                  <a:pt x="7176707" y="2101878"/>
                  <a:pt x="7163851" y="2089081"/>
                  <a:pt x="7312536" y="2193083"/>
                </a:cubicBezTo>
                <a:cubicBezTo>
                  <a:pt x="7318414" y="2201553"/>
                  <a:pt x="7322828" y="2211670"/>
                  <a:pt x="7330171" y="2218494"/>
                </a:cubicBezTo>
                <a:cubicBezTo>
                  <a:pt x="7353507" y="2240183"/>
                  <a:pt x="7386401" y="2250433"/>
                  <a:pt x="7404159" y="2278239"/>
                </a:cubicBezTo>
                <a:cubicBezTo>
                  <a:pt x="7453425" y="2355377"/>
                  <a:pt x="7429071" y="2364575"/>
                  <a:pt x="7442112" y="2433370"/>
                </a:cubicBezTo>
                <a:cubicBezTo>
                  <a:pt x="7444531" y="2446129"/>
                  <a:pt x="7449524" y="2457442"/>
                  <a:pt x="7453230" y="2469478"/>
                </a:cubicBezTo>
                <a:cubicBezTo>
                  <a:pt x="7438564" y="2546872"/>
                  <a:pt x="7448684" y="2504635"/>
                  <a:pt x="7420260" y="2596069"/>
                </a:cubicBezTo>
                <a:cubicBezTo>
                  <a:pt x="7416427" y="2608401"/>
                  <a:pt x="7413366" y="2620872"/>
                  <a:pt x="7408760" y="2633065"/>
                </a:cubicBezTo>
                <a:cubicBezTo>
                  <a:pt x="7402754" y="2648962"/>
                  <a:pt x="7396315" y="2664770"/>
                  <a:pt x="7390742" y="2680758"/>
                </a:cubicBezTo>
                <a:cubicBezTo>
                  <a:pt x="7386467" y="2693021"/>
                  <a:pt x="7379241" y="2717754"/>
                  <a:pt x="7379241" y="2717754"/>
                </a:cubicBezTo>
                <a:lnTo>
                  <a:pt x="7401859" y="2408846"/>
                </a:lnTo>
                <a:lnTo>
                  <a:pt x="7054150" y="2182339"/>
                </a:lnTo>
                <a:cubicBezTo>
                  <a:pt x="7045964" y="2176695"/>
                  <a:pt x="7043240" y="2164501"/>
                  <a:pt x="7036516" y="2156928"/>
                </a:cubicBezTo>
                <a:cubicBezTo>
                  <a:pt x="7014832" y="2132505"/>
                  <a:pt x="6990220" y="2111480"/>
                  <a:pt x="6969044" y="2086486"/>
                </a:cubicBezTo>
                <a:cubicBezTo>
                  <a:pt x="6955910" y="2070985"/>
                  <a:pt x="6949295" y="2048196"/>
                  <a:pt x="6933774" y="2035663"/>
                </a:cubicBezTo>
                <a:lnTo>
                  <a:pt x="6859786" y="1975919"/>
                </a:lnTo>
                <a:cubicBezTo>
                  <a:pt x="6851224" y="1965814"/>
                  <a:pt x="6843384" y="1954865"/>
                  <a:pt x="6834100" y="1945603"/>
                </a:cubicBezTo>
                <a:cubicBezTo>
                  <a:pt x="6818179" y="1929718"/>
                  <a:pt x="6801093" y="1915297"/>
                  <a:pt x="6784264" y="1900572"/>
                </a:cubicBezTo>
                <a:cubicBezTo>
                  <a:pt x="6745887" y="1866995"/>
                  <a:pt x="6705412" y="1836157"/>
                  <a:pt x="6668488" y="1800702"/>
                </a:cubicBezTo>
                <a:lnTo>
                  <a:pt x="6626701" y="1760576"/>
                </a:lnTo>
                <a:cubicBezTo>
                  <a:pt x="6623665" y="1750714"/>
                  <a:pt x="6622056" y="1743895"/>
                  <a:pt x="6621075" y="1739045"/>
                </a:cubicBezTo>
                <a:lnTo>
                  <a:pt x="6619362" y="1730120"/>
                </a:lnTo>
                <a:lnTo>
                  <a:pt x="6615635" y="1728592"/>
                </a:lnTo>
                <a:cubicBezTo>
                  <a:pt x="6590158" y="1721644"/>
                  <a:pt x="6565531" y="1711891"/>
                  <a:pt x="6540479" y="1703540"/>
                </a:cubicBezTo>
                <a:lnTo>
                  <a:pt x="6502901" y="1691014"/>
                </a:lnTo>
                <a:cubicBezTo>
                  <a:pt x="6482024" y="1670137"/>
                  <a:pt x="6459713" y="1650603"/>
                  <a:pt x="6440271" y="1628384"/>
                </a:cubicBezTo>
                <a:cubicBezTo>
                  <a:pt x="6430358" y="1617054"/>
                  <a:pt x="6423969" y="1603056"/>
                  <a:pt x="6415219" y="1590806"/>
                </a:cubicBezTo>
                <a:cubicBezTo>
                  <a:pt x="6403085" y="1573818"/>
                  <a:pt x="6390167" y="1557403"/>
                  <a:pt x="6377641" y="1540702"/>
                </a:cubicBezTo>
                <a:cubicBezTo>
                  <a:pt x="6357109" y="1479106"/>
                  <a:pt x="6378272" y="1523922"/>
                  <a:pt x="6340063" y="1478071"/>
                </a:cubicBezTo>
                <a:cubicBezTo>
                  <a:pt x="6326698" y="1462033"/>
                  <a:pt x="6318088" y="1441837"/>
                  <a:pt x="6302485" y="1427967"/>
                </a:cubicBezTo>
                <a:cubicBezTo>
                  <a:pt x="6273315" y="1402039"/>
                  <a:pt x="6158677" y="1335648"/>
                  <a:pt x="6127120" y="1327759"/>
                </a:cubicBezTo>
                <a:cubicBezTo>
                  <a:pt x="6077016" y="1315233"/>
                  <a:pt x="6026570" y="1304004"/>
                  <a:pt x="5976808" y="1290181"/>
                </a:cubicBezTo>
                <a:cubicBezTo>
                  <a:pt x="5951364" y="1283113"/>
                  <a:pt x="5926945" y="1272717"/>
                  <a:pt x="5901652" y="1265129"/>
                </a:cubicBezTo>
                <a:cubicBezTo>
                  <a:pt x="5885163" y="1260182"/>
                  <a:pt x="5868249" y="1256778"/>
                  <a:pt x="5851548" y="1252603"/>
                </a:cubicBezTo>
                <a:cubicBezTo>
                  <a:pt x="5830671" y="1254691"/>
                  <a:pt x="5809382" y="1254737"/>
                  <a:pt x="5788300" y="1255804"/>
                </a:cubicBezTo>
                <a:lnTo>
                  <a:pt x="5771423" y="1258342"/>
                </a:lnTo>
                <a:lnTo>
                  <a:pt x="5772681" y="1259496"/>
                </a:lnTo>
                <a:cubicBezTo>
                  <a:pt x="5817320" y="1300246"/>
                  <a:pt x="5937188" y="1409375"/>
                  <a:pt x="5969574" y="1452027"/>
                </a:cubicBezTo>
                <a:cubicBezTo>
                  <a:pt x="5984697" y="1471943"/>
                  <a:pt x="6005985" y="1519285"/>
                  <a:pt x="6005985" y="1519285"/>
                </a:cubicBezTo>
                <a:cubicBezTo>
                  <a:pt x="6024302" y="1540189"/>
                  <a:pt x="6044795" y="1559037"/>
                  <a:pt x="6060935" y="1581999"/>
                </a:cubicBezTo>
                <a:cubicBezTo>
                  <a:pt x="6075371" y="1602537"/>
                  <a:pt x="6085209" y="1626838"/>
                  <a:pt x="6097346" y="1649257"/>
                </a:cubicBezTo>
                <a:cubicBezTo>
                  <a:pt x="6103414" y="1660467"/>
                  <a:pt x="6107990" y="1672929"/>
                  <a:pt x="6115552" y="1682887"/>
                </a:cubicBezTo>
                <a:cubicBezTo>
                  <a:pt x="6127745" y="1698944"/>
                  <a:pt x="6143091" y="1712436"/>
                  <a:pt x="6152129" y="1731059"/>
                </a:cubicBezTo>
                <a:cubicBezTo>
                  <a:pt x="6158520" y="1744228"/>
                  <a:pt x="6156135" y="1762336"/>
                  <a:pt x="6160982" y="1776503"/>
                </a:cubicBezTo>
                <a:cubicBezTo>
                  <a:pt x="6165234" y="1788929"/>
                  <a:pt x="6172585" y="1799341"/>
                  <a:pt x="6179188" y="1810132"/>
                </a:cubicBezTo>
                <a:cubicBezTo>
                  <a:pt x="6206395" y="1854604"/>
                  <a:pt x="6216382" y="1862909"/>
                  <a:pt x="6252343" y="1906476"/>
                </a:cubicBezTo>
                <a:cubicBezTo>
                  <a:pt x="6335072" y="1965557"/>
                  <a:pt x="6412936" y="2031531"/>
                  <a:pt x="6500531" y="2083718"/>
                </a:cubicBezTo>
                <a:cubicBezTo>
                  <a:pt x="6512669" y="2090949"/>
                  <a:pt x="6531892" y="2080436"/>
                  <a:pt x="6546794" y="2081902"/>
                </a:cubicBezTo>
                <a:cubicBezTo>
                  <a:pt x="6559863" y="2083188"/>
                  <a:pt x="6571401" y="2088568"/>
                  <a:pt x="6583704" y="2091901"/>
                </a:cubicBezTo>
                <a:lnTo>
                  <a:pt x="6636669" y="2124607"/>
                </a:lnTo>
                <a:lnTo>
                  <a:pt x="6586363" y="2128508"/>
                </a:lnTo>
                <a:cubicBezTo>
                  <a:pt x="6523430" y="2136196"/>
                  <a:pt x="6458813" y="2148225"/>
                  <a:pt x="6407673" y="2125522"/>
                </a:cubicBezTo>
                <a:cubicBezTo>
                  <a:pt x="6386647" y="2116188"/>
                  <a:pt x="6343896" y="2093775"/>
                  <a:pt x="6315479" y="2090980"/>
                </a:cubicBezTo>
                <a:cubicBezTo>
                  <a:pt x="6300578" y="2089513"/>
                  <a:pt x="6284638" y="2092190"/>
                  <a:pt x="6269217" y="2092795"/>
                </a:cubicBezTo>
                <a:cubicBezTo>
                  <a:pt x="6241603" y="2077343"/>
                  <a:pt x="6215161" y="2059985"/>
                  <a:pt x="6186376" y="2046439"/>
                </a:cubicBezTo>
                <a:cubicBezTo>
                  <a:pt x="6175086" y="2041126"/>
                  <a:pt x="6160894" y="2041514"/>
                  <a:pt x="6149466" y="2036440"/>
                </a:cubicBezTo>
                <a:cubicBezTo>
                  <a:pt x="6123912" y="2025095"/>
                  <a:pt x="6100363" y="2010383"/>
                  <a:pt x="6075812" y="1997355"/>
                </a:cubicBezTo>
                <a:cubicBezTo>
                  <a:pt x="6036061" y="1959484"/>
                  <a:pt x="5987643" y="1930151"/>
                  <a:pt x="5956561" y="1883741"/>
                </a:cubicBezTo>
                <a:cubicBezTo>
                  <a:pt x="5940592" y="1859897"/>
                  <a:pt x="5952693" y="1818414"/>
                  <a:pt x="5938854" y="1792852"/>
                </a:cubicBezTo>
                <a:cubicBezTo>
                  <a:pt x="5893094" y="1708325"/>
                  <a:pt x="5946765" y="1815969"/>
                  <a:pt x="5911796" y="1713779"/>
                </a:cubicBezTo>
                <a:cubicBezTo>
                  <a:pt x="5907544" y="1701353"/>
                  <a:pt x="5897267" y="1692898"/>
                  <a:pt x="5893590" y="1680150"/>
                </a:cubicBezTo>
                <a:cubicBezTo>
                  <a:pt x="5885206" y="1651079"/>
                  <a:pt x="5889723" y="1614824"/>
                  <a:pt x="5875884" y="1589262"/>
                </a:cubicBezTo>
                <a:lnTo>
                  <a:pt x="5839473" y="1522004"/>
                </a:lnTo>
                <a:cubicBezTo>
                  <a:pt x="5775060" y="1483828"/>
                  <a:pt x="5720103" y="1428649"/>
                  <a:pt x="5646234" y="1407477"/>
                </a:cubicBezTo>
                <a:cubicBezTo>
                  <a:pt x="5613427" y="1398074"/>
                  <a:pt x="5535004" y="1434738"/>
                  <a:pt x="5535004" y="1434738"/>
                </a:cubicBezTo>
                <a:lnTo>
                  <a:pt x="5498713" y="1424913"/>
                </a:lnTo>
                <a:lnTo>
                  <a:pt x="5489030" y="1421846"/>
                </a:lnTo>
                <a:lnTo>
                  <a:pt x="5505727" y="1444359"/>
                </a:lnTo>
                <a:cubicBezTo>
                  <a:pt x="5512895" y="1457598"/>
                  <a:pt x="5513625" y="1474019"/>
                  <a:pt x="5522139" y="1486434"/>
                </a:cubicBezTo>
                <a:cubicBezTo>
                  <a:pt x="5534181" y="1503992"/>
                  <a:pt x="5551882" y="1516915"/>
                  <a:pt x="5566257" y="1532619"/>
                </a:cubicBezTo>
                <a:cubicBezTo>
                  <a:pt x="5577881" y="1545318"/>
                  <a:pt x="5588007" y="1559380"/>
                  <a:pt x="5600115" y="1571619"/>
                </a:cubicBezTo>
                <a:cubicBezTo>
                  <a:pt x="5620880" y="1592606"/>
                  <a:pt x="5643989" y="1611185"/>
                  <a:pt x="5664754" y="1632173"/>
                </a:cubicBezTo>
                <a:cubicBezTo>
                  <a:pt x="5676862" y="1644411"/>
                  <a:pt x="5685562" y="1659944"/>
                  <a:pt x="5698612" y="1671173"/>
                </a:cubicBezTo>
                <a:cubicBezTo>
                  <a:pt x="5717601" y="1687513"/>
                  <a:pt x="5739654" y="1699912"/>
                  <a:pt x="5760175" y="1714282"/>
                </a:cubicBezTo>
                <a:lnTo>
                  <a:pt x="5756066" y="1741987"/>
                </a:lnTo>
                <a:lnTo>
                  <a:pt x="5761051" y="1894746"/>
                </a:lnTo>
                <a:lnTo>
                  <a:pt x="5830192" y="1961414"/>
                </a:lnTo>
                <a:cubicBezTo>
                  <a:pt x="5839478" y="1970440"/>
                  <a:pt x="5847883" y="1980377"/>
                  <a:pt x="5857324" y="1989238"/>
                </a:cubicBezTo>
                <a:cubicBezTo>
                  <a:pt x="5869632" y="2000791"/>
                  <a:pt x="5883235" y="2010895"/>
                  <a:pt x="5895389" y="2022614"/>
                </a:cubicBezTo>
                <a:cubicBezTo>
                  <a:pt x="5914032" y="2040590"/>
                  <a:pt x="5929393" y="2062168"/>
                  <a:pt x="5949652" y="2078262"/>
                </a:cubicBezTo>
                <a:cubicBezTo>
                  <a:pt x="6021303" y="2135185"/>
                  <a:pt x="5981618" y="2105164"/>
                  <a:pt x="6069520" y="2167222"/>
                </a:cubicBezTo>
                <a:cubicBezTo>
                  <a:pt x="6182994" y="2283594"/>
                  <a:pt x="6105699" y="2212812"/>
                  <a:pt x="6342058" y="2361796"/>
                </a:cubicBezTo>
                <a:cubicBezTo>
                  <a:pt x="6505230" y="2464648"/>
                  <a:pt x="6486693" y="2450480"/>
                  <a:pt x="6691542" y="2567343"/>
                </a:cubicBezTo>
                <a:cubicBezTo>
                  <a:pt x="6700586" y="2576617"/>
                  <a:pt x="6708192" y="2587593"/>
                  <a:pt x="6718674" y="2595168"/>
                </a:cubicBezTo>
                <a:cubicBezTo>
                  <a:pt x="6751989" y="2619239"/>
                  <a:pt x="6794542" y="2631469"/>
                  <a:pt x="6822344" y="2661854"/>
                </a:cubicBezTo>
                <a:cubicBezTo>
                  <a:pt x="6899474" y="2746150"/>
                  <a:pt x="6871608" y="2755022"/>
                  <a:pt x="6902515" y="2828995"/>
                </a:cubicBezTo>
                <a:cubicBezTo>
                  <a:pt x="6908247" y="2842714"/>
                  <a:pt x="6916822" y="2854990"/>
                  <a:pt x="6923976" y="2867988"/>
                </a:cubicBezTo>
                <a:cubicBezTo>
                  <a:pt x="6922776" y="2950061"/>
                  <a:pt x="6926026" y="2905354"/>
                  <a:pt x="6911002" y="3001883"/>
                </a:cubicBezTo>
                <a:cubicBezTo>
                  <a:pt x="6908976" y="3014903"/>
                  <a:pt x="6907928" y="3028101"/>
                  <a:pt x="6904924" y="3040941"/>
                </a:cubicBezTo>
                <a:cubicBezTo>
                  <a:pt x="6901007" y="3057683"/>
                  <a:pt x="6896540" y="3074313"/>
                  <a:pt x="6893174" y="3091168"/>
                </a:cubicBezTo>
                <a:cubicBezTo>
                  <a:pt x="6890592" y="3104096"/>
                  <a:pt x="6887095" y="3130226"/>
                  <a:pt x="6887095" y="3130226"/>
                </a:cubicBezTo>
                <a:lnTo>
                  <a:pt x="6847845" y="2801236"/>
                </a:lnTo>
                <a:lnTo>
                  <a:pt x="6372414" y="2545787"/>
                </a:lnTo>
                <a:cubicBezTo>
                  <a:pt x="6361152" y="2539440"/>
                  <a:pt x="6355168" y="2526312"/>
                  <a:pt x="6345282" y="2517963"/>
                </a:cubicBezTo>
                <a:cubicBezTo>
                  <a:pt x="6313400" y="2491036"/>
                  <a:pt x="6278666" y="2467624"/>
                  <a:pt x="6247282" y="2440107"/>
                </a:cubicBezTo>
                <a:cubicBezTo>
                  <a:pt x="6227819" y="2423041"/>
                  <a:pt x="6214766" y="2398448"/>
                  <a:pt x="6193020" y="2384459"/>
                </a:cubicBezTo>
                <a:lnTo>
                  <a:pt x="6089349" y="2317772"/>
                </a:lnTo>
                <a:cubicBezTo>
                  <a:pt x="6076661" y="2306647"/>
                  <a:pt x="6064675" y="2294650"/>
                  <a:pt x="6051284" y="2284396"/>
                </a:cubicBezTo>
                <a:cubicBezTo>
                  <a:pt x="6028318" y="2266812"/>
                  <a:pt x="6004242" y="2250746"/>
                  <a:pt x="5980416" y="2234365"/>
                </a:cubicBezTo>
                <a:cubicBezTo>
                  <a:pt x="5926083" y="2197011"/>
                  <a:pt x="5869771" y="2162501"/>
                  <a:pt x="5816811" y="2123198"/>
                </a:cubicBezTo>
                <a:lnTo>
                  <a:pt x="5768418" y="2087283"/>
                </a:lnTo>
                <a:lnTo>
                  <a:pt x="5758044" y="2118391"/>
                </a:lnTo>
                <a:cubicBezTo>
                  <a:pt x="5758044" y="2118391"/>
                  <a:pt x="5693686" y="2159804"/>
                  <a:pt x="5682888" y="2193547"/>
                </a:cubicBezTo>
                <a:cubicBezTo>
                  <a:pt x="5658576" y="2269522"/>
                  <a:pt x="5666187" y="2352210"/>
                  <a:pt x="5657836" y="2431542"/>
                </a:cubicBezTo>
                <a:lnTo>
                  <a:pt x="5682888" y="2506698"/>
                </a:lnTo>
                <a:cubicBezTo>
                  <a:pt x="5692409" y="2535262"/>
                  <a:pt x="5718370" y="2555534"/>
                  <a:pt x="5732992" y="2581854"/>
                </a:cubicBezTo>
                <a:cubicBezTo>
                  <a:pt x="5739404" y="2593396"/>
                  <a:pt x="5739613" y="2607622"/>
                  <a:pt x="5745518" y="2619432"/>
                </a:cubicBezTo>
                <a:cubicBezTo>
                  <a:pt x="5794082" y="2716560"/>
                  <a:pt x="5751612" y="2600135"/>
                  <a:pt x="5783096" y="2694588"/>
                </a:cubicBezTo>
                <a:cubicBezTo>
                  <a:pt x="5792617" y="2723152"/>
                  <a:pt x="5825898" y="2740535"/>
                  <a:pt x="5833200" y="2769745"/>
                </a:cubicBezTo>
                <a:cubicBezTo>
                  <a:pt x="5847413" y="2826599"/>
                  <a:pt x="5841551" y="2886654"/>
                  <a:pt x="5845726" y="2945109"/>
                </a:cubicBezTo>
                <a:cubicBezTo>
                  <a:pt x="5841551" y="2974336"/>
                  <a:pt x="5838990" y="3003840"/>
                  <a:pt x="5833200" y="3032791"/>
                </a:cubicBezTo>
                <a:cubicBezTo>
                  <a:pt x="5830611" y="3045738"/>
                  <a:pt x="5823036" y="3057378"/>
                  <a:pt x="5820674" y="3070369"/>
                </a:cubicBezTo>
                <a:cubicBezTo>
                  <a:pt x="5814652" y="3103489"/>
                  <a:pt x="5812323" y="3137174"/>
                  <a:pt x="5808148" y="3170577"/>
                </a:cubicBezTo>
                <a:cubicBezTo>
                  <a:pt x="5799797" y="3183103"/>
                  <a:pt x="5789828" y="3194690"/>
                  <a:pt x="5783096" y="3208155"/>
                </a:cubicBezTo>
                <a:cubicBezTo>
                  <a:pt x="5770257" y="3233832"/>
                  <a:pt x="5762808" y="3284544"/>
                  <a:pt x="5758044" y="3308364"/>
                </a:cubicBezTo>
                <a:cubicBezTo>
                  <a:pt x="5750319" y="3346989"/>
                  <a:pt x="5729443" y="3380392"/>
                  <a:pt x="5705278" y="3412489"/>
                </a:cubicBezTo>
                <a:lnTo>
                  <a:pt x="5639260" y="3500179"/>
                </a:lnTo>
                <a:lnTo>
                  <a:pt x="5645310" y="3433624"/>
                </a:lnTo>
                <a:cubicBezTo>
                  <a:pt x="5649485" y="3421098"/>
                  <a:pt x="5651931" y="3407856"/>
                  <a:pt x="5657836" y="3396046"/>
                </a:cubicBezTo>
                <a:cubicBezTo>
                  <a:pt x="5664569" y="3382581"/>
                  <a:pt x="5681339" y="3373442"/>
                  <a:pt x="5682888" y="3358468"/>
                </a:cubicBezTo>
                <a:cubicBezTo>
                  <a:pt x="5694067" y="3250405"/>
                  <a:pt x="5691239" y="3141350"/>
                  <a:pt x="5695414" y="3032791"/>
                </a:cubicBezTo>
                <a:cubicBezTo>
                  <a:pt x="5685571" y="2973734"/>
                  <a:pt x="5685311" y="2959851"/>
                  <a:pt x="5670362" y="2907531"/>
                </a:cubicBezTo>
                <a:cubicBezTo>
                  <a:pt x="5666735" y="2894835"/>
                  <a:pt x="5663741" y="2881763"/>
                  <a:pt x="5657836" y="2869953"/>
                </a:cubicBezTo>
                <a:cubicBezTo>
                  <a:pt x="5651103" y="2856488"/>
                  <a:pt x="5638070" y="2846471"/>
                  <a:pt x="5632784" y="2832375"/>
                </a:cubicBezTo>
                <a:cubicBezTo>
                  <a:pt x="5625309" y="2812440"/>
                  <a:pt x="5624433" y="2790622"/>
                  <a:pt x="5620258" y="2769745"/>
                </a:cubicBezTo>
                <a:cubicBezTo>
                  <a:pt x="5617669" y="2756798"/>
                  <a:pt x="5611907" y="2744692"/>
                  <a:pt x="5607732" y="2732166"/>
                </a:cubicBezTo>
                <a:cubicBezTo>
                  <a:pt x="5599381" y="2707114"/>
                  <a:pt x="5588618" y="2682741"/>
                  <a:pt x="5582680" y="2657010"/>
                </a:cubicBezTo>
                <a:cubicBezTo>
                  <a:pt x="5576041" y="2628242"/>
                  <a:pt x="5574329" y="2598555"/>
                  <a:pt x="5570154" y="2569328"/>
                </a:cubicBezTo>
                <a:cubicBezTo>
                  <a:pt x="5570154" y="2569328"/>
                  <a:pt x="5550281" y="2520066"/>
                  <a:pt x="5545102" y="2494172"/>
                </a:cubicBezTo>
                <a:cubicBezTo>
                  <a:pt x="5532427" y="2430797"/>
                  <a:pt x="5522112" y="2214015"/>
                  <a:pt x="5520050" y="2181021"/>
                </a:cubicBezTo>
                <a:lnTo>
                  <a:pt x="5550685" y="2150563"/>
                </a:lnTo>
                <a:lnTo>
                  <a:pt x="5562602" y="2138933"/>
                </a:lnTo>
                <a:lnTo>
                  <a:pt x="5565121" y="2136585"/>
                </a:lnTo>
                <a:cubicBezTo>
                  <a:pt x="5566100" y="2135625"/>
                  <a:pt x="5565993" y="2135668"/>
                  <a:pt x="5563890" y="2137677"/>
                </a:cubicBezTo>
                <a:lnTo>
                  <a:pt x="5562602" y="2138933"/>
                </a:lnTo>
                <a:lnTo>
                  <a:pt x="5559836" y="2141512"/>
                </a:lnTo>
                <a:cubicBezTo>
                  <a:pt x="5550871" y="2149526"/>
                  <a:pt x="5539082" y="2158183"/>
                  <a:pt x="5582680" y="2105865"/>
                </a:cubicBezTo>
                <a:cubicBezTo>
                  <a:pt x="5594021" y="2092256"/>
                  <a:pt x="5612336" y="2084131"/>
                  <a:pt x="5620258" y="2068287"/>
                </a:cubicBezTo>
                <a:cubicBezTo>
                  <a:pt x="5637972" y="2032858"/>
                  <a:pt x="5645310" y="1993131"/>
                  <a:pt x="5657836" y="1955553"/>
                </a:cubicBezTo>
                <a:lnTo>
                  <a:pt x="5694706" y="1952201"/>
                </a:lnTo>
                <a:lnTo>
                  <a:pt x="5657317" y="1849274"/>
                </a:lnTo>
                <a:lnTo>
                  <a:pt x="5653997" y="1846737"/>
                </a:lnTo>
                <a:cubicBezTo>
                  <a:pt x="5559473" y="1774368"/>
                  <a:pt x="5497408" y="1724253"/>
                  <a:pt x="5390770" y="1608528"/>
                </a:cubicBezTo>
                <a:cubicBezTo>
                  <a:pt x="5352286" y="1566765"/>
                  <a:pt x="5324265" y="1516157"/>
                  <a:pt x="5286121" y="1474083"/>
                </a:cubicBezTo>
                <a:cubicBezTo>
                  <a:pt x="5260727" y="1446071"/>
                  <a:pt x="5228554" y="1425008"/>
                  <a:pt x="5200961" y="1399159"/>
                </a:cubicBezTo>
                <a:lnTo>
                  <a:pt x="5196136" y="1394639"/>
                </a:lnTo>
                <a:lnTo>
                  <a:pt x="5194531" y="1395987"/>
                </a:lnTo>
                <a:lnTo>
                  <a:pt x="5196128" y="1394632"/>
                </a:lnTo>
                <a:lnTo>
                  <a:pt x="5191266" y="1390077"/>
                </a:lnTo>
                <a:lnTo>
                  <a:pt x="5188874" y="1390760"/>
                </a:lnTo>
                <a:cubicBezTo>
                  <a:pt x="5183014" y="1393092"/>
                  <a:pt x="5174571" y="1396938"/>
                  <a:pt x="5162616" y="1402915"/>
                </a:cubicBezTo>
                <a:cubicBezTo>
                  <a:pt x="5127738" y="1420354"/>
                  <a:pt x="5115163" y="1437842"/>
                  <a:pt x="5087460" y="1465545"/>
                </a:cubicBezTo>
                <a:cubicBezTo>
                  <a:pt x="5079109" y="1482247"/>
                  <a:pt x="5068964" y="1498166"/>
                  <a:pt x="5062408" y="1515650"/>
                </a:cubicBezTo>
                <a:cubicBezTo>
                  <a:pt x="5056363" y="1531769"/>
                  <a:pt x="5057581" y="1550356"/>
                  <a:pt x="5049882" y="1565754"/>
                </a:cubicBezTo>
                <a:cubicBezTo>
                  <a:pt x="5040546" y="1584427"/>
                  <a:pt x="5024276" y="1598755"/>
                  <a:pt x="5012304" y="1615858"/>
                </a:cubicBezTo>
                <a:cubicBezTo>
                  <a:pt x="4995038" y="1640524"/>
                  <a:pt x="4975665" y="1664084"/>
                  <a:pt x="4962200" y="1691014"/>
                </a:cubicBezTo>
                <a:cubicBezTo>
                  <a:pt x="4953849" y="1707715"/>
                  <a:pt x="4946412" y="1724906"/>
                  <a:pt x="4937148" y="1741118"/>
                </a:cubicBezTo>
                <a:cubicBezTo>
                  <a:pt x="4929679" y="1754189"/>
                  <a:pt x="4918829" y="1765231"/>
                  <a:pt x="4912096" y="1778696"/>
                </a:cubicBezTo>
                <a:cubicBezTo>
                  <a:pt x="4906191" y="1790506"/>
                  <a:pt x="4905475" y="1804464"/>
                  <a:pt x="4899570" y="1816274"/>
                </a:cubicBezTo>
                <a:cubicBezTo>
                  <a:pt x="4883768" y="1847878"/>
                  <a:pt x="4872768" y="1855602"/>
                  <a:pt x="4849465" y="1878904"/>
                </a:cubicBezTo>
                <a:cubicBezTo>
                  <a:pt x="4843881" y="1912409"/>
                  <a:pt x="4833167" y="1981676"/>
                  <a:pt x="4824413" y="2016691"/>
                </a:cubicBezTo>
                <a:cubicBezTo>
                  <a:pt x="4821211" y="2029500"/>
                  <a:pt x="4820135" y="2043959"/>
                  <a:pt x="4811887" y="2054269"/>
                </a:cubicBezTo>
                <a:cubicBezTo>
                  <a:pt x="4807185" y="2060147"/>
                  <a:pt x="4800922" y="2064322"/>
                  <a:pt x="4794269" y="2068072"/>
                </a:cubicBezTo>
                <a:lnTo>
                  <a:pt x="4785759" y="2072868"/>
                </a:lnTo>
                <a:lnTo>
                  <a:pt x="4799289" y="2099591"/>
                </a:lnTo>
                <a:cubicBezTo>
                  <a:pt x="4808264" y="2117316"/>
                  <a:pt x="4817827" y="2134659"/>
                  <a:pt x="4829747" y="2150476"/>
                </a:cubicBezTo>
                <a:cubicBezTo>
                  <a:pt x="4840409" y="2164622"/>
                  <a:pt x="4859893" y="2169294"/>
                  <a:pt x="4873512" y="2180623"/>
                </a:cubicBezTo>
                <a:cubicBezTo>
                  <a:pt x="4925867" y="2224176"/>
                  <a:pt x="4912705" y="2217798"/>
                  <a:pt x="4902436" y="2211541"/>
                </a:cubicBezTo>
                <a:lnTo>
                  <a:pt x="4899250" y="2209507"/>
                </a:lnTo>
                <a:lnTo>
                  <a:pt x="4897755" y="2208504"/>
                </a:lnTo>
                <a:cubicBezTo>
                  <a:pt x="4895323" y="2206909"/>
                  <a:pt x="4895210" y="2206887"/>
                  <a:pt x="4896347" y="2207653"/>
                </a:cubicBezTo>
                <a:lnTo>
                  <a:pt x="4899250" y="2209507"/>
                </a:lnTo>
                <a:lnTo>
                  <a:pt x="4913076" y="2218784"/>
                </a:lnTo>
                <a:lnTo>
                  <a:pt x="4948722" y="2243188"/>
                </a:lnTo>
                <a:cubicBezTo>
                  <a:pt x="4952673" y="2276009"/>
                  <a:pt x="4981806" y="2491072"/>
                  <a:pt x="4980823" y="2555695"/>
                </a:cubicBezTo>
                <a:cubicBezTo>
                  <a:pt x="4980421" y="2582099"/>
                  <a:pt x="4969803" y="2634146"/>
                  <a:pt x="4969803" y="2634146"/>
                </a:cubicBezTo>
                <a:cubicBezTo>
                  <a:pt x="4970992" y="2663646"/>
                  <a:pt x="4974688" y="2693152"/>
                  <a:pt x="4973371" y="2722646"/>
                </a:cubicBezTo>
                <a:cubicBezTo>
                  <a:pt x="4972193" y="2749027"/>
                  <a:pt x="4966024" y="2774947"/>
                  <a:pt x="4962350" y="2801097"/>
                </a:cubicBezTo>
                <a:cubicBezTo>
                  <a:pt x="4960514" y="2814173"/>
                  <a:pt x="4957041" y="2827122"/>
                  <a:pt x="4956841" y="2840324"/>
                </a:cubicBezTo>
                <a:cubicBezTo>
                  <a:pt x="4956517" y="2861612"/>
                  <a:pt x="4959609" y="2883228"/>
                  <a:pt x="4955869" y="2904187"/>
                </a:cubicBezTo>
                <a:cubicBezTo>
                  <a:pt x="4953225" y="2919007"/>
                  <a:pt x="4942222" y="2931220"/>
                  <a:pt x="4938041" y="2945682"/>
                </a:cubicBezTo>
                <a:cubicBezTo>
                  <a:pt x="4934373" y="2958366"/>
                  <a:pt x="4933797" y="2971765"/>
                  <a:pt x="4932530" y="2984908"/>
                </a:cubicBezTo>
                <a:cubicBezTo>
                  <a:pt x="4927308" y="3039070"/>
                  <a:pt x="4929568" y="3052771"/>
                  <a:pt x="4930588" y="3112633"/>
                </a:cubicBezTo>
                <a:cubicBezTo>
                  <a:pt x="4954363" y="3218639"/>
                  <a:pt x="4971341" y="3326402"/>
                  <a:pt x="5001914" y="3430651"/>
                </a:cubicBezTo>
                <a:cubicBezTo>
                  <a:pt x="5006151" y="3445096"/>
                  <a:pt x="5024299" y="3451046"/>
                  <a:pt x="5033360" y="3463068"/>
                </a:cubicBezTo>
                <a:cubicBezTo>
                  <a:pt x="5041307" y="3473612"/>
                  <a:pt x="5046112" y="3486192"/>
                  <a:pt x="5052488" y="3497754"/>
                </a:cubicBezTo>
                <a:lnTo>
                  <a:pt x="5070497" y="3562111"/>
                </a:lnTo>
                <a:lnTo>
                  <a:pt x="4989683" y="3487834"/>
                </a:lnTo>
                <a:cubicBezTo>
                  <a:pt x="4960103" y="3460647"/>
                  <a:pt x="4933520" y="3431579"/>
                  <a:pt x="4918924" y="3394993"/>
                </a:cubicBezTo>
                <a:cubicBezTo>
                  <a:pt x="4909923" y="3372430"/>
                  <a:pt x="4893409" y="3323907"/>
                  <a:pt x="4876131" y="3300982"/>
                </a:cubicBezTo>
                <a:cubicBezTo>
                  <a:pt x="4867070" y="3288959"/>
                  <a:pt x="4855167" y="3279370"/>
                  <a:pt x="4844685" y="3268565"/>
                </a:cubicBezTo>
                <a:cubicBezTo>
                  <a:pt x="4834527" y="3236471"/>
                  <a:pt x="4826133" y="3203765"/>
                  <a:pt x="4814210" y="3172285"/>
                </a:cubicBezTo>
                <a:cubicBezTo>
                  <a:pt x="4809533" y="3159937"/>
                  <a:pt x="4799975" y="3149862"/>
                  <a:pt x="4795083" y="3137598"/>
                </a:cubicBezTo>
                <a:cubicBezTo>
                  <a:pt x="4784143" y="3110175"/>
                  <a:pt x="4776279" y="3081624"/>
                  <a:pt x="4766877" y="3053637"/>
                </a:cubicBezTo>
                <a:cubicBezTo>
                  <a:pt x="4760392" y="2995393"/>
                  <a:pt x="4743746" y="2937394"/>
                  <a:pt x="4747423" y="2878906"/>
                </a:cubicBezTo>
                <a:cubicBezTo>
                  <a:pt x="4749312" y="2848856"/>
                  <a:pt x="4778892" y="2825731"/>
                  <a:pt x="4783080" y="2795915"/>
                </a:cubicBezTo>
                <a:cubicBezTo>
                  <a:pt x="4796930" y="2697320"/>
                  <a:pt x="4776257" y="2819513"/>
                  <a:pt x="4806419" y="2715194"/>
                </a:cubicBezTo>
                <a:cubicBezTo>
                  <a:pt x="4810087" y="2702510"/>
                  <a:pt x="4807715" y="2688481"/>
                  <a:pt x="4811929" y="2675968"/>
                </a:cubicBezTo>
                <a:cubicBezTo>
                  <a:pt x="4821541" y="2647435"/>
                  <a:pt x="4843399" y="2622795"/>
                  <a:pt x="4847587" y="2592978"/>
                </a:cubicBezTo>
                <a:lnTo>
                  <a:pt x="4858607" y="2514527"/>
                </a:lnTo>
                <a:cubicBezTo>
                  <a:pt x="4836021" y="2438021"/>
                  <a:pt x="4828524" y="2355323"/>
                  <a:pt x="4790849" y="2285010"/>
                </a:cubicBezTo>
                <a:cubicBezTo>
                  <a:pt x="4774116" y="2253782"/>
                  <a:pt x="4703320" y="2224715"/>
                  <a:pt x="4703320" y="2224715"/>
                </a:cubicBezTo>
                <a:cubicBezTo>
                  <a:pt x="4679419" y="2181373"/>
                  <a:pt x="4673917" y="2172978"/>
                  <a:pt x="4658669" y="2134548"/>
                </a:cubicBezTo>
                <a:lnTo>
                  <a:pt x="4655746" y="2127034"/>
                </a:lnTo>
                <a:lnTo>
                  <a:pt x="4610115" y="2108312"/>
                </a:lnTo>
                <a:cubicBezTo>
                  <a:pt x="4595845" y="2103136"/>
                  <a:pt x="4582026" y="2098734"/>
                  <a:pt x="4561367" y="2091847"/>
                </a:cubicBezTo>
                <a:cubicBezTo>
                  <a:pt x="4565542" y="2012515"/>
                  <a:pt x="4566701" y="1932967"/>
                  <a:pt x="4573893" y="1853852"/>
                </a:cubicBezTo>
                <a:cubicBezTo>
                  <a:pt x="4575088" y="1840703"/>
                  <a:pt x="4582792" y="1828970"/>
                  <a:pt x="4586419" y="1816274"/>
                </a:cubicBezTo>
                <a:cubicBezTo>
                  <a:pt x="4591148" y="1799721"/>
                  <a:pt x="4592164" y="1781993"/>
                  <a:pt x="4598945" y="1766170"/>
                </a:cubicBezTo>
                <a:cubicBezTo>
                  <a:pt x="4635368" y="1681183"/>
                  <a:pt x="4631568" y="1701980"/>
                  <a:pt x="4625259" y="1724231"/>
                </a:cubicBezTo>
                <a:lnTo>
                  <a:pt x="4621973" y="1735152"/>
                </a:lnTo>
                <a:lnTo>
                  <a:pt x="4618629" y="1745656"/>
                </a:lnTo>
                <a:cubicBezTo>
                  <a:pt x="4618476" y="1746251"/>
                  <a:pt x="4619345" y="1743676"/>
                  <a:pt x="4620646" y="1739562"/>
                </a:cubicBezTo>
                <a:lnTo>
                  <a:pt x="4621973" y="1735152"/>
                </a:lnTo>
                <a:lnTo>
                  <a:pt x="4622742" y="1732734"/>
                </a:lnTo>
                <a:cubicBezTo>
                  <a:pt x="4625528" y="1724171"/>
                  <a:pt x="4629926" y="1710807"/>
                  <a:pt x="4636523" y="1691014"/>
                </a:cubicBezTo>
                <a:cubicBezTo>
                  <a:pt x="4632348" y="1620033"/>
                  <a:pt x="4644428" y="1546176"/>
                  <a:pt x="4623997" y="1478071"/>
                </a:cubicBezTo>
                <a:cubicBezTo>
                  <a:pt x="4617001" y="1454752"/>
                  <a:pt x="4583615" y="1450381"/>
                  <a:pt x="4561367" y="1440493"/>
                </a:cubicBezTo>
                <a:cubicBezTo>
                  <a:pt x="4508223" y="1416874"/>
                  <a:pt x="4398528" y="1377863"/>
                  <a:pt x="4398528" y="1377863"/>
                </a:cubicBezTo>
                <a:cubicBezTo>
                  <a:pt x="4356261" y="1391952"/>
                  <a:pt x="4329399" y="1396095"/>
                  <a:pt x="4298320" y="1440493"/>
                </a:cubicBezTo>
                <a:cubicBezTo>
                  <a:pt x="4267299" y="1484809"/>
                  <a:pt x="4280015" y="1520784"/>
                  <a:pt x="4260742" y="1565754"/>
                </a:cubicBezTo>
                <a:cubicBezTo>
                  <a:pt x="4254812" y="1579591"/>
                  <a:pt x="4244041" y="1590806"/>
                  <a:pt x="4235690" y="1603332"/>
                </a:cubicBezTo>
                <a:cubicBezTo>
                  <a:pt x="4231515" y="1620033"/>
                  <a:pt x="4230863" y="1638038"/>
                  <a:pt x="4223164" y="1653436"/>
                </a:cubicBezTo>
                <a:cubicBezTo>
                  <a:pt x="4213828" y="1672109"/>
                  <a:pt x="4197720" y="1686552"/>
                  <a:pt x="4185586" y="1703540"/>
                </a:cubicBezTo>
                <a:cubicBezTo>
                  <a:pt x="4147628" y="1756681"/>
                  <a:pt x="4177615" y="1729731"/>
                  <a:pt x="4122956" y="1766170"/>
                </a:cubicBezTo>
                <a:cubicBezTo>
                  <a:pt x="4051977" y="1872638"/>
                  <a:pt x="4168881" y="1707721"/>
                  <a:pt x="4022748" y="1853852"/>
                </a:cubicBezTo>
                <a:lnTo>
                  <a:pt x="3947591" y="1929008"/>
                </a:lnTo>
                <a:cubicBezTo>
                  <a:pt x="3939240" y="1937359"/>
                  <a:pt x="3932365" y="1947510"/>
                  <a:pt x="3922539" y="1954061"/>
                </a:cubicBezTo>
                <a:lnTo>
                  <a:pt x="3892644" y="1974162"/>
                </a:lnTo>
                <a:lnTo>
                  <a:pt x="3890346" y="1975749"/>
                </a:lnTo>
                <a:lnTo>
                  <a:pt x="3881621" y="1998674"/>
                </a:lnTo>
                <a:cubicBezTo>
                  <a:pt x="3859129" y="2057295"/>
                  <a:pt x="3856288" y="2060294"/>
                  <a:pt x="3828404" y="2110860"/>
                </a:cubicBezTo>
                <a:cubicBezTo>
                  <a:pt x="3828404" y="2110860"/>
                  <a:pt x="3810705" y="2118127"/>
                  <a:pt x="3790914" y="2129297"/>
                </a:cubicBezTo>
                <a:lnTo>
                  <a:pt x="3773142" y="2140979"/>
                </a:lnTo>
                <a:lnTo>
                  <a:pt x="3752737" y="2177502"/>
                </a:lnTo>
                <a:lnTo>
                  <a:pt x="3730998" y="2199241"/>
                </a:lnTo>
                <a:lnTo>
                  <a:pt x="3701337" y="2283591"/>
                </a:lnTo>
                <a:cubicBezTo>
                  <a:pt x="3691930" y="2322618"/>
                  <a:pt x="3684410" y="2362419"/>
                  <a:pt x="3673116" y="2400672"/>
                </a:cubicBezTo>
                <a:lnTo>
                  <a:pt x="3684136" y="2479123"/>
                </a:lnTo>
                <a:cubicBezTo>
                  <a:pt x="3688324" y="2508940"/>
                  <a:pt x="3710183" y="2533580"/>
                  <a:pt x="3719794" y="2562113"/>
                </a:cubicBezTo>
                <a:cubicBezTo>
                  <a:pt x="3724009" y="2574626"/>
                  <a:pt x="3721637" y="2588655"/>
                  <a:pt x="3725304" y="2601339"/>
                </a:cubicBezTo>
                <a:cubicBezTo>
                  <a:pt x="3755466" y="2705658"/>
                  <a:pt x="3734794" y="2583465"/>
                  <a:pt x="3748643" y="2682060"/>
                </a:cubicBezTo>
                <a:cubicBezTo>
                  <a:pt x="3752831" y="2711876"/>
                  <a:pt x="3782412" y="2735001"/>
                  <a:pt x="3784301" y="2765051"/>
                </a:cubicBezTo>
                <a:cubicBezTo>
                  <a:pt x="3787977" y="2823539"/>
                  <a:pt x="3771331" y="2881538"/>
                  <a:pt x="3764846" y="2939782"/>
                </a:cubicBezTo>
                <a:cubicBezTo>
                  <a:pt x="3755445" y="2967769"/>
                  <a:pt x="3747580" y="2996320"/>
                  <a:pt x="3736641" y="3023743"/>
                </a:cubicBezTo>
                <a:cubicBezTo>
                  <a:pt x="3731749" y="3036007"/>
                  <a:pt x="3722190" y="3046082"/>
                  <a:pt x="3717514" y="3058430"/>
                </a:cubicBezTo>
                <a:cubicBezTo>
                  <a:pt x="3705590" y="3089910"/>
                  <a:pt x="3697197" y="3122616"/>
                  <a:pt x="3687039" y="3154710"/>
                </a:cubicBezTo>
                <a:cubicBezTo>
                  <a:pt x="3676556" y="3165515"/>
                  <a:pt x="3664653" y="3175104"/>
                  <a:pt x="3655593" y="3187127"/>
                </a:cubicBezTo>
                <a:cubicBezTo>
                  <a:pt x="3638314" y="3210052"/>
                  <a:pt x="3621800" y="3258575"/>
                  <a:pt x="3612799" y="3281138"/>
                </a:cubicBezTo>
                <a:cubicBezTo>
                  <a:pt x="3598204" y="3317724"/>
                  <a:pt x="3571621" y="3346792"/>
                  <a:pt x="3542040" y="3373979"/>
                </a:cubicBezTo>
                <a:lnTo>
                  <a:pt x="3461227" y="3448256"/>
                </a:lnTo>
                <a:lnTo>
                  <a:pt x="3479236" y="3383899"/>
                </a:lnTo>
                <a:cubicBezTo>
                  <a:pt x="3485611" y="3372337"/>
                  <a:pt x="3490416" y="3359757"/>
                  <a:pt x="3498363" y="3349213"/>
                </a:cubicBezTo>
                <a:cubicBezTo>
                  <a:pt x="3507424" y="3337191"/>
                  <a:pt x="3525573" y="3331241"/>
                  <a:pt x="3529809" y="3316796"/>
                </a:cubicBezTo>
                <a:cubicBezTo>
                  <a:pt x="3560382" y="3212547"/>
                  <a:pt x="3577360" y="3104784"/>
                  <a:pt x="3601135" y="2998778"/>
                </a:cubicBezTo>
                <a:cubicBezTo>
                  <a:pt x="3602155" y="2938916"/>
                  <a:pt x="3604415" y="2925215"/>
                  <a:pt x="3599193" y="2871053"/>
                </a:cubicBezTo>
                <a:cubicBezTo>
                  <a:pt x="3597926" y="2857910"/>
                  <a:pt x="3597350" y="2844511"/>
                  <a:pt x="3593683" y="2831827"/>
                </a:cubicBezTo>
                <a:cubicBezTo>
                  <a:pt x="3589501" y="2817365"/>
                  <a:pt x="3578499" y="2805152"/>
                  <a:pt x="3575854" y="2790332"/>
                </a:cubicBezTo>
                <a:cubicBezTo>
                  <a:pt x="3572115" y="2769373"/>
                  <a:pt x="3575206" y="2747757"/>
                  <a:pt x="3574883" y="2726469"/>
                </a:cubicBezTo>
                <a:cubicBezTo>
                  <a:pt x="3574683" y="2713267"/>
                  <a:pt x="3571209" y="2700318"/>
                  <a:pt x="3569373" y="2687242"/>
                </a:cubicBezTo>
                <a:cubicBezTo>
                  <a:pt x="3565699" y="2661092"/>
                  <a:pt x="3559530" y="2635172"/>
                  <a:pt x="3558353" y="2608791"/>
                </a:cubicBezTo>
                <a:cubicBezTo>
                  <a:pt x="3557036" y="2579297"/>
                  <a:pt x="3560731" y="2549791"/>
                  <a:pt x="3561921" y="2520291"/>
                </a:cubicBezTo>
                <a:cubicBezTo>
                  <a:pt x="3561921" y="2520291"/>
                  <a:pt x="3551302" y="2468244"/>
                  <a:pt x="3550900" y="2441840"/>
                </a:cubicBezTo>
                <a:cubicBezTo>
                  <a:pt x="3550409" y="2409528"/>
                  <a:pt x="3557447" y="2339607"/>
                  <a:pt x="3565101" y="2273661"/>
                </a:cubicBezTo>
                <a:lnTo>
                  <a:pt x="3569198" y="2239407"/>
                </a:lnTo>
                <a:lnTo>
                  <a:pt x="3564847" y="2240132"/>
                </a:lnTo>
                <a:cubicBezTo>
                  <a:pt x="3531556" y="2245126"/>
                  <a:pt x="3497843" y="2247124"/>
                  <a:pt x="3464638" y="2252658"/>
                </a:cubicBezTo>
                <a:cubicBezTo>
                  <a:pt x="3433182" y="2257901"/>
                  <a:pt x="3406740" y="2267782"/>
                  <a:pt x="3376956" y="2277710"/>
                </a:cubicBezTo>
                <a:lnTo>
                  <a:pt x="2888441" y="2290236"/>
                </a:lnTo>
                <a:cubicBezTo>
                  <a:pt x="2867173" y="2291203"/>
                  <a:pt x="2846887" y="2299751"/>
                  <a:pt x="2825811" y="2302762"/>
                </a:cubicBezTo>
                <a:lnTo>
                  <a:pt x="2772887" y="2305145"/>
                </a:lnTo>
                <a:cubicBezTo>
                  <a:pt x="2772782" y="2305971"/>
                  <a:pt x="2772676" y="2306796"/>
                  <a:pt x="2772571" y="2307622"/>
                </a:cubicBezTo>
                <a:cubicBezTo>
                  <a:pt x="2771934" y="2312263"/>
                  <a:pt x="2770828" y="2318776"/>
                  <a:pt x="2768582" y="2328156"/>
                </a:cubicBezTo>
                <a:lnTo>
                  <a:pt x="2732578" y="2364759"/>
                </a:lnTo>
                <a:cubicBezTo>
                  <a:pt x="2700764" y="2397102"/>
                  <a:pt x="2665463" y="2424787"/>
                  <a:pt x="2632223" y="2455235"/>
                </a:cubicBezTo>
                <a:cubicBezTo>
                  <a:pt x="2617647" y="2468587"/>
                  <a:pt x="2602820" y="2481632"/>
                  <a:pt x="2589133" y="2496155"/>
                </a:cubicBezTo>
                <a:cubicBezTo>
                  <a:pt x="2581152" y="2504623"/>
                  <a:pt x="2574579" y="2514800"/>
                  <a:pt x="2567303" y="2524122"/>
                </a:cubicBezTo>
                <a:lnTo>
                  <a:pt x="2502952" y="2577995"/>
                </a:lnTo>
                <a:cubicBezTo>
                  <a:pt x="2489453" y="2589296"/>
                  <a:pt x="2484627" y="2610994"/>
                  <a:pt x="2473466" y="2625294"/>
                </a:cubicBezTo>
                <a:cubicBezTo>
                  <a:pt x="2455467" y="2648352"/>
                  <a:pt x="2434123" y="2667387"/>
                  <a:pt x="2415631" y="2689865"/>
                </a:cubicBezTo>
                <a:cubicBezTo>
                  <a:pt x="2409898" y="2696835"/>
                  <a:pt x="2408060" y="2708488"/>
                  <a:pt x="2400888" y="2713514"/>
                </a:cubicBezTo>
                <a:lnTo>
                  <a:pt x="2095586" y="2914185"/>
                </a:lnTo>
                <a:lnTo>
                  <a:pt x="2132662" y="3214285"/>
                </a:lnTo>
                <a:cubicBezTo>
                  <a:pt x="2132662" y="3214285"/>
                  <a:pt x="2124750" y="3189969"/>
                  <a:pt x="2120197" y="3177876"/>
                </a:cubicBezTo>
                <a:cubicBezTo>
                  <a:pt x="2114260" y="3162110"/>
                  <a:pt x="2107542" y="3146472"/>
                  <a:pt x="2101215" y="3130770"/>
                </a:cubicBezTo>
                <a:cubicBezTo>
                  <a:pt x="2096362" y="3118728"/>
                  <a:pt x="2092906" y="3106498"/>
                  <a:pt x="2088751" y="3094362"/>
                </a:cubicBezTo>
                <a:cubicBezTo>
                  <a:pt x="2057945" y="3004379"/>
                  <a:pt x="2069428" y="3045785"/>
                  <a:pt x="2051926" y="2970120"/>
                </a:cubicBezTo>
                <a:cubicBezTo>
                  <a:pt x="2054668" y="2958670"/>
                  <a:pt x="2058624" y="2947990"/>
                  <a:pt x="2060152" y="2935773"/>
                </a:cubicBezTo>
                <a:cubicBezTo>
                  <a:pt x="2068396" y="2869901"/>
                  <a:pt x="2045678" y="2859706"/>
                  <a:pt x="2086540" y="2787688"/>
                </a:cubicBezTo>
                <a:cubicBezTo>
                  <a:pt x="2101269" y="2761728"/>
                  <a:pt x="2130746" y="2753560"/>
                  <a:pt x="2150890" y="2733815"/>
                </a:cubicBezTo>
                <a:cubicBezTo>
                  <a:pt x="2157229" y="2727602"/>
                  <a:pt x="2160720" y="2718048"/>
                  <a:pt x="2165634" y="2710165"/>
                </a:cubicBezTo>
                <a:cubicBezTo>
                  <a:pt x="2295804" y="2617443"/>
                  <a:pt x="2284752" y="2629142"/>
                  <a:pt x="2386464" y="2546291"/>
                </a:cubicBezTo>
                <a:cubicBezTo>
                  <a:pt x="2533796" y="2426280"/>
                  <a:pt x="2490077" y="2485841"/>
                  <a:pt x="2551739" y="2386928"/>
                </a:cubicBezTo>
                <a:cubicBezTo>
                  <a:pt x="2605187" y="2336172"/>
                  <a:pt x="2581462" y="2360932"/>
                  <a:pt x="2623747" y="2313723"/>
                </a:cubicBezTo>
                <a:cubicBezTo>
                  <a:pt x="2635702" y="2300375"/>
                  <a:pt x="2642871" y="2281621"/>
                  <a:pt x="2653233" y="2266423"/>
                </a:cubicBezTo>
                <a:lnTo>
                  <a:pt x="2666638" y="2249250"/>
                </a:lnTo>
                <a:lnTo>
                  <a:pt x="2657299" y="2254377"/>
                </a:lnTo>
                <a:cubicBezTo>
                  <a:pt x="2649500" y="2258361"/>
                  <a:pt x="2638342" y="2254529"/>
                  <a:pt x="2629499" y="2256332"/>
                </a:cubicBezTo>
                <a:cubicBezTo>
                  <a:pt x="2600979" y="2262148"/>
                  <a:pt x="2574166" y="2272097"/>
                  <a:pt x="2545365" y="2277205"/>
                </a:cubicBezTo>
                <a:cubicBezTo>
                  <a:pt x="2527503" y="2280373"/>
                  <a:pt x="2506071" y="2274478"/>
                  <a:pt x="2489765" y="2281115"/>
                </a:cubicBezTo>
                <a:lnTo>
                  <a:pt x="2412033" y="2312755"/>
                </a:lnTo>
                <a:cubicBezTo>
                  <a:pt x="2400389" y="2314820"/>
                  <a:pt x="2388319" y="2315863"/>
                  <a:pt x="2377100" y="2318950"/>
                </a:cubicBezTo>
                <a:cubicBezTo>
                  <a:pt x="2357859" y="2324245"/>
                  <a:pt x="2339390" y="2331239"/>
                  <a:pt x="2320767" y="2337868"/>
                </a:cubicBezTo>
                <a:cubicBezTo>
                  <a:pt x="2278300" y="2352984"/>
                  <a:pt x="2237309" y="2371215"/>
                  <a:pt x="2193835" y="2384184"/>
                </a:cubicBezTo>
                <a:lnTo>
                  <a:pt x="2144636" y="2398861"/>
                </a:lnTo>
                <a:cubicBezTo>
                  <a:pt x="2107273" y="2389234"/>
                  <a:pt x="2119007" y="2384953"/>
                  <a:pt x="2103301" y="2394290"/>
                </a:cubicBezTo>
                <a:lnTo>
                  <a:pt x="1947293" y="2326741"/>
                </a:lnTo>
                <a:lnTo>
                  <a:pt x="1900289" y="2296394"/>
                </a:lnTo>
                <a:lnTo>
                  <a:pt x="2081358" y="2276184"/>
                </a:lnTo>
                <a:cubicBezTo>
                  <a:pt x="2090515" y="2275212"/>
                  <a:pt x="2100075" y="2275409"/>
                  <a:pt x="2109158" y="2274229"/>
                </a:cubicBezTo>
                <a:cubicBezTo>
                  <a:pt x="2121001" y="2272690"/>
                  <a:pt x="2132173" y="2269363"/>
                  <a:pt x="2144091" y="2268033"/>
                </a:cubicBezTo>
                <a:cubicBezTo>
                  <a:pt x="2162372" y="2265993"/>
                  <a:pt x="2182300" y="2268438"/>
                  <a:pt x="2199692" y="2264123"/>
                </a:cubicBezTo>
                <a:cubicBezTo>
                  <a:pt x="2261204" y="2248862"/>
                  <a:pt x="2228218" y="2258234"/>
                  <a:pt x="2298091" y="2234769"/>
                </a:cubicBezTo>
                <a:cubicBezTo>
                  <a:pt x="2414363" y="2226593"/>
                  <a:pt x="2341265" y="2237339"/>
                  <a:pt x="2516289" y="2163339"/>
                </a:cubicBezTo>
                <a:cubicBezTo>
                  <a:pt x="2637119" y="2112254"/>
                  <a:pt x="2621607" y="2116543"/>
                  <a:pt x="2764483" y="2044932"/>
                </a:cubicBezTo>
                <a:cubicBezTo>
                  <a:pt x="2773750" y="2044280"/>
                  <a:pt x="2783826" y="2045669"/>
                  <a:pt x="2792284" y="2042977"/>
                </a:cubicBezTo>
                <a:cubicBezTo>
                  <a:pt x="2819162" y="2034421"/>
                  <a:pt x="2840181" y="2012199"/>
                  <a:pt x="2870016" y="2011338"/>
                </a:cubicBezTo>
                <a:cubicBezTo>
                  <a:pt x="2932091" y="2009546"/>
                  <a:pt x="2946695" y="2023075"/>
                  <a:pt x="2976301" y="2039889"/>
                </a:cubicBezTo>
                <a:lnTo>
                  <a:pt x="3005563" y="2053730"/>
                </a:lnTo>
                <a:lnTo>
                  <a:pt x="3005894" y="2053503"/>
                </a:lnTo>
                <a:cubicBezTo>
                  <a:pt x="3010977" y="2049999"/>
                  <a:pt x="3017555" y="2045498"/>
                  <a:pt x="3026227" y="2039716"/>
                </a:cubicBezTo>
                <a:cubicBezTo>
                  <a:pt x="3130611" y="2035541"/>
                  <a:pt x="3235158" y="2034378"/>
                  <a:pt x="3339378" y="2027190"/>
                </a:cubicBezTo>
                <a:cubicBezTo>
                  <a:pt x="3356553" y="2026006"/>
                  <a:pt x="3374084" y="2022363"/>
                  <a:pt x="3389482" y="2014664"/>
                </a:cubicBezTo>
                <a:cubicBezTo>
                  <a:pt x="3408155" y="2005328"/>
                  <a:pt x="3421460" y="1987444"/>
                  <a:pt x="3439586" y="1977086"/>
                </a:cubicBezTo>
                <a:cubicBezTo>
                  <a:pt x="3507655" y="1938189"/>
                  <a:pt x="3507623" y="1941592"/>
                  <a:pt x="3491350" y="1954136"/>
                </a:cubicBezTo>
                <a:lnTo>
                  <a:pt x="3473444" y="1967147"/>
                </a:lnTo>
                <a:lnTo>
                  <a:pt x="3462571" y="1974459"/>
                </a:lnTo>
                <a:cubicBezTo>
                  <a:pt x="3429957" y="1996491"/>
                  <a:pt x="3450248" y="1983451"/>
                  <a:pt x="3471585" y="1968498"/>
                </a:cubicBezTo>
                <a:lnTo>
                  <a:pt x="3473444" y="1967147"/>
                </a:lnTo>
                <a:lnTo>
                  <a:pt x="3483528" y="1960366"/>
                </a:lnTo>
                <a:lnTo>
                  <a:pt x="3514742" y="1939507"/>
                </a:lnTo>
                <a:cubicBezTo>
                  <a:pt x="3531444" y="1935332"/>
                  <a:pt x="3548294" y="1931710"/>
                  <a:pt x="3564847" y="1926981"/>
                </a:cubicBezTo>
                <a:cubicBezTo>
                  <a:pt x="3577543" y="1923354"/>
                  <a:pt x="3589448" y="1916888"/>
                  <a:pt x="3602425" y="1914455"/>
                </a:cubicBezTo>
                <a:lnTo>
                  <a:pt x="3664649" y="1904882"/>
                </a:lnTo>
                <a:lnTo>
                  <a:pt x="3709597" y="1803748"/>
                </a:lnTo>
                <a:cubicBezTo>
                  <a:pt x="3718523" y="1788447"/>
                  <a:pt x="3735834" y="1779779"/>
                  <a:pt x="3747175" y="1766170"/>
                </a:cubicBezTo>
                <a:cubicBezTo>
                  <a:pt x="3774918" y="1732878"/>
                  <a:pt x="3775004" y="1717470"/>
                  <a:pt x="3797279" y="1678488"/>
                </a:cubicBezTo>
                <a:cubicBezTo>
                  <a:pt x="3814148" y="1648968"/>
                  <a:pt x="3840706" y="1617691"/>
                  <a:pt x="3859909" y="1590806"/>
                </a:cubicBezTo>
                <a:cubicBezTo>
                  <a:pt x="3868659" y="1578556"/>
                  <a:pt x="3878228" y="1566693"/>
                  <a:pt x="3884961" y="1553228"/>
                </a:cubicBezTo>
                <a:cubicBezTo>
                  <a:pt x="3909336" y="1504477"/>
                  <a:pt x="3885933" y="1521732"/>
                  <a:pt x="3910013" y="1465545"/>
                </a:cubicBezTo>
                <a:cubicBezTo>
                  <a:pt x="3915943" y="1451708"/>
                  <a:pt x="3926714" y="1440493"/>
                  <a:pt x="3935065" y="1427967"/>
                </a:cubicBezTo>
                <a:cubicBezTo>
                  <a:pt x="3935165" y="1421927"/>
                  <a:pt x="3935266" y="1415887"/>
                  <a:pt x="3935366" y="1409847"/>
                </a:cubicBezTo>
                <a:lnTo>
                  <a:pt x="3915966" y="1422959"/>
                </a:lnTo>
                <a:cubicBezTo>
                  <a:pt x="3896848" y="1435646"/>
                  <a:pt x="3900471" y="1430319"/>
                  <a:pt x="3833392" y="1452678"/>
                </a:cubicBezTo>
                <a:cubicBezTo>
                  <a:pt x="3833392" y="1452678"/>
                  <a:pt x="3698857" y="1463860"/>
                  <a:pt x="3632976" y="1477730"/>
                </a:cubicBezTo>
                <a:cubicBezTo>
                  <a:pt x="3618245" y="1480831"/>
                  <a:pt x="3608863" y="1496049"/>
                  <a:pt x="3595398" y="1502782"/>
                </a:cubicBezTo>
                <a:cubicBezTo>
                  <a:pt x="3583588" y="1508687"/>
                  <a:pt x="3569630" y="1509404"/>
                  <a:pt x="3557820" y="1515309"/>
                </a:cubicBezTo>
                <a:cubicBezTo>
                  <a:pt x="3536044" y="1526197"/>
                  <a:pt x="3516066" y="1540361"/>
                  <a:pt x="3495189" y="1552887"/>
                </a:cubicBezTo>
                <a:cubicBezTo>
                  <a:pt x="3164017" y="1574965"/>
                  <a:pt x="3410242" y="1550343"/>
                  <a:pt x="3244669" y="1577939"/>
                </a:cubicBezTo>
                <a:cubicBezTo>
                  <a:pt x="3210048" y="1583709"/>
                  <a:pt x="3155421" y="1584985"/>
                  <a:pt x="3119409" y="1602991"/>
                </a:cubicBezTo>
                <a:cubicBezTo>
                  <a:pt x="3105944" y="1609724"/>
                  <a:pt x="3094357" y="1619692"/>
                  <a:pt x="3081831" y="1628043"/>
                </a:cubicBezTo>
                <a:cubicBezTo>
                  <a:pt x="3069305" y="1632218"/>
                  <a:pt x="3056948" y="1636942"/>
                  <a:pt x="3044252" y="1640569"/>
                </a:cubicBezTo>
                <a:cubicBezTo>
                  <a:pt x="3027699" y="1645298"/>
                  <a:pt x="3009971" y="1646314"/>
                  <a:pt x="2994148" y="1653095"/>
                </a:cubicBezTo>
                <a:cubicBezTo>
                  <a:pt x="2980311" y="1659025"/>
                  <a:pt x="2970035" y="1671414"/>
                  <a:pt x="2956570" y="1678147"/>
                </a:cubicBezTo>
                <a:cubicBezTo>
                  <a:pt x="2944760" y="1684052"/>
                  <a:pt x="2928328" y="1681337"/>
                  <a:pt x="2918992" y="1690673"/>
                </a:cubicBezTo>
                <a:cubicBezTo>
                  <a:pt x="2909656" y="1700009"/>
                  <a:pt x="2910641" y="1715725"/>
                  <a:pt x="2906466" y="1728251"/>
                </a:cubicBezTo>
                <a:cubicBezTo>
                  <a:pt x="2813167" y="1790450"/>
                  <a:pt x="2927756" y="1710509"/>
                  <a:pt x="2831310" y="1790881"/>
                </a:cubicBezTo>
                <a:cubicBezTo>
                  <a:pt x="2819745" y="1800519"/>
                  <a:pt x="2806803" y="1808464"/>
                  <a:pt x="2793732" y="1815933"/>
                </a:cubicBezTo>
                <a:cubicBezTo>
                  <a:pt x="2777520" y="1825197"/>
                  <a:pt x="2757973" y="1829031"/>
                  <a:pt x="2743628" y="1840985"/>
                </a:cubicBezTo>
                <a:cubicBezTo>
                  <a:pt x="2732063" y="1850623"/>
                  <a:pt x="2728373" y="1867133"/>
                  <a:pt x="2718576" y="1878563"/>
                </a:cubicBezTo>
                <a:cubicBezTo>
                  <a:pt x="2703205" y="1896496"/>
                  <a:pt x="2687692" y="1914939"/>
                  <a:pt x="2668472" y="1928667"/>
                </a:cubicBezTo>
                <a:cubicBezTo>
                  <a:pt x="2611565" y="1969316"/>
                  <a:pt x="2619047" y="1955570"/>
                  <a:pt x="2629186" y="1943233"/>
                </a:cubicBezTo>
                <a:lnTo>
                  <a:pt x="2635149" y="1936451"/>
                </a:lnTo>
                <a:lnTo>
                  <a:pt x="2638671" y="1932758"/>
                </a:lnTo>
                <a:cubicBezTo>
                  <a:pt x="2639330" y="1932003"/>
                  <a:pt x="2638226" y="1933079"/>
                  <a:pt x="2636324" y="1935116"/>
                </a:cubicBezTo>
                <a:lnTo>
                  <a:pt x="2635149" y="1936451"/>
                </a:lnTo>
                <a:lnTo>
                  <a:pt x="2630439" y="1941391"/>
                </a:lnTo>
                <a:cubicBezTo>
                  <a:pt x="2625289" y="1946682"/>
                  <a:pt x="2617412" y="1954676"/>
                  <a:pt x="2605842" y="1966246"/>
                </a:cubicBezTo>
                <a:cubicBezTo>
                  <a:pt x="2605842" y="1966246"/>
                  <a:pt x="2554816" y="1980573"/>
                  <a:pt x="2530685" y="1991298"/>
                </a:cubicBezTo>
                <a:cubicBezTo>
                  <a:pt x="2516928" y="1997412"/>
                  <a:pt x="2506572" y="2009617"/>
                  <a:pt x="2493107" y="2016350"/>
                </a:cubicBezTo>
                <a:cubicBezTo>
                  <a:pt x="2481297" y="2022255"/>
                  <a:pt x="2468055" y="2024701"/>
                  <a:pt x="2455529" y="2028876"/>
                </a:cubicBezTo>
                <a:cubicBezTo>
                  <a:pt x="2332774" y="2046412"/>
                  <a:pt x="2346970" y="2062279"/>
                  <a:pt x="2443003" y="1966246"/>
                </a:cubicBezTo>
                <a:cubicBezTo>
                  <a:pt x="2463880" y="1957895"/>
                  <a:pt x="2485522" y="1951249"/>
                  <a:pt x="2505633" y="1941193"/>
                </a:cubicBezTo>
                <a:cubicBezTo>
                  <a:pt x="2519098" y="1934460"/>
                  <a:pt x="2530445" y="1924120"/>
                  <a:pt x="2543211" y="1916141"/>
                </a:cubicBezTo>
                <a:cubicBezTo>
                  <a:pt x="2563857" y="1903237"/>
                  <a:pt x="2585196" y="1891467"/>
                  <a:pt x="2605842" y="1878563"/>
                </a:cubicBezTo>
                <a:cubicBezTo>
                  <a:pt x="2630243" y="1863312"/>
                  <a:pt x="2673738" y="1832893"/>
                  <a:pt x="2693524" y="1815933"/>
                </a:cubicBezTo>
                <a:cubicBezTo>
                  <a:pt x="2725965" y="1788126"/>
                  <a:pt x="2743628" y="1774214"/>
                  <a:pt x="2743628" y="1728251"/>
                </a:cubicBezTo>
                <a:cubicBezTo>
                  <a:pt x="2743628" y="1694141"/>
                  <a:pt x="2720302" y="1656548"/>
                  <a:pt x="2706050" y="1628043"/>
                </a:cubicBezTo>
                <a:cubicBezTo>
                  <a:pt x="2647141" y="1647679"/>
                  <a:pt x="2680731" y="1635665"/>
                  <a:pt x="2605842" y="1665621"/>
                </a:cubicBezTo>
                <a:cubicBezTo>
                  <a:pt x="2581323" y="1675428"/>
                  <a:pt x="2557077" y="1689763"/>
                  <a:pt x="2530685" y="1690673"/>
                </a:cubicBezTo>
                <a:cubicBezTo>
                  <a:pt x="2192657" y="1702329"/>
                  <a:pt x="1854280" y="1699024"/>
                  <a:pt x="1516080" y="1703199"/>
                </a:cubicBezTo>
                <a:cubicBezTo>
                  <a:pt x="1491028" y="1699024"/>
                  <a:pt x="1458883" y="1708632"/>
                  <a:pt x="1440922" y="1690673"/>
                </a:cubicBezTo>
                <a:cubicBezTo>
                  <a:pt x="1428748" y="1678500"/>
                  <a:pt x="1474252" y="1682018"/>
                  <a:pt x="1491028" y="1678147"/>
                </a:cubicBezTo>
                <a:lnTo>
                  <a:pt x="1603760" y="1653095"/>
                </a:lnTo>
                <a:cubicBezTo>
                  <a:pt x="1641340" y="1648920"/>
                  <a:pt x="1679200" y="1646785"/>
                  <a:pt x="1716494" y="1640569"/>
                </a:cubicBezTo>
                <a:cubicBezTo>
                  <a:pt x="1787677" y="1628705"/>
                  <a:pt x="1718741" y="1623284"/>
                  <a:pt x="1804176" y="1615517"/>
                </a:cubicBezTo>
                <a:cubicBezTo>
                  <a:pt x="2100757" y="1588555"/>
                  <a:pt x="1944287" y="1624330"/>
                  <a:pt x="2079748" y="1590465"/>
                </a:cubicBezTo>
                <a:cubicBezTo>
                  <a:pt x="2141326" y="1582768"/>
                  <a:pt x="2194912" y="1577453"/>
                  <a:pt x="2255113" y="1565413"/>
                </a:cubicBezTo>
                <a:cubicBezTo>
                  <a:pt x="2271994" y="1562037"/>
                  <a:pt x="2288516" y="1557062"/>
                  <a:pt x="2305217" y="1552887"/>
                </a:cubicBezTo>
                <a:cubicBezTo>
                  <a:pt x="2549990" y="1544728"/>
                  <a:pt x="2594741" y="1556825"/>
                  <a:pt x="2768680" y="1527835"/>
                </a:cubicBezTo>
                <a:cubicBezTo>
                  <a:pt x="2849858" y="1514305"/>
                  <a:pt x="2848869" y="1509456"/>
                  <a:pt x="2944044" y="1477730"/>
                </a:cubicBezTo>
                <a:cubicBezTo>
                  <a:pt x="2976708" y="1466842"/>
                  <a:pt x="3011146" y="1462137"/>
                  <a:pt x="3044252" y="1452678"/>
                </a:cubicBezTo>
                <a:cubicBezTo>
                  <a:pt x="3069643" y="1445423"/>
                  <a:pt x="3093514" y="1432805"/>
                  <a:pt x="3119409" y="1427626"/>
                </a:cubicBezTo>
                <a:cubicBezTo>
                  <a:pt x="3271428" y="1397222"/>
                  <a:pt x="3190999" y="1442529"/>
                  <a:pt x="3269721" y="1390048"/>
                </a:cubicBezTo>
                <a:cubicBezTo>
                  <a:pt x="3365545" y="1370883"/>
                  <a:pt x="3300813" y="1387783"/>
                  <a:pt x="3394981" y="1352470"/>
                </a:cubicBezTo>
                <a:cubicBezTo>
                  <a:pt x="3407344" y="1347834"/>
                  <a:pt x="3421573" y="1347268"/>
                  <a:pt x="3432559" y="1339944"/>
                </a:cubicBezTo>
                <a:cubicBezTo>
                  <a:pt x="3447298" y="1330118"/>
                  <a:pt x="3457611" y="1314892"/>
                  <a:pt x="3470137" y="1302366"/>
                </a:cubicBezTo>
                <a:cubicBezTo>
                  <a:pt x="3486839" y="1294015"/>
                  <a:pt x="3505304" y="1288518"/>
                  <a:pt x="3520242" y="1277314"/>
                </a:cubicBezTo>
                <a:cubicBezTo>
                  <a:pt x="3542993" y="1260251"/>
                  <a:pt x="3567058" y="1232340"/>
                  <a:pt x="3589061" y="1203861"/>
                </a:cubicBezTo>
                <a:lnTo>
                  <a:pt x="3604335" y="1183259"/>
                </a:lnTo>
                <a:lnTo>
                  <a:pt x="3426296" y="1177106"/>
                </a:lnTo>
                <a:cubicBezTo>
                  <a:pt x="3395135" y="1175548"/>
                  <a:pt x="3345592" y="1165781"/>
                  <a:pt x="3313562" y="1152054"/>
                </a:cubicBezTo>
                <a:cubicBezTo>
                  <a:pt x="3296399" y="1144698"/>
                  <a:pt x="3279670" y="1136266"/>
                  <a:pt x="3263458" y="1127002"/>
                </a:cubicBezTo>
                <a:cubicBezTo>
                  <a:pt x="3250387" y="1119533"/>
                  <a:pt x="3239345" y="1108683"/>
                  <a:pt x="3225880" y="1101950"/>
                </a:cubicBezTo>
                <a:cubicBezTo>
                  <a:pt x="3214070" y="1096045"/>
                  <a:pt x="3200438" y="1094625"/>
                  <a:pt x="3188302" y="1089424"/>
                </a:cubicBezTo>
                <a:cubicBezTo>
                  <a:pt x="3171139" y="1082068"/>
                  <a:pt x="3154899" y="1072723"/>
                  <a:pt x="3138198" y="1064372"/>
                </a:cubicBezTo>
                <a:cubicBezTo>
                  <a:pt x="3134023" y="1051846"/>
                  <a:pt x="3132465" y="1038116"/>
                  <a:pt x="3125672" y="1026794"/>
                </a:cubicBezTo>
                <a:cubicBezTo>
                  <a:pt x="3109389" y="999656"/>
                  <a:pt x="3091581" y="997369"/>
                  <a:pt x="3063041" y="989215"/>
                </a:cubicBezTo>
                <a:cubicBezTo>
                  <a:pt x="3046488" y="984486"/>
                  <a:pt x="3029490" y="981418"/>
                  <a:pt x="3012937" y="976689"/>
                </a:cubicBezTo>
                <a:cubicBezTo>
                  <a:pt x="2939705" y="955766"/>
                  <a:pt x="3013361" y="971216"/>
                  <a:pt x="2925255" y="951637"/>
                </a:cubicBezTo>
                <a:cubicBezTo>
                  <a:pt x="2904472" y="947019"/>
                  <a:pt x="2883279" y="944275"/>
                  <a:pt x="2862625" y="939111"/>
                </a:cubicBezTo>
                <a:cubicBezTo>
                  <a:pt x="2849816" y="935909"/>
                  <a:pt x="2838160" y="928128"/>
                  <a:pt x="2825047" y="926585"/>
                </a:cubicBezTo>
                <a:cubicBezTo>
                  <a:pt x="2766844" y="919738"/>
                  <a:pt x="2708137" y="918234"/>
                  <a:pt x="2649682" y="914059"/>
                </a:cubicBezTo>
                <a:cubicBezTo>
                  <a:pt x="2637156" y="909884"/>
                  <a:pt x="2623914" y="907438"/>
                  <a:pt x="2612104" y="901533"/>
                </a:cubicBezTo>
                <a:cubicBezTo>
                  <a:pt x="2598639" y="894800"/>
                  <a:pt x="2588622" y="881767"/>
                  <a:pt x="2574526" y="876481"/>
                </a:cubicBezTo>
                <a:cubicBezTo>
                  <a:pt x="2554591" y="869006"/>
                  <a:pt x="2532679" y="868573"/>
                  <a:pt x="2511896" y="863955"/>
                </a:cubicBezTo>
                <a:cubicBezTo>
                  <a:pt x="2495091" y="860220"/>
                  <a:pt x="2478730" y="854509"/>
                  <a:pt x="2461792" y="851429"/>
                </a:cubicBezTo>
                <a:cubicBezTo>
                  <a:pt x="2432744" y="846148"/>
                  <a:pt x="2403158" y="844184"/>
                  <a:pt x="2374110" y="838903"/>
                </a:cubicBezTo>
                <a:cubicBezTo>
                  <a:pt x="2357172" y="835823"/>
                  <a:pt x="2341136" y="828090"/>
                  <a:pt x="2324006" y="826377"/>
                </a:cubicBezTo>
                <a:lnTo>
                  <a:pt x="2297868" y="826377"/>
                </a:lnTo>
                <a:lnTo>
                  <a:pt x="2250327" y="845859"/>
                </a:lnTo>
                <a:cubicBezTo>
                  <a:pt x="2224093" y="856609"/>
                  <a:pt x="2198365" y="867845"/>
                  <a:pt x="2174661" y="881018"/>
                </a:cubicBezTo>
                <a:cubicBezTo>
                  <a:pt x="2153460" y="892800"/>
                  <a:pt x="2145256" y="911302"/>
                  <a:pt x="2127894" y="925388"/>
                </a:cubicBezTo>
                <a:cubicBezTo>
                  <a:pt x="2061152" y="979540"/>
                  <a:pt x="2071340" y="966580"/>
                  <a:pt x="2081135" y="956286"/>
                </a:cubicBezTo>
                <a:lnTo>
                  <a:pt x="2084309" y="953077"/>
                </a:lnTo>
                <a:lnTo>
                  <a:pt x="2085867" y="951567"/>
                </a:lnTo>
                <a:cubicBezTo>
                  <a:pt x="2088349" y="949113"/>
                  <a:pt x="2088390" y="949006"/>
                  <a:pt x="2087199" y="950156"/>
                </a:cubicBezTo>
                <a:lnTo>
                  <a:pt x="2084309" y="953077"/>
                </a:lnTo>
                <a:lnTo>
                  <a:pt x="2069889" y="967061"/>
                </a:lnTo>
                <a:lnTo>
                  <a:pt x="2032016" y="1003179"/>
                </a:lnTo>
                <a:cubicBezTo>
                  <a:pt x="1984392" y="1011491"/>
                  <a:pt x="1672092" y="1068933"/>
                  <a:pt x="1578987" y="1077281"/>
                </a:cubicBezTo>
                <a:cubicBezTo>
                  <a:pt x="1540945" y="1080692"/>
                  <a:pt x="1466694" y="1078422"/>
                  <a:pt x="1466694" y="1078422"/>
                </a:cubicBezTo>
                <a:cubicBezTo>
                  <a:pt x="1424069" y="1083732"/>
                  <a:pt x="1381244" y="1091337"/>
                  <a:pt x="1338816" y="1094352"/>
                </a:cubicBezTo>
                <a:cubicBezTo>
                  <a:pt x="1300863" y="1097050"/>
                  <a:pt x="1263953" y="1095113"/>
                  <a:pt x="1226525" y="1095493"/>
                </a:cubicBezTo>
                <a:cubicBezTo>
                  <a:pt x="1207808" y="1095683"/>
                  <a:pt x="1189399" y="1094358"/>
                  <a:pt x="1170378" y="1096063"/>
                </a:cubicBezTo>
                <a:cubicBezTo>
                  <a:pt x="1139705" y="1098814"/>
                  <a:pt x="1108305" y="1104737"/>
                  <a:pt x="1078365" y="1104314"/>
                </a:cubicBezTo>
                <a:cubicBezTo>
                  <a:pt x="1057192" y="1104014"/>
                  <a:pt x="1040411" y="1095692"/>
                  <a:pt x="1019873" y="1093934"/>
                </a:cubicBezTo>
                <a:cubicBezTo>
                  <a:pt x="1001861" y="1092393"/>
                  <a:pt x="982583" y="1093783"/>
                  <a:pt x="963728" y="1094504"/>
                </a:cubicBezTo>
                <a:cubicBezTo>
                  <a:pt x="886022" y="1097476"/>
                  <a:pt x="866097" y="1101505"/>
                  <a:pt x="779702" y="1111005"/>
                </a:cubicBezTo>
                <a:cubicBezTo>
                  <a:pt x="625058" y="1147936"/>
                  <a:pt x="468396" y="1178896"/>
                  <a:pt x="315773" y="1221798"/>
                </a:cubicBezTo>
                <a:cubicBezTo>
                  <a:pt x="294623" y="1227742"/>
                  <a:pt x="284680" y="1245204"/>
                  <a:pt x="266660" y="1255218"/>
                </a:cubicBezTo>
                <a:cubicBezTo>
                  <a:pt x="250859" y="1264000"/>
                  <a:pt x="232357" y="1270198"/>
                  <a:pt x="215206" y="1277688"/>
                </a:cubicBezTo>
                <a:lnTo>
                  <a:pt x="121051" y="1303381"/>
                </a:lnTo>
                <a:lnTo>
                  <a:pt x="234238" y="1218786"/>
                </a:lnTo>
                <a:cubicBezTo>
                  <a:pt x="275669" y="1187822"/>
                  <a:pt x="319586" y="1159332"/>
                  <a:pt x="373438" y="1140737"/>
                </a:cubicBezTo>
                <a:cubicBezTo>
                  <a:pt x="406651" y="1129270"/>
                  <a:pt x="477860" y="1107212"/>
                  <a:pt x="512220" y="1088116"/>
                </a:cubicBezTo>
                <a:cubicBezTo>
                  <a:pt x="530236" y="1078103"/>
                  <a:pt x="544961" y="1065836"/>
                  <a:pt x="561330" y="1054696"/>
                </a:cubicBezTo>
                <a:cubicBezTo>
                  <a:pt x="608373" y="1040806"/>
                  <a:pt x="656163" y="1028443"/>
                  <a:pt x="702456" y="1013025"/>
                </a:cubicBezTo>
                <a:cubicBezTo>
                  <a:pt x="720613" y="1006978"/>
                  <a:pt x="735858" y="996787"/>
                  <a:pt x="753910" y="990555"/>
                </a:cubicBezTo>
                <a:cubicBezTo>
                  <a:pt x="794278" y="976618"/>
                  <a:pt x="836038" y="965334"/>
                  <a:pt x="877101" y="952724"/>
                </a:cubicBezTo>
                <a:cubicBezTo>
                  <a:pt x="961573" y="938453"/>
                  <a:pt x="1046459" y="914918"/>
                  <a:pt x="1130518" y="909913"/>
                </a:cubicBezTo>
                <a:cubicBezTo>
                  <a:pt x="1173703" y="907341"/>
                  <a:pt x="1204820" y="931106"/>
                  <a:pt x="1247498" y="930672"/>
                </a:cubicBezTo>
                <a:cubicBezTo>
                  <a:pt x="1388623" y="929238"/>
                  <a:pt x="1213986" y="927804"/>
                  <a:pt x="1362134" y="940482"/>
                </a:cubicBezTo>
                <a:cubicBezTo>
                  <a:pt x="1380147" y="942023"/>
                  <a:pt x="1400556" y="937845"/>
                  <a:pt x="1418279" y="939911"/>
                </a:cubicBezTo>
                <a:cubicBezTo>
                  <a:pt x="1458699" y="944625"/>
                  <a:pt x="1492582" y="961105"/>
                  <a:pt x="1535260" y="960671"/>
                </a:cubicBezTo>
                <a:lnTo>
                  <a:pt x="1647551" y="959530"/>
                </a:lnTo>
                <a:cubicBezTo>
                  <a:pt x="1759568" y="927909"/>
                  <a:pt x="1879378" y="909213"/>
                  <a:pt x="1983602" y="864669"/>
                </a:cubicBezTo>
                <a:cubicBezTo>
                  <a:pt x="2029891" y="844885"/>
                  <a:pt x="2077135" y="775928"/>
                  <a:pt x="2077135" y="775928"/>
                </a:cubicBezTo>
                <a:lnTo>
                  <a:pt x="2146725" y="745810"/>
                </a:lnTo>
                <a:lnTo>
                  <a:pt x="2184252" y="731895"/>
                </a:lnTo>
                <a:lnTo>
                  <a:pt x="2144620" y="679054"/>
                </a:lnTo>
                <a:lnTo>
                  <a:pt x="2049743" y="664102"/>
                </a:lnTo>
                <a:cubicBezTo>
                  <a:pt x="2036960" y="662035"/>
                  <a:pt x="2024375" y="658716"/>
                  <a:pt x="2011559" y="656873"/>
                </a:cubicBezTo>
                <a:cubicBezTo>
                  <a:pt x="1994850" y="654469"/>
                  <a:pt x="1977912" y="653995"/>
                  <a:pt x="1961234" y="651367"/>
                </a:cubicBezTo>
                <a:cubicBezTo>
                  <a:pt x="1935651" y="647335"/>
                  <a:pt x="1910692" y="638471"/>
                  <a:pt x="1884865" y="636908"/>
                </a:cubicBezTo>
                <a:cubicBezTo>
                  <a:pt x="1793523" y="631378"/>
                  <a:pt x="1843250" y="633207"/>
                  <a:pt x="1735650" y="632793"/>
                </a:cubicBezTo>
                <a:cubicBezTo>
                  <a:pt x="1575951" y="602555"/>
                  <a:pt x="1679867" y="616199"/>
                  <a:pt x="1400798" y="629734"/>
                </a:cubicBezTo>
                <a:cubicBezTo>
                  <a:pt x="1208142" y="639078"/>
                  <a:pt x="1231453" y="640050"/>
                  <a:pt x="996622" y="661823"/>
                </a:cubicBezTo>
                <a:cubicBezTo>
                  <a:pt x="983893" y="659413"/>
                  <a:pt x="971368" y="654785"/>
                  <a:pt x="958434" y="654593"/>
                </a:cubicBezTo>
                <a:cubicBezTo>
                  <a:pt x="917340" y="653984"/>
                  <a:pt x="875466" y="668374"/>
                  <a:pt x="835263" y="659432"/>
                </a:cubicBezTo>
                <a:cubicBezTo>
                  <a:pt x="723732" y="634622"/>
                  <a:pt x="601200" y="595672"/>
                  <a:pt x="673722" y="568505"/>
                </a:cubicBezTo>
                <a:cubicBezTo>
                  <a:pt x="746244" y="541338"/>
                  <a:pt x="1164586" y="507238"/>
                  <a:pt x="1270395" y="496431"/>
                </a:cubicBezTo>
                <a:cubicBezTo>
                  <a:pt x="1283261" y="495171"/>
                  <a:pt x="1295692" y="502492"/>
                  <a:pt x="1308579" y="503660"/>
                </a:cubicBezTo>
                <a:cubicBezTo>
                  <a:pt x="1350143" y="507430"/>
                  <a:pt x="1392021" y="506685"/>
                  <a:pt x="1433512" y="511224"/>
                </a:cubicBezTo>
                <a:cubicBezTo>
                  <a:pt x="1459247" y="514039"/>
                  <a:pt x="1484045" y="526697"/>
                  <a:pt x="1509882" y="525683"/>
                </a:cubicBezTo>
                <a:lnTo>
                  <a:pt x="1633053" y="520845"/>
                </a:lnTo>
                <a:cubicBezTo>
                  <a:pt x="1649829" y="522679"/>
                  <a:pt x="1666530" y="525632"/>
                  <a:pt x="1683379" y="526350"/>
                </a:cubicBezTo>
                <a:cubicBezTo>
                  <a:pt x="1712276" y="527581"/>
                  <a:pt x="1741213" y="526932"/>
                  <a:pt x="1770126" y="526684"/>
                </a:cubicBezTo>
                <a:cubicBezTo>
                  <a:pt x="1836059" y="526117"/>
                  <a:pt x="1901981" y="522085"/>
                  <a:pt x="1967906" y="523903"/>
                </a:cubicBezTo>
                <a:lnTo>
                  <a:pt x="2042513" y="525961"/>
                </a:lnTo>
                <a:cubicBezTo>
                  <a:pt x="2086151" y="547407"/>
                  <a:pt x="2067867" y="547664"/>
                  <a:pt x="2094600" y="543868"/>
                </a:cubicBezTo>
                <a:lnTo>
                  <a:pt x="2255660" y="656791"/>
                </a:lnTo>
                <a:lnTo>
                  <a:pt x="2259850" y="656974"/>
                </a:lnTo>
                <a:cubicBezTo>
                  <a:pt x="2378789" y="662036"/>
                  <a:pt x="2458375" y="667488"/>
                  <a:pt x="2612104" y="701117"/>
                </a:cubicBezTo>
                <a:cubicBezTo>
                  <a:pt x="2667583" y="713253"/>
                  <a:pt x="2719564" y="738635"/>
                  <a:pt x="2774943" y="751221"/>
                </a:cubicBezTo>
                <a:cubicBezTo>
                  <a:pt x="2811812" y="759600"/>
                  <a:pt x="2850248" y="758400"/>
                  <a:pt x="2887677" y="763747"/>
                </a:cubicBezTo>
                <a:cubicBezTo>
                  <a:pt x="3037923" y="785211"/>
                  <a:pt x="3007131" y="779983"/>
                  <a:pt x="3125672" y="813851"/>
                </a:cubicBezTo>
                <a:cubicBezTo>
                  <a:pt x="3209068" y="897247"/>
                  <a:pt x="3119253" y="818636"/>
                  <a:pt x="3200828" y="863955"/>
                </a:cubicBezTo>
                <a:cubicBezTo>
                  <a:pt x="3227148" y="878577"/>
                  <a:pt x="3246460" y="908154"/>
                  <a:pt x="3275984" y="914059"/>
                </a:cubicBezTo>
                <a:lnTo>
                  <a:pt x="3401244" y="939111"/>
                </a:lnTo>
                <a:lnTo>
                  <a:pt x="3952275" y="930223"/>
                </a:lnTo>
                <a:lnTo>
                  <a:pt x="3958426" y="901650"/>
                </a:lnTo>
                <a:cubicBezTo>
                  <a:pt x="3963565" y="885113"/>
                  <a:pt x="3969268" y="868651"/>
                  <a:pt x="3972644" y="851770"/>
                </a:cubicBezTo>
                <a:cubicBezTo>
                  <a:pt x="3976819" y="830893"/>
                  <a:pt x="3980006" y="809794"/>
                  <a:pt x="3985170" y="789140"/>
                </a:cubicBezTo>
                <a:cubicBezTo>
                  <a:pt x="3988372" y="776331"/>
                  <a:pt x="3994069" y="764258"/>
                  <a:pt x="3997696" y="751562"/>
                </a:cubicBezTo>
                <a:cubicBezTo>
                  <a:pt x="4002425" y="735009"/>
                  <a:pt x="4005493" y="718011"/>
                  <a:pt x="4010222" y="701458"/>
                </a:cubicBezTo>
                <a:cubicBezTo>
                  <a:pt x="4013849" y="688762"/>
                  <a:pt x="4019274" y="676618"/>
                  <a:pt x="4022748" y="663880"/>
                </a:cubicBezTo>
                <a:cubicBezTo>
                  <a:pt x="4031807" y="630662"/>
                  <a:pt x="4047800" y="563671"/>
                  <a:pt x="4047800" y="563671"/>
                </a:cubicBezTo>
                <a:cubicBezTo>
                  <a:pt x="4051793" y="491791"/>
                  <a:pt x="4075352" y="232969"/>
                  <a:pt x="4047800" y="150313"/>
                </a:cubicBezTo>
                <a:cubicBezTo>
                  <a:pt x="4036596" y="116702"/>
                  <a:pt x="3972644" y="75156"/>
                  <a:pt x="3972644" y="75156"/>
                </a:cubicBezTo>
                <a:cubicBezTo>
                  <a:pt x="3976819" y="62630"/>
                  <a:pt x="3976922" y="47888"/>
                  <a:pt x="3985170" y="37578"/>
                </a:cubicBezTo>
                <a:cubicBezTo>
                  <a:pt x="4002830" y="15503"/>
                  <a:pt x="4035571" y="8252"/>
                  <a:pt x="4060326" y="0"/>
                </a:cubicBezTo>
                <a:close/>
              </a:path>
            </a:pathLst>
          </a:custGeom>
          <a:solidFill>
            <a:srgbClr val="D8A5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718" tIns="35859" rIns="71718" bIns="358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12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7343B8C-19E8-4F56-80C0-44164EA3221F}"/>
              </a:ext>
            </a:extLst>
          </p:cNvPr>
          <p:cNvSpPr/>
          <p:nvPr/>
        </p:nvSpPr>
        <p:spPr>
          <a:xfrm>
            <a:off x="5635784" y="2743728"/>
            <a:ext cx="911494" cy="1034210"/>
          </a:xfrm>
          <a:custGeom>
            <a:avLst/>
            <a:gdLst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51770 w 977030"/>
              <a:gd name="connsiteY3" fmla="*/ 87683 h 939453"/>
              <a:gd name="connsiteX4" fmla="*/ 626301 w 977030"/>
              <a:gd name="connsiteY4" fmla="*/ 26304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51770 w 977030"/>
              <a:gd name="connsiteY3" fmla="*/ 87683 h 939453"/>
              <a:gd name="connsiteX4" fmla="*/ 626301 w 977030"/>
              <a:gd name="connsiteY4" fmla="*/ 26304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51770 w 977030"/>
              <a:gd name="connsiteY3" fmla="*/ 87683 h 939453"/>
              <a:gd name="connsiteX4" fmla="*/ 626301 w 977030"/>
              <a:gd name="connsiteY4" fmla="*/ 26304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51770 w 977030"/>
              <a:gd name="connsiteY3" fmla="*/ 87683 h 939453"/>
              <a:gd name="connsiteX4" fmla="*/ 626301 w 977030"/>
              <a:gd name="connsiteY4" fmla="*/ 26304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00970 w 977030"/>
              <a:gd name="connsiteY3" fmla="*/ 57203 h 939453"/>
              <a:gd name="connsiteX4" fmla="*/ 626301 w 977030"/>
              <a:gd name="connsiteY4" fmla="*/ 26304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00970 w 977030"/>
              <a:gd name="connsiteY3" fmla="*/ 57203 h 939453"/>
              <a:gd name="connsiteX4" fmla="*/ 605981 w 977030"/>
              <a:gd name="connsiteY4" fmla="*/ 27320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00970 w 977030"/>
              <a:gd name="connsiteY3" fmla="*/ 57203 h 939453"/>
              <a:gd name="connsiteX4" fmla="*/ 605981 w 977030"/>
              <a:gd name="connsiteY4" fmla="*/ 27320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939453 h 939453"/>
              <a:gd name="connsiteX1" fmla="*/ 613775 w 977030"/>
              <a:gd name="connsiteY1" fmla="*/ 926927 h 939453"/>
              <a:gd name="connsiteX2" fmla="*/ 977030 w 977030"/>
              <a:gd name="connsiteY2" fmla="*/ 137787 h 939453"/>
              <a:gd name="connsiteX3" fmla="*/ 800970 w 977030"/>
              <a:gd name="connsiteY3" fmla="*/ 57203 h 939453"/>
              <a:gd name="connsiteX4" fmla="*/ 605981 w 977030"/>
              <a:gd name="connsiteY4" fmla="*/ 273207 h 939453"/>
              <a:gd name="connsiteX5" fmla="*/ 588723 w 977030"/>
              <a:gd name="connsiteY5" fmla="*/ 0 h 939453"/>
              <a:gd name="connsiteX6" fmla="*/ 313150 w 977030"/>
              <a:gd name="connsiteY6" fmla="*/ 12527 h 939453"/>
              <a:gd name="connsiteX7" fmla="*/ 300624 w 977030"/>
              <a:gd name="connsiteY7" fmla="*/ 300625 h 939453"/>
              <a:gd name="connsiteX8" fmla="*/ 125260 w 977030"/>
              <a:gd name="connsiteY8" fmla="*/ 100209 h 939453"/>
              <a:gd name="connsiteX9" fmla="*/ 0 w 977030"/>
              <a:gd name="connsiteY9" fmla="*/ 162839 h 939453"/>
              <a:gd name="connsiteX10" fmla="*/ 263046 w 977030"/>
              <a:gd name="connsiteY10" fmla="*/ 939453 h 939453"/>
              <a:gd name="connsiteX0" fmla="*/ 263046 w 977030"/>
              <a:gd name="connsiteY0" fmla="*/ 1131733 h 1131733"/>
              <a:gd name="connsiteX1" fmla="*/ 613775 w 977030"/>
              <a:gd name="connsiteY1" fmla="*/ 1119207 h 1131733"/>
              <a:gd name="connsiteX2" fmla="*/ 977030 w 977030"/>
              <a:gd name="connsiteY2" fmla="*/ 330067 h 1131733"/>
              <a:gd name="connsiteX3" fmla="*/ 800970 w 977030"/>
              <a:gd name="connsiteY3" fmla="*/ 249483 h 1131733"/>
              <a:gd name="connsiteX4" fmla="*/ 605981 w 977030"/>
              <a:gd name="connsiteY4" fmla="*/ 465487 h 1131733"/>
              <a:gd name="connsiteX5" fmla="*/ 588723 w 977030"/>
              <a:gd name="connsiteY5" fmla="*/ 192280 h 1131733"/>
              <a:gd name="connsiteX6" fmla="*/ 313150 w 977030"/>
              <a:gd name="connsiteY6" fmla="*/ 204807 h 1131733"/>
              <a:gd name="connsiteX7" fmla="*/ 300624 w 977030"/>
              <a:gd name="connsiteY7" fmla="*/ 492905 h 1131733"/>
              <a:gd name="connsiteX8" fmla="*/ 125260 w 977030"/>
              <a:gd name="connsiteY8" fmla="*/ 292489 h 1131733"/>
              <a:gd name="connsiteX9" fmla="*/ 0 w 977030"/>
              <a:gd name="connsiteY9" fmla="*/ 355119 h 1131733"/>
              <a:gd name="connsiteX10" fmla="*/ 263046 w 977030"/>
              <a:gd name="connsiteY10" fmla="*/ 1131733 h 1131733"/>
              <a:gd name="connsiteX0" fmla="*/ 263046 w 977030"/>
              <a:gd name="connsiteY0" fmla="*/ 1182500 h 1182500"/>
              <a:gd name="connsiteX1" fmla="*/ 613775 w 977030"/>
              <a:gd name="connsiteY1" fmla="*/ 1169974 h 1182500"/>
              <a:gd name="connsiteX2" fmla="*/ 977030 w 977030"/>
              <a:gd name="connsiteY2" fmla="*/ 380834 h 1182500"/>
              <a:gd name="connsiteX3" fmla="*/ 800970 w 977030"/>
              <a:gd name="connsiteY3" fmla="*/ 300250 h 1182500"/>
              <a:gd name="connsiteX4" fmla="*/ 605981 w 977030"/>
              <a:gd name="connsiteY4" fmla="*/ 516254 h 1182500"/>
              <a:gd name="connsiteX5" fmla="*/ 588723 w 977030"/>
              <a:gd name="connsiteY5" fmla="*/ 243047 h 1182500"/>
              <a:gd name="connsiteX6" fmla="*/ 313150 w 977030"/>
              <a:gd name="connsiteY6" fmla="*/ 255574 h 1182500"/>
              <a:gd name="connsiteX7" fmla="*/ 300624 w 977030"/>
              <a:gd name="connsiteY7" fmla="*/ 543672 h 1182500"/>
              <a:gd name="connsiteX8" fmla="*/ 125260 w 977030"/>
              <a:gd name="connsiteY8" fmla="*/ 343256 h 1182500"/>
              <a:gd name="connsiteX9" fmla="*/ 0 w 977030"/>
              <a:gd name="connsiteY9" fmla="*/ 405886 h 1182500"/>
              <a:gd name="connsiteX10" fmla="*/ 263046 w 977030"/>
              <a:gd name="connsiteY10" fmla="*/ 1182500 h 1182500"/>
              <a:gd name="connsiteX0" fmla="*/ 263046 w 977030"/>
              <a:gd name="connsiteY0" fmla="*/ 1182500 h 1182500"/>
              <a:gd name="connsiteX1" fmla="*/ 613775 w 977030"/>
              <a:gd name="connsiteY1" fmla="*/ 1169974 h 1182500"/>
              <a:gd name="connsiteX2" fmla="*/ 977030 w 977030"/>
              <a:gd name="connsiteY2" fmla="*/ 380834 h 1182500"/>
              <a:gd name="connsiteX3" fmla="*/ 800970 w 977030"/>
              <a:gd name="connsiteY3" fmla="*/ 300250 h 1182500"/>
              <a:gd name="connsiteX4" fmla="*/ 605981 w 977030"/>
              <a:gd name="connsiteY4" fmla="*/ 516254 h 1182500"/>
              <a:gd name="connsiteX5" fmla="*/ 588723 w 977030"/>
              <a:gd name="connsiteY5" fmla="*/ 243047 h 1182500"/>
              <a:gd name="connsiteX6" fmla="*/ 313150 w 977030"/>
              <a:gd name="connsiteY6" fmla="*/ 255574 h 1182500"/>
              <a:gd name="connsiteX7" fmla="*/ 331104 w 977030"/>
              <a:gd name="connsiteY7" fmla="*/ 563992 h 1182500"/>
              <a:gd name="connsiteX8" fmla="*/ 125260 w 977030"/>
              <a:gd name="connsiteY8" fmla="*/ 343256 h 1182500"/>
              <a:gd name="connsiteX9" fmla="*/ 0 w 977030"/>
              <a:gd name="connsiteY9" fmla="*/ 405886 h 1182500"/>
              <a:gd name="connsiteX10" fmla="*/ 263046 w 977030"/>
              <a:gd name="connsiteY10" fmla="*/ 1182500 h 1182500"/>
              <a:gd name="connsiteX0" fmla="*/ 263046 w 977030"/>
              <a:gd name="connsiteY0" fmla="*/ 1182500 h 1182500"/>
              <a:gd name="connsiteX1" fmla="*/ 613775 w 977030"/>
              <a:gd name="connsiteY1" fmla="*/ 1169974 h 1182500"/>
              <a:gd name="connsiteX2" fmla="*/ 977030 w 977030"/>
              <a:gd name="connsiteY2" fmla="*/ 380834 h 1182500"/>
              <a:gd name="connsiteX3" fmla="*/ 800970 w 977030"/>
              <a:gd name="connsiteY3" fmla="*/ 300250 h 1182500"/>
              <a:gd name="connsiteX4" fmla="*/ 605981 w 977030"/>
              <a:gd name="connsiteY4" fmla="*/ 516254 h 1182500"/>
              <a:gd name="connsiteX5" fmla="*/ 588723 w 977030"/>
              <a:gd name="connsiteY5" fmla="*/ 243047 h 1182500"/>
              <a:gd name="connsiteX6" fmla="*/ 313150 w 977030"/>
              <a:gd name="connsiteY6" fmla="*/ 255574 h 1182500"/>
              <a:gd name="connsiteX7" fmla="*/ 331104 w 977030"/>
              <a:gd name="connsiteY7" fmla="*/ 563992 h 1182500"/>
              <a:gd name="connsiteX8" fmla="*/ 125260 w 977030"/>
              <a:gd name="connsiteY8" fmla="*/ 343256 h 1182500"/>
              <a:gd name="connsiteX9" fmla="*/ 0 w 977030"/>
              <a:gd name="connsiteY9" fmla="*/ 405886 h 1182500"/>
              <a:gd name="connsiteX10" fmla="*/ 263046 w 977030"/>
              <a:gd name="connsiteY10" fmla="*/ 1182500 h 1182500"/>
              <a:gd name="connsiteX0" fmla="*/ 263046 w 977030"/>
              <a:gd name="connsiteY0" fmla="*/ 1182500 h 1182500"/>
              <a:gd name="connsiteX1" fmla="*/ 613775 w 977030"/>
              <a:gd name="connsiteY1" fmla="*/ 1169974 h 1182500"/>
              <a:gd name="connsiteX2" fmla="*/ 977030 w 977030"/>
              <a:gd name="connsiteY2" fmla="*/ 380834 h 1182500"/>
              <a:gd name="connsiteX3" fmla="*/ 800970 w 977030"/>
              <a:gd name="connsiteY3" fmla="*/ 300250 h 1182500"/>
              <a:gd name="connsiteX4" fmla="*/ 605981 w 977030"/>
              <a:gd name="connsiteY4" fmla="*/ 516254 h 1182500"/>
              <a:gd name="connsiteX5" fmla="*/ 588723 w 977030"/>
              <a:gd name="connsiteY5" fmla="*/ 243047 h 1182500"/>
              <a:gd name="connsiteX6" fmla="*/ 313150 w 977030"/>
              <a:gd name="connsiteY6" fmla="*/ 255574 h 1182500"/>
              <a:gd name="connsiteX7" fmla="*/ 331104 w 977030"/>
              <a:gd name="connsiteY7" fmla="*/ 563992 h 1182500"/>
              <a:gd name="connsiteX8" fmla="*/ 125260 w 977030"/>
              <a:gd name="connsiteY8" fmla="*/ 343256 h 1182500"/>
              <a:gd name="connsiteX9" fmla="*/ 0 w 977030"/>
              <a:gd name="connsiteY9" fmla="*/ 405886 h 1182500"/>
              <a:gd name="connsiteX10" fmla="*/ 263046 w 977030"/>
              <a:gd name="connsiteY10" fmla="*/ 1182500 h 1182500"/>
              <a:gd name="connsiteX0" fmla="*/ 263046 w 977030"/>
              <a:gd name="connsiteY0" fmla="*/ 1182500 h 1182500"/>
              <a:gd name="connsiteX1" fmla="*/ 613775 w 977030"/>
              <a:gd name="connsiteY1" fmla="*/ 1169974 h 1182500"/>
              <a:gd name="connsiteX2" fmla="*/ 977030 w 977030"/>
              <a:gd name="connsiteY2" fmla="*/ 380834 h 1182500"/>
              <a:gd name="connsiteX3" fmla="*/ 800970 w 977030"/>
              <a:gd name="connsiteY3" fmla="*/ 300250 h 1182500"/>
              <a:gd name="connsiteX4" fmla="*/ 605981 w 977030"/>
              <a:gd name="connsiteY4" fmla="*/ 516254 h 1182500"/>
              <a:gd name="connsiteX5" fmla="*/ 588723 w 977030"/>
              <a:gd name="connsiteY5" fmla="*/ 243047 h 1182500"/>
              <a:gd name="connsiteX6" fmla="*/ 313150 w 977030"/>
              <a:gd name="connsiteY6" fmla="*/ 255574 h 1182500"/>
              <a:gd name="connsiteX7" fmla="*/ 331104 w 977030"/>
              <a:gd name="connsiteY7" fmla="*/ 563992 h 1182500"/>
              <a:gd name="connsiteX8" fmla="*/ 125260 w 977030"/>
              <a:gd name="connsiteY8" fmla="*/ 322936 h 1182500"/>
              <a:gd name="connsiteX9" fmla="*/ 0 w 977030"/>
              <a:gd name="connsiteY9" fmla="*/ 405886 h 1182500"/>
              <a:gd name="connsiteX10" fmla="*/ 263046 w 977030"/>
              <a:gd name="connsiteY10" fmla="*/ 1182500 h 1182500"/>
              <a:gd name="connsiteX0" fmla="*/ 263046 w 977030"/>
              <a:gd name="connsiteY0" fmla="*/ 1182500 h 1182500"/>
              <a:gd name="connsiteX1" fmla="*/ 613775 w 977030"/>
              <a:gd name="connsiteY1" fmla="*/ 1169974 h 1182500"/>
              <a:gd name="connsiteX2" fmla="*/ 977030 w 977030"/>
              <a:gd name="connsiteY2" fmla="*/ 380834 h 1182500"/>
              <a:gd name="connsiteX3" fmla="*/ 800970 w 977030"/>
              <a:gd name="connsiteY3" fmla="*/ 300250 h 1182500"/>
              <a:gd name="connsiteX4" fmla="*/ 605981 w 977030"/>
              <a:gd name="connsiteY4" fmla="*/ 516254 h 1182500"/>
              <a:gd name="connsiteX5" fmla="*/ 588723 w 977030"/>
              <a:gd name="connsiteY5" fmla="*/ 243047 h 1182500"/>
              <a:gd name="connsiteX6" fmla="*/ 313150 w 977030"/>
              <a:gd name="connsiteY6" fmla="*/ 255574 h 1182500"/>
              <a:gd name="connsiteX7" fmla="*/ 331104 w 977030"/>
              <a:gd name="connsiteY7" fmla="*/ 563992 h 1182500"/>
              <a:gd name="connsiteX8" fmla="*/ 125260 w 977030"/>
              <a:gd name="connsiteY8" fmla="*/ 322936 h 1182500"/>
              <a:gd name="connsiteX9" fmla="*/ 0 w 977030"/>
              <a:gd name="connsiteY9" fmla="*/ 405886 h 1182500"/>
              <a:gd name="connsiteX10" fmla="*/ 263046 w 977030"/>
              <a:gd name="connsiteY10" fmla="*/ 1182500 h 1182500"/>
              <a:gd name="connsiteX0" fmla="*/ 328204 w 1042188"/>
              <a:gd name="connsiteY0" fmla="*/ 1182500 h 1182500"/>
              <a:gd name="connsiteX1" fmla="*/ 678933 w 1042188"/>
              <a:gd name="connsiteY1" fmla="*/ 1169974 h 1182500"/>
              <a:gd name="connsiteX2" fmla="*/ 1042188 w 1042188"/>
              <a:gd name="connsiteY2" fmla="*/ 380834 h 1182500"/>
              <a:gd name="connsiteX3" fmla="*/ 866128 w 1042188"/>
              <a:gd name="connsiteY3" fmla="*/ 300250 h 1182500"/>
              <a:gd name="connsiteX4" fmla="*/ 671139 w 1042188"/>
              <a:gd name="connsiteY4" fmla="*/ 516254 h 1182500"/>
              <a:gd name="connsiteX5" fmla="*/ 653881 w 1042188"/>
              <a:gd name="connsiteY5" fmla="*/ 243047 h 1182500"/>
              <a:gd name="connsiteX6" fmla="*/ 378308 w 1042188"/>
              <a:gd name="connsiteY6" fmla="*/ 255574 h 1182500"/>
              <a:gd name="connsiteX7" fmla="*/ 396262 w 1042188"/>
              <a:gd name="connsiteY7" fmla="*/ 563992 h 1182500"/>
              <a:gd name="connsiteX8" fmla="*/ 190418 w 1042188"/>
              <a:gd name="connsiteY8" fmla="*/ 322936 h 1182500"/>
              <a:gd name="connsiteX9" fmla="*/ 65158 w 1042188"/>
              <a:gd name="connsiteY9" fmla="*/ 405886 h 1182500"/>
              <a:gd name="connsiteX10" fmla="*/ 328204 w 1042188"/>
              <a:gd name="connsiteY10" fmla="*/ 1182500 h 1182500"/>
              <a:gd name="connsiteX0" fmla="*/ 328204 w 1042188"/>
              <a:gd name="connsiteY0" fmla="*/ 1182500 h 1182500"/>
              <a:gd name="connsiteX1" fmla="*/ 678933 w 1042188"/>
              <a:gd name="connsiteY1" fmla="*/ 1169974 h 1182500"/>
              <a:gd name="connsiteX2" fmla="*/ 1042188 w 1042188"/>
              <a:gd name="connsiteY2" fmla="*/ 380834 h 1182500"/>
              <a:gd name="connsiteX3" fmla="*/ 866128 w 1042188"/>
              <a:gd name="connsiteY3" fmla="*/ 300250 h 1182500"/>
              <a:gd name="connsiteX4" fmla="*/ 671139 w 1042188"/>
              <a:gd name="connsiteY4" fmla="*/ 516254 h 1182500"/>
              <a:gd name="connsiteX5" fmla="*/ 653881 w 1042188"/>
              <a:gd name="connsiteY5" fmla="*/ 243047 h 1182500"/>
              <a:gd name="connsiteX6" fmla="*/ 378308 w 1042188"/>
              <a:gd name="connsiteY6" fmla="*/ 255574 h 1182500"/>
              <a:gd name="connsiteX7" fmla="*/ 396262 w 1042188"/>
              <a:gd name="connsiteY7" fmla="*/ 563992 h 1182500"/>
              <a:gd name="connsiteX8" fmla="*/ 190418 w 1042188"/>
              <a:gd name="connsiteY8" fmla="*/ 322936 h 1182500"/>
              <a:gd name="connsiteX9" fmla="*/ 65158 w 1042188"/>
              <a:gd name="connsiteY9" fmla="*/ 405886 h 1182500"/>
              <a:gd name="connsiteX10" fmla="*/ 328204 w 1042188"/>
              <a:gd name="connsiteY10" fmla="*/ 1182500 h 1182500"/>
              <a:gd name="connsiteX0" fmla="*/ 328204 w 1042188"/>
              <a:gd name="connsiteY0" fmla="*/ 1182500 h 1182500"/>
              <a:gd name="connsiteX1" fmla="*/ 678933 w 1042188"/>
              <a:gd name="connsiteY1" fmla="*/ 1169974 h 1182500"/>
              <a:gd name="connsiteX2" fmla="*/ 1042188 w 1042188"/>
              <a:gd name="connsiteY2" fmla="*/ 380834 h 1182500"/>
              <a:gd name="connsiteX3" fmla="*/ 866128 w 1042188"/>
              <a:gd name="connsiteY3" fmla="*/ 300250 h 1182500"/>
              <a:gd name="connsiteX4" fmla="*/ 671139 w 1042188"/>
              <a:gd name="connsiteY4" fmla="*/ 516254 h 1182500"/>
              <a:gd name="connsiteX5" fmla="*/ 653881 w 1042188"/>
              <a:gd name="connsiteY5" fmla="*/ 243047 h 1182500"/>
              <a:gd name="connsiteX6" fmla="*/ 378308 w 1042188"/>
              <a:gd name="connsiteY6" fmla="*/ 255574 h 1182500"/>
              <a:gd name="connsiteX7" fmla="*/ 396262 w 1042188"/>
              <a:gd name="connsiteY7" fmla="*/ 563992 h 1182500"/>
              <a:gd name="connsiteX8" fmla="*/ 190418 w 1042188"/>
              <a:gd name="connsiteY8" fmla="*/ 322936 h 1182500"/>
              <a:gd name="connsiteX9" fmla="*/ 65158 w 1042188"/>
              <a:gd name="connsiteY9" fmla="*/ 405886 h 1182500"/>
              <a:gd name="connsiteX10" fmla="*/ 328204 w 1042188"/>
              <a:gd name="connsiteY10" fmla="*/ 1182500 h 118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42188" h="1182500">
                <a:moveTo>
                  <a:pt x="328204" y="1182500"/>
                </a:moveTo>
                <a:lnTo>
                  <a:pt x="678933" y="1169974"/>
                </a:lnTo>
                <a:cubicBezTo>
                  <a:pt x="708578" y="627527"/>
                  <a:pt x="860143" y="466081"/>
                  <a:pt x="1042188" y="380834"/>
                </a:cubicBezTo>
                <a:lnTo>
                  <a:pt x="866128" y="300250"/>
                </a:lnTo>
                <a:cubicBezTo>
                  <a:pt x="770652" y="362091"/>
                  <a:pt x="720895" y="403613"/>
                  <a:pt x="671139" y="516254"/>
                </a:cubicBezTo>
                <a:lnTo>
                  <a:pt x="653881" y="243047"/>
                </a:lnTo>
                <a:cubicBezTo>
                  <a:pt x="648383" y="-194737"/>
                  <a:pt x="353326" y="53278"/>
                  <a:pt x="378308" y="255574"/>
                </a:cubicBezTo>
                <a:lnTo>
                  <a:pt x="396262" y="563992"/>
                </a:lnTo>
                <a:cubicBezTo>
                  <a:pt x="337807" y="444693"/>
                  <a:pt x="274273" y="391435"/>
                  <a:pt x="190418" y="322936"/>
                </a:cubicBezTo>
                <a:cubicBezTo>
                  <a:pt x="67385" y="137226"/>
                  <a:pt x="-91209" y="246156"/>
                  <a:pt x="65158" y="405886"/>
                </a:cubicBezTo>
                <a:cubicBezTo>
                  <a:pt x="315400" y="644437"/>
                  <a:pt x="337042" y="750909"/>
                  <a:pt x="328204" y="1182500"/>
                </a:cubicBezTo>
                <a:close/>
              </a:path>
            </a:pathLst>
          </a:custGeom>
          <a:solidFill>
            <a:srgbClr val="9A643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2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CA93D9-6970-4ABD-AE23-90D4C99BD46D}"/>
              </a:ext>
            </a:extLst>
          </p:cNvPr>
          <p:cNvSpPr/>
          <p:nvPr/>
        </p:nvSpPr>
        <p:spPr>
          <a:xfrm>
            <a:off x="4419669" y="1169233"/>
            <a:ext cx="3331960" cy="1942058"/>
          </a:xfrm>
          <a:custGeom>
            <a:avLst/>
            <a:gdLst>
              <a:gd name="connsiteX0" fmla="*/ 1303405 w 2602084"/>
              <a:gd name="connsiteY0" fmla="*/ 0 h 1934698"/>
              <a:gd name="connsiteX1" fmla="*/ 1554377 w 2602084"/>
              <a:gd name="connsiteY1" fmla="*/ 60900 h 1934698"/>
              <a:gd name="connsiteX2" fmla="*/ 1596562 w 2602084"/>
              <a:gd name="connsiteY2" fmla="*/ 88550 h 1934698"/>
              <a:gd name="connsiteX3" fmla="*/ 1630581 w 2602084"/>
              <a:gd name="connsiteY3" fmla="*/ 85826 h 1934698"/>
              <a:gd name="connsiteX4" fmla="*/ 2070340 w 2602084"/>
              <a:gd name="connsiteY4" fmla="*/ 370552 h 1934698"/>
              <a:gd name="connsiteX5" fmla="*/ 2071546 w 2602084"/>
              <a:gd name="connsiteY5" fmla="*/ 380063 h 1934698"/>
              <a:gd name="connsiteX6" fmla="*/ 2114577 w 2602084"/>
              <a:gd name="connsiteY6" fmla="*/ 383509 h 1934698"/>
              <a:gd name="connsiteX7" fmla="*/ 2472990 w 2602084"/>
              <a:gd name="connsiteY7" fmla="*/ 732856 h 1934698"/>
              <a:gd name="connsiteX8" fmla="*/ 2396329 w 2602084"/>
              <a:gd name="connsiteY8" fmla="*/ 932230 h 1934698"/>
              <a:gd name="connsiteX9" fmla="*/ 2389068 w 2602084"/>
              <a:gd name="connsiteY9" fmla="*/ 939220 h 1934698"/>
              <a:gd name="connsiteX10" fmla="*/ 2404178 w 2602084"/>
              <a:gd name="connsiteY10" fmla="*/ 945736 h 1934698"/>
              <a:gd name="connsiteX11" fmla="*/ 2602084 w 2602084"/>
              <a:gd name="connsiteY11" fmla="*/ 1241427 h 1934698"/>
              <a:gd name="connsiteX12" fmla="*/ 2327930 w 2602084"/>
              <a:gd name="connsiteY12" fmla="*/ 1569996 h 1934698"/>
              <a:gd name="connsiteX13" fmla="*/ 2295970 w 2602084"/>
              <a:gd name="connsiteY13" fmla="*/ 1577877 h 1934698"/>
              <a:gd name="connsiteX14" fmla="*/ 2295999 w 2602084"/>
              <a:gd name="connsiteY14" fmla="*/ 1578106 h 1934698"/>
              <a:gd name="connsiteX15" fmla="*/ 1847121 w 2602084"/>
              <a:gd name="connsiteY15" fmla="*/ 1934698 h 1934698"/>
              <a:gd name="connsiteX16" fmla="*/ 1474905 w 2602084"/>
              <a:gd name="connsiteY16" fmla="*/ 1777480 h 1934698"/>
              <a:gd name="connsiteX17" fmla="*/ 1462296 w 2602084"/>
              <a:gd name="connsiteY17" fmla="*/ 1759026 h 1934698"/>
              <a:gd name="connsiteX18" fmla="*/ 1438095 w 2602084"/>
              <a:gd name="connsiteY18" fmla="*/ 1764994 h 1934698"/>
              <a:gd name="connsiteX19" fmla="*/ 1347630 w 2602084"/>
              <a:gd name="connsiteY19" fmla="*/ 1772238 h 1934698"/>
              <a:gd name="connsiteX20" fmla="*/ 1214148 w 2602084"/>
              <a:gd name="connsiteY20" fmla="*/ 1756207 h 1934698"/>
              <a:gd name="connsiteX21" fmla="*/ 1114713 w 2602084"/>
              <a:gd name="connsiteY21" fmla="*/ 1718233 h 1934698"/>
              <a:gd name="connsiteX22" fmla="*/ 1088545 w 2602084"/>
              <a:gd name="connsiteY22" fmla="*/ 1756532 h 1934698"/>
              <a:gd name="connsiteX23" fmla="*/ 716328 w 2602084"/>
              <a:gd name="connsiteY23" fmla="*/ 1913750 h 1934698"/>
              <a:gd name="connsiteX24" fmla="*/ 267450 w 2602084"/>
              <a:gd name="connsiteY24" fmla="*/ 1557158 h 1934698"/>
              <a:gd name="connsiteX25" fmla="*/ 268649 w 2602084"/>
              <a:gd name="connsiteY25" fmla="*/ 1547710 h 1934698"/>
              <a:gd name="connsiteX26" fmla="*/ 197906 w 2602084"/>
              <a:gd name="connsiteY26" fmla="*/ 1517207 h 1934698"/>
              <a:gd name="connsiteX27" fmla="*/ 0 w 2602084"/>
              <a:gd name="connsiteY27" fmla="*/ 1221515 h 1934698"/>
              <a:gd name="connsiteX28" fmla="*/ 197906 w 2602084"/>
              <a:gd name="connsiteY28" fmla="*/ 925824 h 1934698"/>
              <a:gd name="connsiteX29" fmla="*/ 211718 w 2602084"/>
              <a:gd name="connsiteY29" fmla="*/ 919868 h 1934698"/>
              <a:gd name="connsiteX30" fmla="*/ 193822 w 2602084"/>
              <a:gd name="connsiteY30" fmla="*/ 893676 h 1934698"/>
              <a:gd name="connsiteX31" fmla="*/ 158547 w 2602084"/>
              <a:gd name="connsiteY31" fmla="*/ 754874 h 1934698"/>
              <a:gd name="connsiteX32" fmla="*/ 432701 w 2602084"/>
              <a:gd name="connsiteY32" fmla="*/ 426305 h 1934698"/>
              <a:gd name="connsiteX33" fmla="*/ 509657 w 2602084"/>
              <a:gd name="connsiteY33" fmla="*/ 407328 h 1934698"/>
              <a:gd name="connsiteX34" fmla="*/ 513909 w 2602084"/>
              <a:gd name="connsiteY34" fmla="*/ 373816 h 1934698"/>
              <a:gd name="connsiteX35" fmla="*/ 953668 w 2602084"/>
              <a:gd name="connsiteY35" fmla="*/ 89090 h 1934698"/>
              <a:gd name="connsiteX36" fmla="*/ 1003355 w 2602084"/>
              <a:gd name="connsiteY36" fmla="*/ 93069 h 1934698"/>
              <a:gd name="connsiteX37" fmla="*/ 1052434 w 2602084"/>
              <a:gd name="connsiteY37" fmla="*/ 60900 h 1934698"/>
              <a:gd name="connsiteX38" fmla="*/ 1303405 w 2602084"/>
              <a:gd name="connsiteY38" fmla="*/ 0 h 193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2602084" h="1934698">
                <a:moveTo>
                  <a:pt x="1303405" y="0"/>
                </a:moveTo>
                <a:cubicBezTo>
                  <a:pt x="1396371" y="0"/>
                  <a:pt x="1482736" y="22451"/>
                  <a:pt x="1554377" y="60900"/>
                </a:cubicBezTo>
                <a:lnTo>
                  <a:pt x="1596562" y="88550"/>
                </a:lnTo>
                <a:lnTo>
                  <a:pt x="1630581" y="85826"/>
                </a:lnTo>
                <a:cubicBezTo>
                  <a:pt x="1847501" y="85826"/>
                  <a:pt x="2028483" y="208059"/>
                  <a:pt x="2070340" y="370552"/>
                </a:cubicBezTo>
                <a:lnTo>
                  <a:pt x="2071546" y="380063"/>
                </a:lnTo>
                <a:lnTo>
                  <a:pt x="2114577" y="383509"/>
                </a:lnTo>
                <a:cubicBezTo>
                  <a:pt x="2319123" y="416760"/>
                  <a:pt x="2472990" y="560534"/>
                  <a:pt x="2472990" y="732856"/>
                </a:cubicBezTo>
                <a:cubicBezTo>
                  <a:pt x="2472990" y="806709"/>
                  <a:pt x="2444729" y="875318"/>
                  <a:pt x="2396329" y="932230"/>
                </a:cubicBezTo>
                <a:lnTo>
                  <a:pt x="2389068" y="939220"/>
                </a:lnTo>
                <a:lnTo>
                  <a:pt x="2404178" y="945736"/>
                </a:lnTo>
                <a:cubicBezTo>
                  <a:pt x="2523580" y="1009818"/>
                  <a:pt x="2602084" y="1118340"/>
                  <a:pt x="2602084" y="1241427"/>
                </a:cubicBezTo>
                <a:cubicBezTo>
                  <a:pt x="2602084" y="1389132"/>
                  <a:pt x="2489039" y="1515863"/>
                  <a:pt x="2327930" y="1569996"/>
                </a:cubicBezTo>
                <a:lnTo>
                  <a:pt x="2295970" y="1577877"/>
                </a:lnTo>
                <a:lnTo>
                  <a:pt x="2295999" y="1578106"/>
                </a:lnTo>
                <a:cubicBezTo>
                  <a:pt x="2295999" y="1775046"/>
                  <a:pt x="2095029" y="1934698"/>
                  <a:pt x="1847121" y="1934698"/>
                </a:cubicBezTo>
                <a:cubicBezTo>
                  <a:pt x="1692179" y="1934698"/>
                  <a:pt x="1555571" y="1872334"/>
                  <a:pt x="1474905" y="1777480"/>
                </a:cubicBezTo>
                <a:lnTo>
                  <a:pt x="1462296" y="1759026"/>
                </a:lnTo>
                <a:lnTo>
                  <a:pt x="1438095" y="1764994"/>
                </a:lnTo>
                <a:cubicBezTo>
                  <a:pt x="1408874" y="1769744"/>
                  <a:pt x="1378619" y="1772238"/>
                  <a:pt x="1347630" y="1772238"/>
                </a:cubicBezTo>
                <a:cubicBezTo>
                  <a:pt x="1301148" y="1772238"/>
                  <a:pt x="1256315" y="1766625"/>
                  <a:pt x="1214148" y="1756207"/>
                </a:cubicBezTo>
                <a:lnTo>
                  <a:pt x="1114713" y="1718233"/>
                </a:lnTo>
                <a:lnTo>
                  <a:pt x="1088545" y="1756532"/>
                </a:lnTo>
                <a:cubicBezTo>
                  <a:pt x="1007878" y="1851386"/>
                  <a:pt x="871271" y="1913750"/>
                  <a:pt x="716328" y="1913750"/>
                </a:cubicBezTo>
                <a:cubicBezTo>
                  <a:pt x="468420" y="1913750"/>
                  <a:pt x="267450" y="1754098"/>
                  <a:pt x="267450" y="1557158"/>
                </a:cubicBezTo>
                <a:lnTo>
                  <a:pt x="268649" y="1547710"/>
                </a:lnTo>
                <a:lnTo>
                  <a:pt x="197906" y="1517207"/>
                </a:lnTo>
                <a:cubicBezTo>
                  <a:pt x="78504" y="1453124"/>
                  <a:pt x="0" y="1344603"/>
                  <a:pt x="0" y="1221515"/>
                </a:cubicBezTo>
                <a:cubicBezTo>
                  <a:pt x="0" y="1098428"/>
                  <a:pt x="78504" y="989906"/>
                  <a:pt x="197906" y="925824"/>
                </a:cubicBezTo>
                <a:lnTo>
                  <a:pt x="211718" y="919868"/>
                </a:lnTo>
                <a:lnTo>
                  <a:pt x="193822" y="893676"/>
                </a:lnTo>
                <a:cubicBezTo>
                  <a:pt x="171107" y="851014"/>
                  <a:pt x="158547" y="804109"/>
                  <a:pt x="158547" y="754874"/>
                </a:cubicBezTo>
                <a:cubicBezTo>
                  <a:pt x="158547" y="607169"/>
                  <a:pt x="271592" y="480439"/>
                  <a:pt x="432701" y="426305"/>
                </a:cubicBezTo>
                <a:lnTo>
                  <a:pt x="509657" y="407328"/>
                </a:lnTo>
                <a:lnTo>
                  <a:pt x="513909" y="373816"/>
                </a:lnTo>
                <a:cubicBezTo>
                  <a:pt x="555766" y="211323"/>
                  <a:pt x="736749" y="89090"/>
                  <a:pt x="953668" y="89090"/>
                </a:cubicBezTo>
                <a:lnTo>
                  <a:pt x="1003355" y="93069"/>
                </a:lnTo>
                <a:lnTo>
                  <a:pt x="1052434" y="60900"/>
                </a:lnTo>
                <a:cubicBezTo>
                  <a:pt x="1124075" y="22451"/>
                  <a:pt x="1210440" y="0"/>
                  <a:pt x="1303405" y="0"/>
                </a:cubicBezTo>
                <a:close/>
              </a:path>
            </a:pathLst>
          </a:custGeom>
          <a:solidFill>
            <a:srgbClr val="679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12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4D5F2B-3A15-4172-5F80-AF485A3BCBF4}"/>
              </a:ext>
            </a:extLst>
          </p:cNvPr>
          <p:cNvSpPr txBox="1"/>
          <p:nvPr/>
        </p:nvSpPr>
        <p:spPr>
          <a:xfrm>
            <a:off x="4836554" y="1364892"/>
            <a:ext cx="244339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We are bad at…</a:t>
            </a:r>
          </a:p>
          <a:p>
            <a:pPr algn="ctr"/>
            <a:endParaRPr lang="en-US" sz="8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We can’t launch a product well…</a:t>
            </a:r>
          </a:p>
          <a:p>
            <a:pPr algn="ctr"/>
            <a:endParaRPr lang="en-US" sz="700" b="1" dirty="0">
              <a:solidFill>
                <a:schemeClr val="bg1"/>
              </a:solidFill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We disappoint too many customers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4DF624-593C-1525-F09E-ED0B6FA7FB79}"/>
              </a:ext>
            </a:extLst>
          </p:cNvPr>
          <p:cNvSpPr txBox="1"/>
          <p:nvPr/>
        </p:nvSpPr>
        <p:spPr>
          <a:xfrm>
            <a:off x="4539792" y="3108675"/>
            <a:ext cx="3577378" cy="646331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74 design defects were found last year post-launch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4A1DCD-EF73-A66D-6FE2-D03088C27342}"/>
              </a:ext>
            </a:extLst>
          </p:cNvPr>
          <p:cNvSpPr txBox="1"/>
          <p:nvPr/>
        </p:nvSpPr>
        <p:spPr>
          <a:xfrm>
            <a:off x="4035224" y="4957502"/>
            <a:ext cx="2019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design review process misses defects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DD03DA-760A-2812-B4C7-1CD863E70FA6}"/>
              </a:ext>
            </a:extLst>
          </p:cNvPr>
          <p:cNvSpPr txBox="1"/>
          <p:nvPr/>
        </p:nvSpPr>
        <p:spPr>
          <a:xfrm>
            <a:off x="6345185" y="5132571"/>
            <a:ext cx="2443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test environment doesn’t represent how customers use our products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8011F1-59AD-DCFC-D52F-5DAABA465F9B}"/>
              </a:ext>
            </a:extLst>
          </p:cNvPr>
          <p:cNvSpPr txBox="1"/>
          <p:nvPr/>
        </p:nvSpPr>
        <p:spPr>
          <a:xfrm>
            <a:off x="7206727" y="4034172"/>
            <a:ext cx="29044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testing begins before required software support is ready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221A70D-52D3-4D96-9A23-B45B412FF15F}"/>
              </a:ext>
            </a:extLst>
          </p:cNvPr>
          <p:cNvGrpSpPr/>
          <p:nvPr/>
        </p:nvGrpSpPr>
        <p:grpSpPr>
          <a:xfrm>
            <a:off x="4845873" y="3629998"/>
            <a:ext cx="2360854" cy="229105"/>
            <a:chOff x="4235889" y="5199204"/>
            <a:chExt cx="2699364" cy="128331"/>
          </a:xfrm>
        </p:grpSpPr>
        <p:sp>
          <p:nvSpPr>
            <p:cNvPr id="91" name="Isosceles Triangle 14">
              <a:extLst>
                <a:ext uri="{FF2B5EF4-FFF2-40B4-BE49-F238E27FC236}">
                  <a16:creationId xmlns:a16="http://schemas.microsoft.com/office/drawing/2014/main" id="{4DFE064D-00AE-48E0-ACC0-10F6829C16D0}"/>
                </a:ext>
              </a:extLst>
            </p:cNvPr>
            <p:cNvSpPr/>
            <p:nvPr/>
          </p:nvSpPr>
          <p:spPr>
            <a:xfrm>
              <a:off x="423588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2" name="Isosceles Triangle 14">
              <a:extLst>
                <a:ext uri="{FF2B5EF4-FFF2-40B4-BE49-F238E27FC236}">
                  <a16:creationId xmlns:a16="http://schemas.microsoft.com/office/drawing/2014/main" id="{4738DFC5-FB48-4117-96CE-DE3782CB5E00}"/>
                </a:ext>
              </a:extLst>
            </p:cNvPr>
            <p:cNvSpPr/>
            <p:nvPr/>
          </p:nvSpPr>
          <p:spPr>
            <a:xfrm>
              <a:off x="431313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3" name="Isosceles Triangle 14">
              <a:extLst>
                <a:ext uri="{FF2B5EF4-FFF2-40B4-BE49-F238E27FC236}">
                  <a16:creationId xmlns:a16="http://schemas.microsoft.com/office/drawing/2014/main" id="{24537D45-E0E3-4B28-8E48-BEDB5AC6F121}"/>
                </a:ext>
              </a:extLst>
            </p:cNvPr>
            <p:cNvSpPr/>
            <p:nvPr/>
          </p:nvSpPr>
          <p:spPr>
            <a:xfrm>
              <a:off x="439037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4" name="Isosceles Triangle 14">
              <a:extLst>
                <a:ext uri="{FF2B5EF4-FFF2-40B4-BE49-F238E27FC236}">
                  <a16:creationId xmlns:a16="http://schemas.microsoft.com/office/drawing/2014/main" id="{EB615117-DA49-46B4-BD97-BEEB693FCD60}"/>
                </a:ext>
              </a:extLst>
            </p:cNvPr>
            <p:cNvSpPr/>
            <p:nvPr/>
          </p:nvSpPr>
          <p:spPr>
            <a:xfrm>
              <a:off x="446762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5" name="Isosceles Triangle 14">
              <a:extLst>
                <a:ext uri="{FF2B5EF4-FFF2-40B4-BE49-F238E27FC236}">
                  <a16:creationId xmlns:a16="http://schemas.microsoft.com/office/drawing/2014/main" id="{0111A2A9-CBA9-4F90-8311-3421AA3B8AF4}"/>
                </a:ext>
              </a:extLst>
            </p:cNvPr>
            <p:cNvSpPr/>
            <p:nvPr/>
          </p:nvSpPr>
          <p:spPr>
            <a:xfrm>
              <a:off x="4544865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6" name="Isosceles Triangle 14">
              <a:extLst>
                <a:ext uri="{FF2B5EF4-FFF2-40B4-BE49-F238E27FC236}">
                  <a16:creationId xmlns:a16="http://schemas.microsoft.com/office/drawing/2014/main" id="{3933A88D-FDCB-4C2F-8B1D-E457C3FD995A}"/>
                </a:ext>
              </a:extLst>
            </p:cNvPr>
            <p:cNvSpPr/>
            <p:nvPr/>
          </p:nvSpPr>
          <p:spPr>
            <a:xfrm>
              <a:off x="462210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7" name="Isosceles Triangle 14">
              <a:extLst>
                <a:ext uri="{FF2B5EF4-FFF2-40B4-BE49-F238E27FC236}">
                  <a16:creationId xmlns:a16="http://schemas.microsoft.com/office/drawing/2014/main" id="{11A4245D-C950-420F-BFCB-ADB116FD0E88}"/>
                </a:ext>
              </a:extLst>
            </p:cNvPr>
            <p:cNvSpPr/>
            <p:nvPr/>
          </p:nvSpPr>
          <p:spPr>
            <a:xfrm>
              <a:off x="469935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8" name="Isosceles Triangle 14">
              <a:extLst>
                <a:ext uri="{FF2B5EF4-FFF2-40B4-BE49-F238E27FC236}">
                  <a16:creationId xmlns:a16="http://schemas.microsoft.com/office/drawing/2014/main" id="{9BCF5794-5ECE-46C8-8BBF-1C027AC30194}"/>
                </a:ext>
              </a:extLst>
            </p:cNvPr>
            <p:cNvSpPr/>
            <p:nvPr/>
          </p:nvSpPr>
          <p:spPr>
            <a:xfrm>
              <a:off x="477659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99" name="Isosceles Triangle 14">
              <a:extLst>
                <a:ext uri="{FF2B5EF4-FFF2-40B4-BE49-F238E27FC236}">
                  <a16:creationId xmlns:a16="http://schemas.microsoft.com/office/drawing/2014/main" id="{C0F47BB2-9ABE-4284-BB55-FDCEF0B108D1}"/>
                </a:ext>
              </a:extLst>
            </p:cNvPr>
            <p:cNvSpPr/>
            <p:nvPr/>
          </p:nvSpPr>
          <p:spPr>
            <a:xfrm>
              <a:off x="485384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0" name="Isosceles Triangle 14">
              <a:extLst>
                <a:ext uri="{FF2B5EF4-FFF2-40B4-BE49-F238E27FC236}">
                  <a16:creationId xmlns:a16="http://schemas.microsoft.com/office/drawing/2014/main" id="{9204FBAA-558C-4C7A-BA81-752CCFC755CE}"/>
                </a:ext>
              </a:extLst>
            </p:cNvPr>
            <p:cNvSpPr/>
            <p:nvPr/>
          </p:nvSpPr>
          <p:spPr>
            <a:xfrm>
              <a:off x="4931085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1" name="Isosceles Triangle 14">
              <a:extLst>
                <a:ext uri="{FF2B5EF4-FFF2-40B4-BE49-F238E27FC236}">
                  <a16:creationId xmlns:a16="http://schemas.microsoft.com/office/drawing/2014/main" id="{FDF75154-28CB-4148-88E2-61F8CF583A95}"/>
                </a:ext>
              </a:extLst>
            </p:cNvPr>
            <p:cNvSpPr/>
            <p:nvPr/>
          </p:nvSpPr>
          <p:spPr>
            <a:xfrm>
              <a:off x="500832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2" name="Isosceles Triangle 14">
              <a:extLst>
                <a:ext uri="{FF2B5EF4-FFF2-40B4-BE49-F238E27FC236}">
                  <a16:creationId xmlns:a16="http://schemas.microsoft.com/office/drawing/2014/main" id="{FE2C3C7F-3008-4E80-86F2-EB44AA2BB24A}"/>
                </a:ext>
              </a:extLst>
            </p:cNvPr>
            <p:cNvSpPr/>
            <p:nvPr/>
          </p:nvSpPr>
          <p:spPr>
            <a:xfrm>
              <a:off x="508557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3" name="Isosceles Triangle 14">
              <a:extLst>
                <a:ext uri="{FF2B5EF4-FFF2-40B4-BE49-F238E27FC236}">
                  <a16:creationId xmlns:a16="http://schemas.microsoft.com/office/drawing/2014/main" id="{6FFA0EF0-3F24-43E6-9964-FCAC0528CB85}"/>
                </a:ext>
              </a:extLst>
            </p:cNvPr>
            <p:cNvSpPr/>
            <p:nvPr/>
          </p:nvSpPr>
          <p:spPr>
            <a:xfrm>
              <a:off x="516281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4" name="Isosceles Triangle 14">
              <a:extLst>
                <a:ext uri="{FF2B5EF4-FFF2-40B4-BE49-F238E27FC236}">
                  <a16:creationId xmlns:a16="http://schemas.microsoft.com/office/drawing/2014/main" id="{2C5B7EFF-787F-4A49-A491-B22EFBBBBA70}"/>
                </a:ext>
              </a:extLst>
            </p:cNvPr>
            <p:cNvSpPr/>
            <p:nvPr/>
          </p:nvSpPr>
          <p:spPr>
            <a:xfrm>
              <a:off x="524006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5" name="Isosceles Triangle 14">
              <a:extLst>
                <a:ext uri="{FF2B5EF4-FFF2-40B4-BE49-F238E27FC236}">
                  <a16:creationId xmlns:a16="http://schemas.microsoft.com/office/drawing/2014/main" id="{EDA8A2CE-E5C2-4ABC-B828-736E88188020}"/>
                </a:ext>
              </a:extLst>
            </p:cNvPr>
            <p:cNvSpPr/>
            <p:nvPr/>
          </p:nvSpPr>
          <p:spPr>
            <a:xfrm>
              <a:off x="5317305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6" name="Isosceles Triangle 14">
              <a:extLst>
                <a:ext uri="{FF2B5EF4-FFF2-40B4-BE49-F238E27FC236}">
                  <a16:creationId xmlns:a16="http://schemas.microsoft.com/office/drawing/2014/main" id="{286D9FC6-167E-4664-A750-FD6880432620}"/>
                </a:ext>
              </a:extLst>
            </p:cNvPr>
            <p:cNvSpPr/>
            <p:nvPr/>
          </p:nvSpPr>
          <p:spPr>
            <a:xfrm>
              <a:off x="539454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7" name="Isosceles Triangle 14">
              <a:extLst>
                <a:ext uri="{FF2B5EF4-FFF2-40B4-BE49-F238E27FC236}">
                  <a16:creationId xmlns:a16="http://schemas.microsoft.com/office/drawing/2014/main" id="{66DC6730-46A3-4472-8CEF-27A85B916DC1}"/>
                </a:ext>
              </a:extLst>
            </p:cNvPr>
            <p:cNvSpPr/>
            <p:nvPr/>
          </p:nvSpPr>
          <p:spPr>
            <a:xfrm>
              <a:off x="547179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8" name="Isosceles Triangle 14">
              <a:extLst>
                <a:ext uri="{FF2B5EF4-FFF2-40B4-BE49-F238E27FC236}">
                  <a16:creationId xmlns:a16="http://schemas.microsoft.com/office/drawing/2014/main" id="{D2A5838B-718D-4175-AFC8-D86D3E499D51}"/>
                </a:ext>
              </a:extLst>
            </p:cNvPr>
            <p:cNvSpPr/>
            <p:nvPr/>
          </p:nvSpPr>
          <p:spPr>
            <a:xfrm>
              <a:off x="554903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09" name="Isosceles Triangle 14">
              <a:extLst>
                <a:ext uri="{FF2B5EF4-FFF2-40B4-BE49-F238E27FC236}">
                  <a16:creationId xmlns:a16="http://schemas.microsoft.com/office/drawing/2014/main" id="{E23DCD53-9003-4B51-B9B7-D3C132E2BE06}"/>
                </a:ext>
              </a:extLst>
            </p:cNvPr>
            <p:cNvSpPr/>
            <p:nvPr/>
          </p:nvSpPr>
          <p:spPr>
            <a:xfrm>
              <a:off x="562628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0" name="Isosceles Triangle 14">
              <a:extLst>
                <a:ext uri="{FF2B5EF4-FFF2-40B4-BE49-F238E27FC236}">
                  <a16:creationId xmlns:a16="http://schemas.microsoft.com/office/drawing/2014/main" id="{0429CF9E-27CE-4470-8E35-A10C0EBCF401}"/>
                </a:ext>
              </a:extLst>
            </p:cNvPr>
            <p:cNvSpPr/>
            <p:nvPr/>
          </p:nvSpPr>
          <p:spPr>
            <a:xfrm>
              <a:off x="5703525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1" name="Isosceles Triangle 14">
              <a:extLst>
                <a:ext uri="{FF2B5EF4-FFF2-40B4-BE49-F238E27FC236}">
                  <a16:creationId xmlns:a16="http://schemas.microsoft.com/office/drawing/2014/main" id="{F67AFC10-BC58-43AB-A46D-BB318F5A0C77}"/>
                </a:ext>
              </a:extLst>
            </p:cNvPr>
            <p:cNvSpPr/>
            <p:nvPr/>
          </p:nvSpPr>
          <p:spPr>
            <a:xfrm>
              <a:off x="578076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2" name="Isosceles Triangle 14">
              <a:extLst>
                <a:ext uri="{FF2B5EF4-FFF2-40B4-BE49-F238E27FC236}">
                  <a16:creationId xmlns:a16="http://schemas.microsoft.com/office/drawing/2014/main" id="{E0B85D79-43E0-47E2-8DC1-37CD8E392F70}"/>
                </a:ext>
              </a:extLst>
            </p:cNvPr>
            <p:cNvSpPr/>
            <p:nvPr/>
          </p:nvSpPr>
          <p:spPr>
            <a:xfrm>
              <a:off x="585801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3" name="Isosceles Triangle 14">
              <a:extLst>
                <a:ext uri="{FF2B5EF4-FFF2-40B4-BE49-F238E27FC236}">
                  <a16:creationId xmlns:a16="http://schemas.microsoft.com/office/drawing/2014/main" id="{AABCBB2E-9A16-4D32-AC06-52AFE4912DB2}"/>
                </a:ext>
              </a:extLst>
            </p:cNvPr>
            <p:cNvSpPr/>
            <p:nvPr/>
          </p:nvSpPr>
          <p:spPr>
            <a:xfrm>
              <a:off x="593525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4" name="Isosceles Triangle 14">
              <a:extLst>
                <a:ext uri="{FF2B5EF4-FFF2-40B4-BE49-F238E27FC236}">
                  <a16:creationId xmlns:a16="http://schemas.microsoft.com/office/drawing/2014/main" id="{4D0C5F29-4B3C-4F3E-A3FC-905860542F4B}"/>
                </a:ext>
              </a:extLst>
            </p:cNvPr>
            <p:cNvSpPr/>
            <p:nvPr/>
          </p:nvSpPr>
          <p:spPr>
            <a:xfrm>
              <a:off x="601250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5" name="Isosceles Triangle 14">
              <a:extLst>
                <a:ext uri="{FF2B5EF4-FFF2-40B4-BE49-F238E27FC236}">
                  <a16:creationId xmlns:a16="http://schemas.microsoft.com/office/drawing/2014/main" id="{86FE22D0-626E-4ECB-8645-F4833ABE97AE}"/>
                </a:ext>
              </a:extLst>
            </p:cNvPr>
            <p:cNvSpPr/>
            <p:nvPr/>
          </p:nvSpPr>
          <p:spPr>
            <a:xfrm>
              <a:off x="6089745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6" name="Isosceles Triangle 14">
              <a:extLst>
                <a:ext uri="{FF2B5EF4-FFF2-40B4-BE49-F238E27FC236}">
                  <a16:creationId xmlns:a16="http://schemas.microsoft.com/office/drawing/2014/main" id="{C2F69F56-8B8F-45D5-B305-38F788D7A351}"/>
                </a:ext>
              </a:extLst>
            </p:cNvPr>
            <p:cNvSpPr/>
            <p:nvPr/>
          </p:nvSpPr>
          <p:spPr>
            <a:xfrm>
              <a:off x="616698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7" name="Isosceles Triangle 14">
              <a:extLst>
                <a:ext uri="{FF2B5EF4-FFF2-40B4-BE49-F238E27FC236}">
                  <a16:creationId xmlns:a16="http://schemas.microsoft.com/office/drawing/2014/main" id="{7DFA8B48-7CB9-45C6-AFE3-0298D7E2DECF}"/>
                </a:ext>
              </a:extLst>
            </p:cNvPr>
            <p:cNvSpPr/>
            <p:nvPr/>
          </p:nvSpPr>
          <p:spPr>
            <a:xfrm>
              <a:off x="624423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8" name="Isosceles Triangle 14">
              <a:extLst>
                <a:ext uri="{FF2B5EF4-FFF2-40B4-BE49-F238E27FC236}">
                  <a16:creationId xmlns:a16="http://schemas.microsoft.com/office/drawing/2014/main" id="{E36D941B-6193-4FC8-8ADD-D953FBE62B37}"/>
                </a:ext>
              </a:extLst>
            </p:cNvPr>
            <p:cNvSpPr/>
            <p:nvPr/>
          </p:nvSpPr>
          <p:spPr>
            <a:xfrm>
              <a:off x="632147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19" name="Isosceles Triangle 14">
              <a:extLst>
                <a:ext uri="{FF2B5EF4-FFF2-40B4-BE49-F238E27FC236}">
                  <a16:creationId xmlns:a16="http://schemas.microsoft.com/office/drawing/2014/main" id="{FC20281B-357A-4648-9B4B-55AF2F0E01E6}"/>
                </a:ext>
              </a:extLst>
            </p:cNvPr>
            <p:cNvSpPr/>
            <p:nvPr/>
          </p:nvSpPr>
          <p:spPr>
            <a:xfrm>
              <a:off x="639872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20" name="Isosceles Triangle 14">
              <a:extLst>
                <a:ext uri="{FF2B5EF4-FFF2-40B4-BE49-F238E27FC236}">
                  <a16:creationId xmlns:a16="http://schemas.microsoft.com/office/drawing/2014/main" id="{E079CD48-A62C-4061-BB25-F6658D5429A9}"/>
                </a:ext>
              </a:extLst>
            </p:cNvPr>
            <p:cNvSpPr/>
            <p:nvPr/>
          </p:nvSpPr>
          <p:spPr>
            <a:xfrm>
              <a:off x="6475965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21" name="Isosceles Triangle 14">
              <a:extLst>
                <a:ext uri="{FF2B5EF4-FFF2-40B4-BE49-F238E27FC236}">
                  <a16:creationId xmlns:a16="http://schemas.microsoft.com/office/drawing/2014/main" id="{D5849378-A6E7-43FA-911F-5709E8C0B320}"/>
                </a:ext>
              </a:extLst>
            </p:cNvPr>
            <p:cNvSpPr/>
            <p:nvPr/>
          </p:nvSpPr>
          <p:spPr>
            <a:xfrm>
              <a:off x="6553209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22" name="Isosceles Triangle 14">
              <a:extLst>
                <a:ext uri="{FF2B5EF4-FFF2-40B4-BE49-F238E27FC236}">
                  <a16:creationId xmlns:a16="http://schemas.microsoft.com/office/drawing/2014/main" id="{CB6C7106-11A1-43F8-A6E8-496D5034E12C}"/>
                </a:ext>
              </a:extLst>
            </p:cNvPr>
            <p:cNvSpPr/>
            <p:nvPr/>
          </p:nvSpPr>
          <p:spPr>
            <a:xfrm>
              <a:off x="6630453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23" name="Isosceles Triangle 14">
              <a:extLst>
                <a:ext uri="{FF2B5EF4-FFF2-40B4-BE49-F238E27FC236}">
                  <a16:creationId xmlns:a16="http://schemas.microsoft.com/office/drawing/2014/main" id="{1FE1272C-8233-4F44-87CC-83E4F1B62626}"/>
                </a:ext>
              </a:extLst>
            </p:cNvPr>
            <p:cNvSpPr/>
            <p:nvPr/>
          </p:nvSpPr>
          <p:spPr>
            <a:xfrm>
              <a:off x="6707697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  <p:sp>
          <p:nvSpPr>
            <p:cNvPr id="124" name="Isosceles Triangle 14">
              <a:extLst>
                <a:ext uri="{FF2B5EF4-FFF2-40B4-BE49-F238E27FC236}">
                  <a16:creationId xmlns:a16="http://schemas.microsoft.com/office/drawing/2014/main" id="{43159B27-EAAD-4CCF-8ACE-10F16F0640C2}"/>
                </a:ext>
              </a:extLst>
            </p:cNvPr>
            <p:cNvSpPr/>
            <p:nvPr/>
          </p:nvSpPr>
          <p:spPr>
            <a:xfrm>
              <a:off x="6784941" y="5199204"/>
              <a:ext cx="150312" cy="128331"/>
            </a:xfrm>
            <a:custGeom>
              <a:avLst/>
              <a:gdLst>
                <a:gd name="connsiteX0" fmla="*/ 0 w 150312"/>
                <a:gd name="connsiteY0" fmla="*/ 114300 h 114300"/>
                <a:gd name="connsiteX1" fmla="*/ 75156 w 150312"/>
                <a:gd name="connsiteY1" fmla="*/ 0 h 114300"/>
                <a:gd name="connsiteX2" fmla="*/ 150312 w 150312"/>
                <a:gd name="connsiteY2" fmla="*/ 114300 h 114300"/>
                <a:gd name="connsiteX3" fmla="*/ 0 w 150312"/>
                <a:gd name="connsiteY3" fmla="*/ 114300 h 114300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  <a:gd name="connsiteX0" fmla="*/ 0 w 150312"/>
                <a:gd name="connsiteY0" fmla="*/ 128331 h 128331"/>
                <a:gd name="connsiteX1" fmla="*/ 54108 w 150312"/>
                <a:gd name="connsiteY1" fmla="*/ 0 h 128331"/>
                <a:gd name="connsiteX2" fmla="*/ 150312 w 150312"/>
                <a:gd name="connsiteY2" fmla="*/ 128331 h 128331"/>
                <a:gd name="connsiteX3" fmla="*/ 0 w 150312"/>
                <a:gd name="connsiteY3" fmla="*/ 128331 h 12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12" h="128331">
                  <a:moveTo>
                    <a:pt x="0" y="128331"/>
                  </a:moveTo>
                  <a:cubicBezTo>
                    <a:pt x="18036" y="85554"/>
                    <a:pt x="47765" y="87211"/>
                    <a:pt x="54108" y="0"/>
                  </a:cubicBezTo>
                  <a:cubicBezTo>
                    <a:pt x="109562" y="68502"/>
                    <a:pt x="118244" y="85554"/>
                    <a:pt x="150312" y="128331"/>
                  </a:cubicBezTo>
                  <a:lnTo>
                    <a:pt x="0" y="12833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12"/>
            </a:p>
          </p:txBody>
        </p:sp>
      </p:grp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24231D64-F0E4-8C47-DB6C-50310978A811}"/>
              </a:ext>
            </a:extLst>
          </p:cNvPr>
          <p:cNvSpPr/>
          <p:nvPr/>
        </p:nvSpPr>
        <p:spPr>
          <a:xfrm>
            <a:off x="1428263" y="1603764"/>
            <a:ext cx="2800234" cy="747090"/>
          </a:xfrm>
          <a:prstGeom prst="rightArrow">
            <a:avLst/>
          </a:prstGeom>
          <a:solidFill>
            <a:srgbClr val="679A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Arrow: Right 125">
            <a:extLst>
              <a:ext uri="{FF2B5EF4-FFF2-40B4-BE49-F238E27FC236}">
                <a16:creationId xmlns:a16="http://schemas.microsoft.com/office/drawing/2014/main" id="{2B02438C-73E4-7632-BA4F-FB1180305FE3}"/>
              </a:ext>
            </a:extLst>
          </p:cNvPr>
          <p:cNvSpPr/>
          <p:nvPr/>
        </p:nvSpPr>
        <p:spPr>
          <a:xfrm>
            <a:off x="1428263" y="2949805"/>
            <a:ext cx="2800234" cy="747090"/>
          </a:xfrm>
          <a:prstGeom prst="rightArrow">
            <a:avLst/>
          </a:prstGeom>
          <a:solidFill>
            <a:srgbClr val="9A643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Arrow: Right 126">
            <a:extLst>
              <a:ext uri="{FF2B5EF4-FFF2-40B4-BE49-F238E27FC236}">
                <a16:creationId xmlns:a16="http://schemas.microsoft.com/office/drawing/2014/main" id="{A6FEA96E-1C30-8F52-E321-8CDEAA751F3C}"/>
              </a:ext>
            </a:extLst>
          </p:cNvPr>
          <p:cNvSpPr/>
          <p:nvPr/>
        </p:nvSpPr>
        <p:spPr>
          <a:xfrm>
            <a:off x="1428263" y="4034172"/>
            <a:ext cx="2800234" cy="747090"/>
          </a:xfrm>
          <a:prstGeom prst="rightArrow">
            <a:avLst/>
          </a:prstGeom>
          <a:solidFill>
            <a:srgbClr val="D8A51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CDB8657-0E72-41D1-AEF1-3DC090A38F42}"/>
              </a:ext>
            </a:extLst>
          </p:cNvPr>
          <p:cNvSpPr txBox="1"/>
          <p:nvPr/>
        </p:nvSpPr>
        <p:spPr>
          <a:xfrm>
            <a:off x="1428617" y="1724763"/>
            <a:ext cx="1942327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defRPr sz="2800" b="1">
                <a:effectLst>
                  <a:glow rad="101600">
                    <a:schemeClr val="bg1">
                      <a:alpha val="60000"/>
                    </a:schemeClr>
                  </a:glow>
                </a:effectLst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  <a:effectLst/>
              </a:rPr>
              <a:t>Symptoms</a:t>
            </a:r>
          </a:p>
          <a:p>
            <a:pPr algn="l"/>
            <a:r>
              <a:rPr lang="en-US" sz="2000" dirty="0">
                <a:effectLst/>
              </a:rPr>
              <a:t>“We feel…”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704AB96-DB02-B9A2-C8CE-87320659FCA1}"/>
              </a:ext>
            </a:extLst>
          </p:cNvPr>
          <p:cNvSpPr txBox="1"/>
          <p:nvPr/>
        </p:nvSpPr>
        <p:spPr>
          <a:xfrm>
            <a:off x="1428617" y="3066201"/>
            <a:ext cx="2145844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/>
              </a:rPr>
              <a:t>Problem</a:t>
            </a:r>
            <a:r>
              <a:rPr lang="en-US" sz="2800" b="1" dirty="0">
                <a:effectLst/>
              </a:rPr>
              <a:t> </a:t>
            </a:r>
          </a:p>
          <a:p>
            <a:r>
              <a:rPr lang="en-US" sz="2000" b="1" dirty="0">
                <a:effectLst/>
              </a:rPr>
              <a:t>“We  measure…”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FA743F7-C9AA-1247-30B1-D92002505ED2}"/>
              </a:ext>
            </a:extLst>
          </p:cNvPr>
          <p:cNvSpPr txBox="1"/>
          <p:nvPr/>
        </p:nvSpPr>
        <p:spPr>
          <a:xfrm>
            <a:off x="1428617" y="4146422"/>
            <a:ext cx="2257349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/>
              </a:rPr>
              <a:t>Root Causes</a:t>
            </a:r>
          </a:p>
          <a:p>
            <a:r>
              <a:rPr lang="en-US" sz="2000" b="1" dirty="0">
                <a:effectLst/>
              </a:rPr>
              <a:t>“We can fix…”</a:t>
            </a:r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F2B79137-46E9-54D9-5104-A35DF985D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557076"/>
            <a:ext cx="6125430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83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136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Ellis, George (Consultant)</dc:creator>
  <cp:lastModifiedBy>George Ellis</cp:lastModifiedBy>
  <cp:revision>3</cp:revision>
  <dcterms:created xsi:type="dcterms:W3CDTF">2025-04-22T14:46:18Z</dcterms:created>
  <dcterms:modified xsi:type="dcterms:W3CDTF">2025-05-02T17:33:22Z</dcterms:modified>
</cp:coreProperties>
</file>