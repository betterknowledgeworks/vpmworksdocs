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97132"/>
    <a:srgbClr val="00B05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07" autoAdjust="0"/>
  </p:normalViewPr>
  <p:slideViewPr>
    <p:cSldViewPr snapToGrid="0">
      <p:cViewPr varScale="1">
        <p:scale>
          <a:sx n="68" d="100"/>
          <a:sy n="68" d="100"/>
        </p:scale>
        <p:origin x="3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2C24B-CD40-4AF9-BF76-D71AC4681A7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FAF15-9989-4BED-A542-FAC209D47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3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FAF15-9989-4BED-A542-FAC209D477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38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4F64-5B4C-15D8-7003-D281E5087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254AE-D781-AB89-3E97-CBF5DF7F4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F8045-A40C-F0D6-FF7E-702A967F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D8965-09C7-28BA-24E2-65DFA2A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0552B-9434-A666-71AD-CF2A5283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6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8DDA-DA55-4363-84CB-4C56453D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B1FD8-BC7F-1089-4DE3-3B9537D85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62EA7-EE2B-9031-8742-165A6634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78452-5FEF-0F6B-27B0-BA98B056B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7B7AF-E5BF-9F5A-F408-60479B21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56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3D3C-1FF0-6E22-3341-86748C9E3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C519E-8B99-1B2D-56EB-836E8A39A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C1932-35B2-7C93-808E-79CDBDE6D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91A77-3A96-509C-D1CC-65BF87C3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8B464-9B0C-E977-2770-8D902F99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4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B44A2-1F55-4B3A-B93B-B17E20F3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EE277-6CED-84B0-BAC4-C6D7DBAA7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C6F86-6AE7-5921-4E0E-B062A049F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99230-032E-2349-1E8E-121103A1A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C6564-8B63-9387-E3BC-A9EF0174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D535D-3839-EC66-3A41-88C84716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7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A0AC-6291-9A0B-F6A2-89EE810F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4EFDE-5162-C042-67AC-F9BE0D68F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B4EED-ACEF-A182-28C0-CD1CFF423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6C69F-97EE-5AF7-2DE7-CBCD68CF8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82E93F-948A-29BC-3925-2004E284B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1D974-6418-DBF6-00E4-701769C2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F535F-0CE2-763E-3EB3-914CADAD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57A3A-0D89-63D8-808F-5019986C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7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6C63-292F-1EBF-48BD-429E3BBEA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39B9D-E077-7813-A4C6-DF6CEA64F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3D70F-9E9D-94EE-8DDE-43427887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6D344-D644-C1BD-7D07-58B1B16D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4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904417-602B-2571-AE2D-BD9BB792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97BA3-9464-FF12-2F44-475585CD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53AA3-9DE2-9A31-6545-6B16F3C8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36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A73D-B461-C253-1226-4F571455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A3582-4793-CE47-08DE-B1B0A7846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22331-9564-419E-1161-950A3E01F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26EA5-1521-02FA-1CA9-F0659359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E631-D26B-2C65-8BE6-E11BE269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D3A28-F81E-FCC6-BE30-ECE05019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4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709D-9E59-FABC-EDD8-CE459B35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8921F-70D1-183F-68BB-480418C52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55F4F-0C11-EE58-EE6C-F4F6FD0DA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C4868-9DBB-09F5-390C-97616AB58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62B2D-733C-4A29-6999-F8890757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CE45E-C57E-A639-9100-4C541B01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1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7773-837A-F0FB-D0BA-87A3F7E0D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30C98-2665-37E7-5F63-D3F2101BB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7E363-6C1A-9A4C-1344-6B94A61F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DEF68-5177-825A-68AA-B9F86DB8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81A5C-732D-2032-1B7A-6C293B66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6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404AD-0A44-5C83-512E-9DBB69EA7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68FC1-4AFF-39C0-AA41-AE39F0581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56F0D-9CFE-DFD1-EDDD-DF6CF9AC1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C0453-5E65-F97D-2C6F-29CC43DA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43199-E584-A492-55FD-A1262B7F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3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97FA1-3132-79FD-8DB5-C8387DE1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6523-2A54-E07A-D483-E7EF7BFE6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A510-F47A-89EF-81BA-2DD6D4330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0C3ED-961F-40D3-8A83-C58C44756FC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AEF18-E49A-FFA6-27B3-CBAFACD65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4F884-E643-E467-C72B-2234A918D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3F9FE-9FBF-4058-AAFF-8895B7A57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7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aphic 8" descr="Single gear outline">
            <a:extLst>
              <a:ext uri="{FF2B5EF4-FFF2-40B4-BE49-F238E27FC236}">
                <a16:creationId xmlns:a16="http://schemas.microsoft.com/office/drawing/2014/main" id="{55EB75D9-9B11-B355-D410-A96632463A56}"/>
              </a:ext>
            </a:extLst>
          </p:cNvPr>
          <p:cNvGrpSpPr/>
          <p:nvPr/>
        </p:nvGrpSpPr>
        <p:grpSpPr>
          <a:xfrm>
            <a:off x="4273316" y="3026310"/>
            <a:ext cx="1260483" cy="1258945"/>
            <a:chOff x="4679315" y="2705734"/>
            <a:chExt cx="1996408" cy="1993974"/>
          </a:xfrm>
          <a:solidFill>
            <a:srgbClr val="00B050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C349D04-7BD7-304B-97B6-544DB012A479}"/>
                </a:ext>
              </a:extLst>
            </p:cNvPr>
            <p:cNvSpPr/>
            <p:nvPr/>
          </p:nvSpPr>
          <p:spPr>
            <a:xfrm>
              <a:off x="4679315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99ABB1-648E-6F85-6A40-A7AC82C8E402}"/>
                </a:ext>
              </a:extLst>
            </p:cNvPr>
            <p:cNvSpPr/>
            <p:nvPr/>
          </p:nvSpPr>
          <p:spPr>
            <a:xfrm>
              <a:off x="5324264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89BE0345-F828-D543-4D58-3BE6AADA2B5B}"/>
              </a:ext>
            </a:extLst>
          </p:cNvPr>
          <p:cNvSpPr/>
          <p:nvPr/>
        </p:nvSpPr>
        <p:spPr>
          <a:xfrm>
            <a:off x="4430257" y="3187648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Project 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Manager</a:t>
            </a:r>
          </a:p>
        </p:txBody>
      </p:sp>
      <p:grpSp>
        <p:nvGrpSpPr>
          <p:cNvPr id="13" name="Graphic 10" descr="Single gear outline">
            <a:extLst>
              <a:ext uri="{FF2B5EF4-FFF2-40B4-BE49-F238E27FC236}">
                <a16:creationId xmlns:a16="http://schemas.microsoft.com/office/drawing/2014/main" id="{97F25469-5F46-516A-9CAD-19CFB0D97F20}"/>
              </a:ext>
            </a:extLst>
          </p:cNvPr>
          <p:cNvGrpSpPr/>
          <p:nvPr/>
        </p:nvGrpSpPr>
        <p:grpSpPr>
          <a:xfrm>
            <a:off x="2673681" y="3149095"/>
            <a:ext cx="1525184" cy="1523324"/>
            <a:chOff x="1343448" y="2705734"/>
            <a:chExt cx="1996408" cy="1993974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592EF3-5B60-7ACF-1898-D8D28A9FD05E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0F7D12F-8ED3-B344-5FD5-A78947CD188F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346F4B9-A9C5-F6F8-4076-77A1FC12BDBD}"/>
              </a:ext>
            </a:extLst>
          </p:cNvPr>
          <p:cNvSpPr/>
          <p:nvPr/>
        </p:nvSpPr>
        <p:spPr>
          <a:xfrm>
            <a:off x="2962972" y="3523636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4E95D9"/>
                </a:solidFill>
              </a:rPr>
              <a:t>Electrical </a:t>
            </a:r>
          </a:p>
          <a:p>
            <a:pPr algn="ctr"/>
            <a:r>
              <a:rPr lang="en-US" b="1" dirty="0">
                <a:solidFill>
                  <a:srgbClr val="4E95D9"/>
                </a:solidFill>
              </a:rPr>
              <a:t>Engineering</a:t>
            </a:r>
          </a:p>
          <a:p>
            <a:pPr algn="ctr"/>
            <a:r>
              <a:rPr lang="en-US" b="1" dirty="0">
                <a:solidFill>
                  <a:srgbClr val="4E95D9"/>
                </a:solidFill>
              </a:rPr>
              <a:t>Lead</a:t>
            </a:r>
          </a:p>
        </p:txBody>
      </p:sp>
      <p:grpSp>
        <p:nvGrpSpPr>
          <p:cNvPr id="19" name="Graphic 10" descr="Single gear outline">
            <a:extLst>
              <a:ext uri="{FF2B5EF4-FFF2-40B4-BE49-F238E27FC236}">
                <a16:creationId xmlns:a16="http://schemas.microsoft.com/office/drawing/2014/main" id="{B8BAD0D6-BCC7-06FA-7266-BB43A06E4DF5}"/>
              </a:ext>
            </a:extLst>
          </p:cNvPr>
          <p:cNvGrpSpPr/>
          <p:nvPr/>
        </p:nvGrpSpPr>
        <p:grpSpPr>
          <a:xfrm>
            <a:off x="1026346" y="2595304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7F2068-8DBC-6D8E-40D0-0F994592D69D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ED26FD-714C-E6C5-7F95-57FAF34F81D0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04223716-B94C-8009-0380-64953BBE03C2}"/>
              </a:ext>
            </a:extLst>
          </p:cNvPr>
          <p:cNvSpPr/>
          <p:nvPr/>
        </p:nvSpPr>
        <p:spPr>
          <a:xfrm>
            <a:off x="1466391" y="3029729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E97132"/>
                </a:solidFill>
              </a:rPr>
              <a:t>3 EE’s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Lab Tech</a:t>
            </a:r>
          </a:p>
        </p:txBody>
      </p:sp>
      <p:grpSp>
        <p:nvGrpSpPr>
          <p:cNvPr id="23" name="Graphic 10" descr="Single gear outline">
            <a:extLst>
              <a:ext uri="{FF2B5EF4-FFF2-40B4-BE49-F238E27FC236}">
                <a16:creationId xmlns:a16="http://schemas.microsoft.com/office/drawing/2014/main" id="{C582C64A-CC9F-D2D1-7A1E-34D650FD9676}"/>
              </a:ext>
            </a:extLst>
          </p:cNvPr>
          <p:cNvGrpSpPr/>
          <p:nvPr/>
        </p:nvGrpSpPr>
        <p:grpSpPr>
          <a:xfrm>
            <a:off x="3388921" y="1615334"/>
            <a:ext cx="1525184" cy="1523324"/>
            <a:chOff x="1343448" y="2705734"/>
            <a:chExt cx="1996408" cy="1993974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964866-389F-1677-D172-186453E44DED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FB398F8-7D00-6D8B-5D2E-66A80F0F9652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EC6F8299-A71D-58B5-6FEB-E0DE65D87FA9}"/>
              </a:ext>
            </a:extLst>
          </p:cNvPr>
          <p:cNvSpPr/>
          <p:nvPr/>
        </p:nvSpPr>
        <p:spPr>
          <a:xfrm>
            <a:off x="3678213" y="1889810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4E95D9"/>
                </a:solidFill>
              </a:rPr>
              <a:t>Mech </a:t>
            </a:r>
          </a:p>
          <a:p>
            <a:pPr algn="ctr"/>
            <a:r>
              <a:rPr lang="en-US" b="1" dirty="0">
                <a:solidFill>
                  <a:srgbClr val="4E95D9"/>
                </a:solidFill>
              </a:rPr>
              <a:t>Engineering</a:t>
            </a:r>
          </a:p>
          <a:p>
            <a:pPr algn="ctr"/>
            <a:r>
              <a:rPr lang="en-US" b="1" dirty="0">
                <a:solidFill>
                  <a:srgbClr val="4E95D9"/>
                </a:solidFill>
              </a:rPr>
              <a:t>Lead</a:t>
            </a:r>
          </a:p>
        </p:txBody>
      </p:sp>
      <p:grpSp>
        <p:nvGrpSpPr>
          <p:cNvPr id="28" name="Graphic 10" descr="Single gear outline">
            <a:extLst>
              <a:ext uri="{FF2B5EF4-FFF2-40B4-BE49-F238E27FC236}">
                <a16:creationId xmlns:a16="http://schemas.microsoft.com/office/drawing/2014/main" id="{D9DCEA95-8435-286F-D430-010271299898}"/>
              </a:ext>
            </a:extLst>
          </p:cNvPr>
          <p:cNvGrpSpPr/>
          <p:nvPr/>
        </p:nvGrpSpPr>
        <p:grpSpPr>
          <a:xfrm>
            <a:off x="2346422" y="153327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7922DE-77F8-C1A0-A906-82BBF62EDA86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B4C337-D7F7-C567-D5A0-B2DAE9CC239C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9C96E9BC-F1DC-9BCC-7F02-5FA5A7F1B751}"/>
              </a:ext>
            </a:extLst>
          </p:cNvPr>
          <p:cNvSpPr/>
          <p:nvPr/>
        </p:nvSpPr>
        <p:spPr>
          <a:xfrm>
            <a:off x="2786467" y="587752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E97132"/>
                </a:solidFill>
              </a:rPr>
              <a:t>3 ME’s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Designer</a:t>
            </a:r>
          </a:p>
        </p:txBody>
      </p:sp>
      <p:grpSp>
        <p:nvGrpSpPr>
          <p:cNvPr id="32" name="Graphic 10" descr="Single gear outline">
            <a:extLst>
              <a:ext uri="{FF2B5EF4-FFF2-40B4-BE49-F238E27FC236}">
                <a16:creationId xmlns:a16="http://schemas.microsoft.com/office/drawing/2014/main" id="{4021E3F7-5B53-9F84-03BC-8D200277338A}"/>
              </a:ext>
            </a:extLst>
          </p:cNvPr>
          <p:cNvGrpSpPr/>
          <p:nvPr/>
        </p:nvGrpSpPr>
        <p:grpSpPr>
          <a:xfrm>
            <a:off x="5065969" y="1768476"/>
            <a:ext cx="1525184" cy="1523324"/>
            <a:chOff x="1343448" y="2705734"/>
            <a:chExt cx="1996408" cy="1993974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9853F91-5075-DEB2-539E-D5A101033827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650C57-1338-3230-F3A7-DD0716ABBD5C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B66AD905-C9F7-6D17-E512-CA342BF42232}"/>
              </a:ext>
            </a:extLst>
          </p:cNvPr>
          <p:cNvSpPr/>
          <p:nvPr/>
        </p:nvSpPr>
        <p:spPr>
          <a:xfrm>
            <a:off x="5355261" y="2042952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4E95D9"/>
                </a:solidFill>
              </a:rPr>
              <a:t>Regulatory</a:t>
            </a:r>
          </a:p>
        </p:txBody>
      </p:sp>
      <p:grpSp>
        <p:nvGrpSpPr>
          <p:cNvPr id="36" name="Graphic 10" descr="Single gear outline">
            <a:extLst>
              <a:ext uri="{FF2B5EF4-FFF2-40B4-BE49-F238E27FC236}">
                <a16:creationId xmlns:a16="http://schemas.microsoft.com/office/drawing/2014/main" id="{F3F35A48-8B9C-13B9-A67C-813D92CCA0C4}"/>
              </a:ext>
            </a:extLst>
          </p:cNvPr>
          <p:cNvGrpSpPr/>
          <p:nvPr/>
        </p:nvGrpSpPr>
        <p:grpSpPr>
          <a:xfrm>
            <a:off x="5289101" y="101747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8291619-2F19-6D1D-53D3-0FDD2D25F3F5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1711CC1-4378-CF47-C859-489AD2EE5F7B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3F8DD5C3-7F1F-754B-DA6B-41E1D11081E8}"/>
              </a:ext>
            </a:extLst>
          </p:cNvPr>
          <p:cNvSpPr/>
          <p:nvPr/>
        </p:nvSpPr>
        <p:spPr>
          <a:xfrm>
            <a:off x="5729146" y="536172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E97132"/>
                </a:solidFill>
              </a:rPr>
              <a:t>Clinical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Affairs</a:t>
            </a:r>
          </a:p>
        </p:txBody>
      </p:sp>
      <p:grpSp>
        <p:nvGrpSpPr>
          <p:cNvPr id="40" name="Graphic 10" descr="Single gear outline">
            <a:extLst>
              <a:ext uri="{FF2B5EF4-FFF2-40B4-BE49-F238E27FC236}">
                <a16:creationId xmlns:a16="http://schemas.microsoft.com/office/drawing/2014/main" id="{EBDD6E60-B5CA-F416-40BF-28F21A7867DC}"/>
              </a:ext>
            </a:extLst>
          </p:cNvPr>
          <p:cNvGrpSpPr/>
          <p:nvPr/>
        </p:nvGrpSpPr>
        <p:grpSpPr>
          <a:xfrm>
            <a:off x="5596168" y="3242439"/>
            <a:ext cx="1525184" cy="1523324"/>
            <a:chOff x="1343448" y="2705734"/>
            <a:chExt cx="1996408" cy="1993974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32E1F17-1641-CD61-3685-701C8149402A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303518-C631-D251-9AD8-2BA920F56CC7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ED7067B4-EAA3-31CC-09BD-792F6A7669DE}"/>
              </a:ext>
            </a:extLst>
          </p:cNvPr>
          <p:cNvSpPr/>
          <p:nvPr/>
        </p:nvSpPr>
        <p:spPr>
          <a:xfrm>
            <a:off x="5885459" y="3516915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4E95D9"/>
                </a:solidFill>
              </a:rPr>
              <a:t>SW Dev </a:t>
            </a:r>
          </a:p>
          <a:p>
            <a:pPr algn="ctr"/>
            <a:r>
              <a:rPr lang="en-US" b="1" dirty="0">
                <a:solidFill>
                  <a:srgbClr val="4E95D9"/>
                </a:solidFill>
              </a:rPr>
              <a:t>Lead</a:t>
            </a:r>
          </a:p>
        </p:txBody>
      </p:sp>
      <p:grpSp>
        <p:nvGrpSpPr>
          <p:cNvPr id="44" name="Graphic 10" descr="Single gear outline">
            <a:extLst>
              <a:ext uri="{FF2B5EF4-FFF2-40B4-BE49-F238E27FC236}">
                <a16:creationId xmlns:a16="http://schemas.microsoft.com/office/drawing/2014/main" id="{B28D60AC-DC4F-6C7B-963F-BCB8A5AD79D5}"/>
              </a:ext>
            </a:extLst>
          </p:cNvPr>
          <p:cNvGrpSpPr/>
          <p:nvPr/>
        </p:nvGrpSpPr>
        <p:grpSpPr>
          <a:xfrm>
            <a:off x="6984164" y="3399168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3E0B410-DCA1-9C01-9D51-79503C608ED0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11E1D30-5318-8271-40C3-B0F0C12F8510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19CDE5F7-736D-296B-76F9-FB24715AF5A8}"/>
              </a:ext>
            </a:extLst>
          </p:cNvPr>
          <p:cNvSpPr/>
          <p:nvPr/>
        </p:nvSpPr>
        <p:spPr>
          <a:xfrm>
            <a:off x="7424209" y="3833593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E97132"/>
                </a:solidFill>
              </a:rPr>
              <a:t>Scrum 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Team 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(7 people)</a:t>
            </a:r>
          </a:p>
        </p:txBody>
      </p:sp>
      <p:grpSp>
        <p:nvGrpSpPr>
          <p:cNvPr id="48" name="Graphic 10" descr="Single gear outline">
            <a:extLst>
              <a:ext uri="{FF2B5EF4-FFF2-40B4-BE49-F238E27FC236}">
                <a16:creationId xmlns:a16="http://schemas.microsoft.com/office/drawing/2014/main" id="{FB5E7968-8E1B-0BF9-CFF6-E389D4AD61DA}"/>
              </a:ext>
            </a:extLst>
          </p:cNvPr>
          <p:cNvGrpSpPr/>
          <p:nvPr/>
        </p:nvGrpSpPr>
        <p:grpSpPr>
          <a:xfrm>
            <a:off x="7906900" y="4875866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9C27CD3-597A-0BC9-4068-8C83BA10C88D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BB8EE53-A6C1-C49D-0228-1A96ABB129BF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F8420A9A-9F9C-D5EA-9F42-DD6EE395DB18}"/>
              </a:ext>
            </a:extLst>
          </p:cNvPr>
          <p:cNvSpPr/>
          <p:nvPr/>
        </p:nvSpPr>
        <p:spPr>
          <a:xfrm>
            <a:off x="8346945" y="5310291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E97132"/>
                </a:solidFill>
              </a:rPr>
              <a:t>SQA 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Team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(3 people)</a:t>
            </a:r>
          </a:p>
        </p:txBody>
      </p:sp>
      <p:grpSp>
        <p:nvGrpSpPr>
          <p:cNvPr id="52" name="Graphic 10" descr="Single gear outline">
            <a:extLst>
              <a:ext uri="{FF2B5EF4-FFF2-40B4-BE49-F238E27FC236}">
                <a16:creationId xmlns:a16="http://schemas.microsoft.com/office/drawing/2014/main" id="{4C8CC103-B6A0-3BE5-3CE7-A16500C9EFAA}"/>
              </a:ext>
            </a:extLst>
          </p:cNvPr>
          <p:cNvGrpSpPr/>
          <p:nvPr/>
        </p:nvGrpSpPr>
        <p:grpSpPr>
          <a:xfrm>
            <a:off x="3982166" y="4301641"/>
            <a:ext cx="1525184" cy="1523324"/>
            <a:chOff x="1343448" y="2705734"/>
            <a:chExt cx="1996408" cy="1993974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604792A-2AC7-B168-E074-78D1D3BD7230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C4A0D5-07CF-8D98-514D-34A86730618A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4A99601A-4088-E17F-CC3E-79D2842D283F}"/>
              </a:ext>
            </a:extLst>
          </p:cNvPr>
          <p:cNvSpPr/>
          <p:nvPr/>
        </p:nvSpPr>
        <p:spPr>
          <a:xfrm>
            <a:off x="4271458" y="4576117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4E95D9"/>
                </a:solidFill>
              </a:rPr>
              <a:t>Product </a:t>
            </a:r>
          </a:p>
          <a:p>
            <a:pPr algn="ctr"/>
            <a:r>
              <a:rPr lang="en-US" b="1" dirty="0">
                <a:solidFill>
                  <a:srgbClr val="4E95D9"/>
                </a:solidFill>
              </a:rPr>
              <a:t>Marketing</a:t>
            </a:r>
          </a:p>
        </p:txBody>
      </p:sp>
      <p:grpSp>
        <p:nvGrpSpPr>
          <p:cNvPr id="56" name="Graphic 10" descr="Single gear outline">
            <a:extLst>
              <a:ext uri="{FF2B5EF4-FFF2-40B4-BE49-F238E27FC236}">
                <a16:creationId xmlns:a16="http://schemas.microsoft.com/office/drawing/2014/main" id="{00C841F9-C495-747D-622E-8E589FA98CCE}"/>
              </a:ext>
            </a:extLst>
          </p:cNvPr>
          <p:cNvGrpSpPr/>
          <p:nvPr/>
        </p:nvGrpSpPr>
        <p:grpSpPr>
          <a:xfrm rot="20849715">
            <a:off x="7007309" y="158888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26672F2-8138-EED1-B4D8-68C288254158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95BE7BF-8F5E-D517-76C1-9EED744378F8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E4D2D797-2758-DB92-63FA-54CECD1DA242}"/>
              </a:ext>
            </a:extLst>
          </p:cNvPr>
          <p:cNvSpPr/>
          <p:nvPr/>
        </p:nvSpPr>
        <p:spPr>
          <a:xfrm>
            <a:off x="7447354" y="593313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E97132"/>
                </a:solidFill>
              </a:rPr>
              <a:t>Medical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Affairs</a:t>
            </a:r>
          </a:p>
        </p:txBody>
      </p:sp>
      <p:grpSp>
        <p:nvGrpSpPr>
          <p:cNvPr id="60" name="Graphic 10" descr="Single gear outline">
            <a:extLst>
              <a:ext uri="{FF2B5EF4-FFF2-40B4-BE49-F238E27FC236}">
                <a16:creationId xmlns:a16="http://schemas.microsoft.com/office/drawing/2014/main" id="{6238F485-7665-548F-21F5-275552B8225F}"/>
              </a:ext>
            </a:extLst>
          </p:cNvPr>
          <p:cNvGrpSpPr/>
          <p:nvPr/>
        </p:nvGrpSpPr>
        <p:grpSpPr>
          <a:xfrm>
            <a:off x="10152028" y="2052810"/>
            <a:ext cx="1525184" cy="1523324"/>
            <a:chOff x="1343448" y="2705734"/>
            <a:chExt cx="1996408" cy="1993974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8DD09E2-23C3-09AC-2D68-736D7E5933AC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43D92F6-04C0-2B34-8A86-3E427D614B63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3" name="Graphic 8" descr="Single gear outline">
            <a:extLst>
              <a:ext uri="{FF2B5EF4-FFF2-40B4-BE49-F238E27FC236}">
                <a16:creationId xmlns:a16="http://schemas.microsoft.com/office/drawing/2014/main" id="{3DDDAD8D-598A-D254-9816-8CD8BF0CC7B5}"/>
              </a:ext>
            </a:extLst>
          </p:cNvPr>
          <p:cNvGrpSpPr/>
          <p:nvPr/>
        </p:nvGrpSpPr>
        <p:grpSpPr>
          <a:xfrm>
            <a:off x="10284379" y="118526"/>
            <a:ext cx="1260483" cy="1258945"/>
            <a:chOff x="4679315" y="2705734"/>
            <a:chExt cx="1996408" cy="1993974"/>
          </a:xfrm>
          <a:solidFill>
            <a:srgbClr val="00B050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64C510F-47D0-C3F6-D588-4DCB1471247D}"/>
                </a:ext>
              </a:extLst>
            </p:cNvPr>
            <p:cNvSpPr/>
            <p:nvPr/>
          </p:nvSpPr>
          <p:spPr>
            <a:xfrm>
              <a:off x="4679315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568A22F-EF79-F603-3020-EBB44C09FB5D}"/>
                </a:ext>
              </a:extLst>
            </p:cNvPr>
            <p:cNvSpPr/>
            <p:nvPr/>
          </p:nvSpPr>
          <p:spPr>
            <a:xfrm>
              <a:off x="5324264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6" name="Graphic 10" descr="Single gear outline">
            <a:extLst>
              <a:ext uri="{FF2B5EF4-FFF2-40B4-BE49-F238E27FC236}">
                <a16:creationId xmlns:a16="http://schemas.microsoft.com/office/drawing/2014/main" id="{D5CB0EDB-2870-4E46-5BBC-03873F5299A2}"/>
              </a:ext>
            </a:extLst>
          </p:cNvPr>
          <p:cNvGrpSpPr/>
          <p:nvPr/>
        </p:nvGrpSpPr>
        <p:grpSpPr>
          <a:xfrm>
            <a:off x="9991884" y="4331884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0901E39-A270-69C4-685C-61BEB79F4194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16238EE-A246-DD44-B36B-C90BF977A6DF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8E4928D-D6F6-F25F-EEC6-EA528DF3E7ED}"/>
              </a:ext>
            </a:extLst>
          </p:cNvPr>
          <p:cNvCxnSpPr/>
          <p:nvPr/>
        </p:nvCxnSpPr>
        <p:spPr>
          <a:xfrm>
            <a:off x="9844087" y="138113"/>
            <a:ext cx="0" cy="651510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7F1FEE82-185E-839D-3A40-36BDD9AF886E}"/>
              </a:ext>
            </a:extLst>
          </p:cNvPr>
          <p:cNvSpPr/>
          <p:nvPr/>
        </p:nvSpPr>
        <p:spPr>
          <a:xfrm>
            <a:off x="9945453" y="6216930"/>
            <a:ext cx="1938334" cy="39528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Extended Teams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9474F-CD63-51BB-8EDB-73E9DBFB512B}"/>
              </a:ext>
            </a:extLst>
          </p:cNvPr>
          <p:cNvSpPr/>
          <p:nvPr/>
        </p:nvSpPr>
        <p:spPr>
          <a:xfrm>
            <a:off x="10113656" y="3546326"/>
            <a:ext cx="1601929" cy="578742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Core Teams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(Swim Lanes)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0907103-C946-53A7-5E57-6CC66BC2B990}"/>
              </a:ext>
            </a:extLst>
          </p:cNvPr>
          <p:cNvSpPr/>
          <p:nvPr/>
        </p:nvSpPr>
        <p:spPr>
          <a:xfrm>
            <a:off x="10312844" y="1390776"/>
            <a:ext cx="1203553" cy="52612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 Manager</a:t>
            </a:r>
          </a:p>
        </p:txBody>
      </p:sp>
      <p:grpSp>
        <p:nvGrpSpPr>
          <p:cNvPr id="74" name="Graphic 10" descr="Single gear outline">
            <a:extLst>
              <a:ext uri="{FF2B5EF4-FFF2-40B4-BE49-F238E27FC236}">
                <a16:creationId xmlns:a16="http://schemas.microsoft.com/office/drawing/2014/main" id="{C6D43AD1-5904-DB1D-5EAF-945BD5F5CF3B}"/>
              </a:ext>
            </a:extLst>
          </p:cNvPr>
          <p:cNvGrpSpPr/>
          <p:nvPr/>
        </p:nvGrpSpPr>
        <p:grpSpPr>
          <a:xfrm>
            <a:off x="1587724" y="4306717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FF860DC-14B4-FBD4-1312-906501A81346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32D643D-A567-5A67-C569-65A4E4397022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F03B725-4663-108D-DE63-71AEE3D01551}"/>
              </a:ext>
            </a:extLst>
          </p:cNvPr>
          <p:cNvSpPr/>
          <p:nvPr/>
        </p:nvSpPr>
        <p:spPr>
          <a:xfrm>
            <a:off x="2027769" y="4741142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E97132"/>
                </a:solidFill>
              </a:rPr>
              <a:t>IP Legal</a:t>
            </a:r>
          </a:p>
        </p:txBody>
      </p:sp>
      <p:grpSp>
        <p:nvGrpSpPr>
          <p:cNvPr id="78" name="Graphic 10" descr="Single gear outline">
            <a:extLst>
              <a:ext uri="{FF2B5EF4-FFF2-40B4-BE49-F238E27FC236}">
                <a16:creationId xmlns:a16="http://schemas.microsoft.com/office/drawing/2014/main" id="{A8546EB0-258D-93EC-4D39-C083ABA939B6}"/>
              </a:ext>
            </a:extLst>
          </p:cNvPr>
          <p:cNvGrpSpPr/>
          <p:nvPr/>
        </p:nvGrpSpPr>
        <p:grpSpPr>
          <a:xfrm>
            <a:off x="5121638" y="5012727"/>
            <a:ext cx="1845472" cy="1843222"/>
            <a:chOff x="1343448" y="2705734"/>
            <a:chExt cx="1996408" cy="1993974"/>
          </a:xfrm>
          <a:solidFill>
            <a:schemeClr val="accent2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3ACAD05-88F6-4C08-D833-A86D82D9D421}"/>
                </a:ext>
              </a:extLst>
            </p:cNvPr>
            <p:cNvSpPr/>
            <p:nvPr/>
          </p:nvSpPr>
          <p:spPr>
            <a:xfrm>
              <a:off x="1343448" y="2705734"/>
              <a:ext cx="1996408" cy="1993974"/>
            </a:xfrm>
            <a:custGeom>
              <a:avLst/>
              <a:gdLst>
                <a:gd name="connsiteX0" fmla="*/ 281432 w 1996408"/>
                <a:gd name="connsiteY0" fmla="*/ 1398864 h 1993974"/>
                <a:gd name="connsiteX1" fmla="*/ 208142 w 1996408"/>
                <a:gd name="connsiteY1" fmla="*/ 1618733 h 1993974"/>
                <a:gd name="connsiteX2" fmla="*/ 375243 w 1996408"/>
                <a:gd name="connsiteY2" fmla="*/ 1785833 h 1993974"/>
                <a:gd name="connsiteX3" fmla="*/ 595111 w 1996408"/>
                <a:gd name="connsiteY3" fmla="*/ 1712543 h 1993974"/>
                <a:gd name="connsiteX4" fmla="*/ 779801 w 1996408"/>
                <a:gd name="connsiteY4" fmla="*/ 1788764 h 1993974"/>
                <a:gd name="connsiteX5" fmla="*/ 882407 w 1996408"/>
                <a:gd name="connsiteY5" fmla="*/ 1993975 h 1993974"/>
                <a:gd name="connsiteX6" fmla="*/ 1116933 w 1996408"/>
                <a:gd name="connsiteY6" fmla="*/ 1993975 h 1993974"/>
                <a:gd name="connsiteX7" fmla="*/ 1219539 w 1996408"/>
                <a:gd name="connsiteY7" fmla="*/ 1788764 h 1993974"/>
                <a:gd name="connsiteX8" fmla="*/ 1401297 w 1996408"/>
                <a:gd name="connsiteY8" fmla="*/ 1712543 h 1993974"/>
                <a:gd name="connsiteX9" fmla="*/ 1621166 w 1996408"/>
                <a:gd name="connsiteY9" fmla="*/ 1785833 h 1993974"/>
                <a:gd name="connsiteX10" fmla="*/ 1788266 w 1996408"/>
                <a:gd name="connsiteY10" fmla="*/ 1618733 h 1993974"/>
                <a:gd name="connsiteX11" fmla="*/ 1714976 w 1996408"/>
                <a:gd name="connsiteY11" fmla="*/ 1398864 h 1993974"/>
                <a:gd name="connsiteX12" fmla="*/ 1791197 w 1996408"/>
                <a:gd name="connsiteY12" fmla="*/ 1214174 h 1993974"/>
                <a:gd name="connsiteX13" fmla="*/ 1996408 w 1996408"/>
                <a:gd name="connsiteY13" fmla="*/ 1111569 h 1993974"/>
                <a:gd name="connsiteX14" fmla="*/ 1996408 w 1996408"/>
                <a:gd name="connsiteY14" fmla="*/ 877042 h 1993974"/>
                <a:gd name="connsiteX15" fmla="*/ 1788266 w 1996408"/>
                <a:gd name="connsiteY15" fmla="*/ 777368 h 1993974"/>
                <a:gd name="connsiteX16" fmla="*/ 1712045 w 1996408"/>
                <a:gd name="connsiteY16" fmla="*/ 595610 h 1993974"/>
                <a:gd name="connsiteX17" fmla="*/ 1785334 w 1996408"/>
                <a:gd name="connsiteY17" fmla="*/ 375741 h 1993974"/>
                <a:gd name="connsiteX18" fmla="*/ 1618234 w 1996408"/>
                <a:gd name="connsiteY18" fmla="*/ 208641 h 1993974"/>
                <a:gd name="connsiteX19" fmla="*/ 1398365 w 1996408"/>
                <a:gd name="connsiteY19" fmla="*/ 281930 h 1993974"/>
                <a:gd name="connsiteX20" fmla="*/ 1213676 w 1996408"/>
                <a:gd name="connsiteY20" fmla="*/ 205709 h 1993974"/>
                <a:gd name="connsiteX21" fmla="*/ 1114002 w 1996408"/>
                <a:gd name="connsiteY21" fmla="*/ 0 h 1993974"/>
                <a:gd name="connsiteX22" fmla="*/ 879475 w 1996408"/>
                <a:gd name="connsiteY22" fmla="*/ 0 h 1993974"/>
                <a:gd name="connsiteX23" fmla="*/ 776870 w 1996408"/>
                <a:gd name="connsiteY23" fmla="*/ 205211 h 1993974"/>
                <a:gd name="connsiteX24" fmla="*/ 595111 w 1996408"/>
                <a:gd name="connsiteY24" fmla="*/ 281432 h 1993974"/>
                <a:gd name="connsiteX25" fmla="*/ 375243 w 1996408"/>
                <a:gd name="connsiteY25" fmla="*/ 208142 h 1993974"/>
                <a:gd name="connsiteX26" fmla="*/ 208142 w 1996408"/>
                <a:gd name="connsiteY26" fmla="*/ 375243 h 1993974"/>
                <a:gd name="connsiteX27" fmla="*/ 281432 w 1996408"/>
                <a:gd name="connsiteY27" fmla="*/ 595111 h 1993974"/>
                <a:gd name="connsiteX28" fmla="*/ 205211 w 1996408"/>
                <a:gd name="connsiteY28" fmla="*/ 779801 h 1993974"/>
                <a:gd name="connsiteX29" fmla="*/ 0 w 1996408"/>
                <a:gd name="connsiteY29" fmla="*/ 879475 h 1993974"/>
                <a:gd name="connsiteX30" fmla="*/ 0 w 1996408"/>
                <a:gd name="connsiteY30" fmla="*/ 1114002 h 1993974"/>
                <a:gd name="connsiteX31" fmla="*/ 205211 w 1996408"/>
                <a:gd name="connsiteY31" fmla="*/ 1216607 h 1993974"/>
                <a:gd name="connsiteX32" fmla="*/ 281432 w 1996408"/>
                <a:gd name="connsiteY32" fmla="*/ 1398864 h 1993974"/>
                <a:gd name="connsiteX33" fmla="*/ 58632 w 1996408"/>
                <a:gd name="connsiteY33" fmla="*/ 916530 h 1993974"/>
                <a:gd name="connsiteX34" fmla="*/ 230833 w 1996408"/>
                <a:gd name="connsiteY34" fmla="*/ 832863 h 1993974"/>
                <a:gd name="connsiteX35" fmla="*/ 254784 w 1996408"/>
                <a:gd name="connsiteY35" fmla="*/ 821136 h 1993974"/>
                <a:gd name="connsiteX36" fmla="*/ 261790 w 1996408"/>
                <a:gd name="connsiteY36" fmla="*/ 795456 h 1993974"/>
                <a:gd name="connsiteX37" fmla="*/ 332823 w 1996408"/>
                <a:gd name="connsiteY37" fmla="*/ 623519 h 1993974"/>
                <a:gd name="connsiteX38" fmla="*/ 345165 w 1996408"/>
                <a:gd name="connsiteY38" fmla="*/ 601063 h 1993974"/>
                <a:gd name="connsiteX39" fmla="*/ 337073 w 1996408"/>
                <a:gd name="connsiteY39" fmla="*/ 576730 h 1993974"/>
                <a:gd name="connsiteX40" fmla="*/ 275217 w 1996408"/>
                <a:gd name="connsiteY40" fmla="*/ 391190 h 1993974"/>
                <a:gd name="connsiteX41" fmla="*/ 391103 w 1996408"/>
                <a:gd name="connsiteY41" fmla="*/ 275276 h 1993974"/>
                <a:gd name="connsiteX42" fmla="*/ 576584 w 1996408"/>
                <a:gd name="connsiteY42" fmla="*/ 337132 h 1993974"/>
                <a:gd name="connsiteX43" fmla="*/ 601649 w 1996408"/>
                <a:gd name="connsiteY43" fmla="*/ 345487 h 1993974"/>
                <a:gd name="connsiteX44" fmla="*/ 624515 w 1996408"/>
                <a:gd name="connsiteY44" fmla="*/ 332236 h 1993974"/>
                <a:gd name="connsiteX45" fmla="*/ 792319 w 1996408"/>
                <a:gd name="connsiteY45" fmla="*/ 261878 h 1993974"/>
                <a:gd name="connsiteX46" fmla="*/ 817619 w 1996408"/>
                <a:gd name="connsiteY46" fmla="*/ 254989 h 1993974"/>
                <a:gd name="connsiteX47" fmla="*/ 829345 w 1996408"/>
                <a:gd name="connsiteY47" fmla="*/ 231536 h 1993974"/>
                <a:gd name="connsiteX48" fmla="*/ 915768 w 1996408"/>
                <a:gd name="connsiteY48" fmla="*/ 58632 h 1993974"/>
                <a:gd name="connsiteX49" fmla="*/ 1077357 w 1996408"/>
                <a:gd name="connsiteY49" fmla="*/ 58632 h 1993974"/>
                <a:gd name="connsiteX50" fmla="*/ 1160907 w 1996408"/>
                <a:gd name="connsiteY50" fmla="*/ 231009 h 1993974"/>
                <a:gd name="connsiteX51" fmla="*/ 1172633 w 1996408"/>
                <a:gd name="connsiteY51" fmla="*/ 254930 h 1993974"/>
                <a:gd name="connsiteX52" fmla="*/ 1198314 w 1996408"/>
                <a:gd name="connsiteY52" fmla="*/ 261937 h 1993974"/>
                <a:gd name="connsiteX53" fmla="*/ 1370193 w 1996408"/>
                <a:gd name="connsiteY53" fmla="*/ 332999 h 1993974"/>
                <a:gd name="connsiteX54" fmla="*/ 1392678 w 1996408"/>
                <a:gd name="connsiteY54" fmla="*/ 345370 h 1993974"/>
                <a:gd name="connsiteX55" fmla="*/ 1417010 w 1996408"/>
                <a:gd name="connsiteY55" fmla="*/ 337249 h 1993974"/>
                <a:gd name="connsiteX56" fmla="*/ 1602492 w 1996408"/>
                <a:gd name="connsiteY56" fmla="*/ 275393 h 1993974"/>
                <a:gd name="connsiteX57" fmla="*/ 1718377 w 1996408"/>
                <a:gd name="connsiteY57" fmla="*/ 391308 h 1993974"/>
                <a:gd name="connsiteX58" fmla="*/ 1656520 w 1996408"/>
                <a:gd name="connsiteY58" fmla="*/ 576848 h 1993974"/>
                <a:gd name="connsiteX59" fmla="*/ 1648166 w 1996408"/>
                <a:gd name="connsiteY59" fmla="*/ 601913 h 1993974"/>
                <a:gd name="connsiteX60" fmla="*/ 1661416 w 1996408"/>
                <a:gd name="connsiteY60" fmla="*/ 624750 h 1993974"/>
                <a:gd name="connsiteX61" fmla="*/ 1731774 w 1996408"/>
                <a:gd name="connsiteY61" fmla="*/ 792612 h 1993974"/>
                <a:gd name="connsiteX62" fmla="*/ 1738839 w 1996408"/>
                <a:gd name="connsiteY62" fmla="*/ 818498 h 1993974"/>
                <a:gd name="connsiteX63" fmla="*/ 1763025 w 1996408"/>
                <a:gd name="connsiteY63" fmla="*/ 830078 h 1993974"/>
                <a:gd name="connsiteX64" fmla="*/ 1937777 w 1996408"/>
                <a:gd name="connsiteY64" fmla="*/ 913833 h 1993974"/>
                <a:gd name="connsiteX65" fmla="*/ 1937777 w 1996408"/>
                <a:gd name="connsiteY65" fmla="*/ 1075276 h 1993974"/>
                <a:gd name="connsiteX66" fmla="*/ 1764960 w 1996408"/>
                <a:gd name="connsiteY66" fmla="*/ 1161699 h 1993974"/>
                <a:gd name="connsiteX67" fmla="*/ 1741507 w 1996408"/>
                <a:gd name="connsiteY67" fmla="*/ 1173425 h 1993974"/>
                <a:gd name="connsiteX68" fmla="*/ 1734618 w 1996408"/>
                <a:gd name="connsiteY68" fmla="*/ 1198695 h 1993974"/>
                <a:gd name="connsiteX69" fmla="*/ 1663586 w 1996408"/>
                <a:gd name="connsiteY69" fmla="*/ 1370633 h 1993974"/>
                <a:gd name="connsiteX70" fmla="*/ 1651244 w 1996408"/>
                <a:gd name="connsiteY70" fmla="*/ 1393088 h 1993974"/>
                <a:gd name="connsiteX71" fmla="*/ 1659335 w 1996408"/>
                <a:gd name="connsiteY71" fmla="*/ 1417421 h 1993974"/>
                <a:gd name="connsiteX72" fmla="*/ 1721191 w 1996408"/>
                <a:gd name="connsiteY72" fmla="*/ 1602961 h 1993974"/>
                <a:gd name="connsiteX73" fmla="*/ 1605306 w 1996408"/>
                <a:gd name="connsiteY73" fmla="*/ 1718875 h 1993974"/>
                <a:gd name="connsiteX74" fmla="*/ 1419824 w 1996408"/>
                <a:gd name="connsiteY74" fmla="*/ 1657019 h 1993974"/>
                <a:gd name="connsiteX75" fmla="*/ 1394759 w 1996408"/>
                <a:gd name="connsiteY75" fmla="*/ 1648664 h 1993974"/>
                <a:gd name="connsiteX76" fmla="*/ 1371893 w 1996408"/>
                <a:gd name="connsiteY76" fmla="*/ 1661915 h 1993974"/>
                <a:gd name="connsiteX77" fmla="*/ 1204060 w 1996408"/>
                <a:gd name="connsiteY77" fmla="*/ 1732273 h 1993974"/>
                <a:gd name="connsiteX78" fmla="*/ 1178790 w 1996408"/>
                <a:gd name="connsiteY78" fmla="*/ 1739162 h 1993974"/>
                <a:gd name="connsiteX79" fmla="*/ 1167063 w 1996408"/>
                <a:gd name="connsiteY79" fmla="*/ 1762615 h 1993974"/>
                <a:gd name="connsiteX80" fmla="*/ 1080640 w 1996408"/>
                <a:gd name="connsiteY80" fmla="*/ 1935578 h 1993974"/>
                <a:gd name="connsiteX81" fmla="*/ 918700 w 1996408"/>
                <a:gd name="connsiteY81" fmla="*/ 1935578 h 1993974"/>
                <a:gd name="connsiteX82" fmla="*/ 832306 w 1996408"/>
                <a:gd name="connsiteY82" fmla="*/ 1762615 h 1993974"/>
                <a:gd name="connsiteX83" fmla="*/ 820580 w 1996408"/>
                <a:gd name="connsiteY83" fmla="*/ 1739162 h 1993974"/>
                <a:gd name="connsiteX84" fmla="*/ 795280 w 1996408"/>
                <a:gd name="connsiteY84" fmla="*/ 1732273 h 1993974"/>
                <a:gd name="connsiteX85" fmla="*/ 623431 w 1996408"/>
                <a:gd name="connsiteY85" fmla="*/ 1661211 h 1993974"/>
                <a:gd name="connsiteX86" fmla="*/ 600945 w 1996408"/>
                <a:gd name="connsiteY86" fmla="*/ 1648840 h 1993974"/>
                <a:gd name="connsiteX87" fmla="*/ 576613 w 1996408"/>
                <a:gd name="connsiteY87" fmla="*/ 1656960 h 1993974"/>
                <a:gd name="connsiteX88" fmla="*/ 391132 w 1996408"/>
                <a:gd name="connsiteY88" fmla="*/ 1718817 h 1993974"/>
                <a:gd name="connsiteX89" fmla="*/ 275246 w 1996408"/>
                <a:gd name="connsiteY89" fmla="*/ 1602902 h 1993974"/>
                <a:gd name="connsiteX90" fmla="*/ 337132 w 1996408"/>
                <a:gd name="connsiteY90" fmla="*/ 1417421 h 1993974"/>
                <a:gd name="connsiteX91" fmla="*/ 345458 w 1996408"/>
                <a:gd name="connsiteY91" fmla="*/ 1392356 h 1993974"/>
                <a:gd name="connsiteX92" fmla="*/ 332236 w 1996408"/>
                <a:gd name="connsiteY92" fmla="*/ 1369489 h 1993974"/>
                <a:gd name="connsiteX93" fmla="*/ 261878 w 1996408"/>
                <a:gd name="connsiteY93" fmla="*/ 1201627 h 1993974"/>
                <a:gd name="connsiteX94" fmla="*/ 254960 w 1996408"/>
                <a:gd name="connsiteY94" fmla="*/ 1176356 h 1993974"/>
                <a:gd name="connsiteX95" fmla="*/ 231507 w 1996408"/>
                <a:gd name="connsiteY95" fmla="*/ 1164630 h 1993974"/>
                <a:gd name="connsiteX96" fmla="*/ 58632 w 1996408"/>
                <a:gd name="connsiteY96" fmla="*/ 1078207 h 199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996408" h="1993974">
                  <a:moveTo>
                    <a:pt x="281432" y="1398864"/>
                  </a:moveTo>
                  <a:lnTo>
                    <a:pt x="208142" y="1618733"/>
                  </a:lnTo>
                  <a:lnTo>
                    <a:pt x="375243" y="1785833"/>
                  </a:lnTo>
                  <a:lnTo>
                    <a:pt x="595111" y="1712543"/>
                  </a:lnTo>
                  <a:cubicBezTo>
                    <a:pt x="653441" y="1745169"/>
                    <a:pt x="715438" y="1770756"/>
                    <a:pt x="779801" y="1788764"/>
                  </a:cubicBezTo>
                  <a:lnTo>
                    <a:pt x="882407" y="1993975"/>
                  </a:lnTo>
                  <a:lnTo>
                    <a:pt x="1116933" y="1993975"/>
                  </a:lnTo>
                  <a:lnTo>
                    <a:pt x="1219539" y="1788764"/>
                  </a:lnTo>
                  <a:cubicBezTo>
                    <a:pt x="1283148" y="1771277"/>
                    <a:pt x="1344239" y="1745658"/>
                    <a:pt x="1401297" y="1712543"/>
                  </a:cubicBezTo>
                  <a:lnTo>
                    <a:pt x="1621166" y="1785833"/>
                  </a:lnTo>
                  <a:lnTo>
                    <a:pt x="1788266" y="1618733"/>
                  </a:lnTo>
                  <a:lnTo>
                    <a:pt x="1714976" y="1398864"/>
                  </a:lnTo>
                  <a:cubicBezTo>
                    <a:pt x="1747587" y="1340528"/>
                    <a:pt x="1773174" y="1278531"/>
                    <a:pt x="1791197" y="1214174"/>
                  </a:cubicBezTo>
                  <a:lnTo>
                    <a:pt x="1996408" y="1111569"/>
                  </a:lnTo>
                  <a:lnTo>
                    <a:pt x="1996408" y="877042"/>
                  </a:lnTo>
                  <a:lnTo>
                    <a:pt x="1788266" y="777368"/>
                  </a:lnTo>
                  <a:cubicBezTo>
                    <a:pt x="1770764" y="713761"/>
                    <a:pt x="1745145" y="652673"/>
                    <a:pt x="1712045" y="595610"/>
                  </a:cubicBezTo>
                  <a:lnTo>
                    <a:pt x="1785334" y="375741"/>
                  </a:lnTo>
                  <a:lnTo>
                    <a:pt x="1618234" y="208641"/>
                  </a:lnTo>
                  <a:lnTo>
                    <a:pt x="1398365" y="281930"/>
                  </a:lnTo>
                  <a:cubicBezTo>
                    <a:pt x="1340036" y="249305"/>
                    <a:pt x="1278039" y="223718"/>
                    <a:pt x="1213676" y="205709"/>
                  </a:cubicBezTo>
                  <a:lnTo>
                    <a:pt x="1114002" y="0"/>
                  </a:lnTo>
                  <a:lnTo>
                    <a:pt x="879475" y="0"/>
                  </a:lnTo>
                  <a:lnTo>
                    <a:pt x="776870" y="205211"/>
                  </a:lnTo>
                  <a:cubicBezTo>
                    <a:pt x="713260" y="222698"/>
                    <a:pt x="652169" y="248317"/>
                    <a:pt x="595111" y="281432"/>
                  </a:cubicBezTo>
                  <a:lnTo>
                    <a:pt x="375243" y="208142"/>
                  </a:lnTo>
                  <a:lnTo>
                    <a:pt x="208142" y="375243"/>
                  </a:lnTo>
                  <a:lnTo>
                    <a:pt x="281432" y="595111"/>
                  </a:lnTo>
                  <a:cubicBezTo>
                    <a:pt x="248821" y="653447"/>
                    <a:pt x="223234" y="715444"/>
                    <a:pt x="205211" y="779801"/>
                  </a:cubicBezTo>
                  <a:lnTo>
                    <a:pt x="0" y="879475"/>
                  </a:lnTo>
                  <a:lnTo>
                    <a:pt x="0" y="1114002"/>
                  </a:lnTo>
                  <a:lnTo>
                    <a:pt x="205211" y="1216607"/>
                  </a:lnTo>
                  <a:cubicBezTo>
                    <a:pt x="222671" y="1280384"/>
                    <a:pt x="248290" y="1341642"/>
                    <a:pt x="281432" y="1398864"/>
                  </a:cubicBezTo>
                  <a:close/>
                  <a:moveTo>
                    <a:pt x="58632" y="916530"/>
                  </a:moveTo>
                  <a:lnTo>
                    <a:pt x="230833" y="832863"/>
                  </a:lnTo>
                  <a:lnTo>
                    <a:pt x="254784" y="821136"/>
                  </a:lnTo>
                  <a:lnTo>
                    <a:pt x="261790" y="795456"/>
                  </a:lnTo>
                  <a:cubicBezTo>
                    <a:pt x="278621" y="735549"/>
                    <a:pt x="302463" y="677838"/>
                    <a:pt x="332823" y="623519"/>
                  </a:cubicBezTo>
                  <a:lnTo>
                    <a:pt x="345165" y="601063"/>
                  </a:lnTo>
                  <a:lnTo>
                    <a:pt x="337073" y="576730"/>
                  </a:lnTo>
                  <a:lnTo>
                    <a:pt x="275217" y="391190"/>
                  </a:lnTo>
                  <a:lnTo>
                    <a:pt x="391103" y="275276"/>
                  </a:lnTo>
                  <a:lnTo>
                    <a:pt x="576584" y="337132"/>
                  </a:lnTo>
                  <a:lnTo>
                    <a:pt x="601649" y="345487"/>
                  </a:lnTo>
                  <a:lnTo>
                    <a:pt x="624515" y="332236"/>
                  </a:lnTo>
                  <a:cubicBezTo>
                    <a:pt x="677190" y="301660"/>
                    <a:pt x="733591" y="278011"/>
                    <a:pt x="792319" y="261878"/>
                  </a:cubicBezTo>
                  <a:lnTo>
                    <a:pt x="817619" y="254989"/>
                  </a:lnTo>
                  <a:lnTo>
                    <a:pt x="829345" y="231536"/>
                  </a:lnTo>
                  <a:lnTo>
                    <a:pt x="915768" y="58632"/>
                  </a:lnTo>
                  <a:lnTo>
                    <a:pt x="1077357" y="58632"/>
                  </a:lnTo>
                  <a:lnTo>
                    <a:pt x="1160907" y="231009"/>
                  </a:lnTo>
                  <a:lnTo>
                    <a:pt x="1172633" y="254930"/>
                  </a:lnTo>
                  <a:lnTo>
                    <a:pt x="1198314" y="261937"/>
                  </a:lnTo>
                  <a:cubicBezTo>
                    <a:pt x="1258198" y="278794"/>
                    <a:pt x="1315888" y="302645"/>
                    <a:pt x="1370193" y="332999"/>
                  </a:cubicBezTo>
                  <a:lnTo>
                    <a:pt x="1392678" y="345370"/>
                  </a:lnTo>
                  <a:lnTo>
                    <a:pt x="1417010" y="337249"/>
                  </a:lnTo>
                  <a:lnTo>
                    <a:pt x="1602492" y="275393"/>
                  </a:lnTo>
                  <a:lnTo>
                    <a:pt x="1718377" y="391308"/>
                  </a:lnTo>
                  <a:lnTo>
                    <a:pt x="1656520" y="576848"/>
                  </a:lnTo>
                  <a:lnTo>
                    <a:pt x="1648166" y="601913"/>
                  </a:lnTo>
                  <a:lnTo>
                    <a:pt x="1661416" y="624750"/>
                  </a:lnTo>
                  <a:cubicBezTo>
                    <a:pt x="1692007" y="677436"/>
                    <a:pt x="1715656" y="733860"/>
                    <a:pt x="1731774" y="792612"/>
                  </a:cubicBezTo>
                  <a:lnTo>
                    <a:pt x="1738839" y="818498"/>
                  </a:lnTo>
                  <a:lnTo>
                    <a:pt x="1763025" y="830078"/>
                  </a:lnTo>
                  <a:lnTo>
                    <a:pt x="1937777" y="913833"/>
                  </a:lnTo>
                  <a:lnTo>
                    <a:pt x="1937777" y="1075276"/>
                  </a:lnTo>
                  <a:lnTo>
                    <a:pt x="1764960" y="1161699"/>
                  </a:lnTo>
                  <a:lnTo>
                    <a:pt x="1741507" y="1173425"/>
                  </a:lnTo>
                  <a:lnTo>
                    <a:pt x="1734618" y="1198695"/>
                  </a:lnTo>
                  <a:cubicBezTo>
                    <a:pt x="1717782" y="1258599"/>
                    <a:pt x="1693939" y="1316310"/>
                    <a:pt x="1663586" y="1370633"/>
                  </a:cubicBezTo>
                  <a:lnTo>
                    <a:pt x="1651244" y="1393088"/>
                  </a:lnTo>
                  <a:lnTo>
                    <a:pt x="1659335" y="1417421"/>
                  </a:lnTo>
                  <a:lnTo>
                    <a:pt x="1721191" y="1602961"/>
                  </a:lnTo>
                  <a:lnTo>
                    <a:pt x="1605306" y="1718875"/>
                  </a:lnTo>
                  <a:lnTo>
                    <a:pt x="1419824" y="1657019"/>
                  </a:lnTo>
                  <a:lnTo>
                    <a:pt x="1394759" y="1648664"/>
                  </a:lnTo>
                  <a:lnTo>
                    <a:pt x="1371893" y="1661915"/>
                  </a:lnTo>
                  <a:cubicBezTo>
                    <a:pt x="1319213" y="1692497"/>
                    <a:pt x="1262800" y="1716146"/>
                    <a:pt x="1204060" y="1732273"/>
                  </a:cubicBezTo>
                  <a:lnTo>
                    <a:pt x="1178790" y="1739162"/>
                  </a:lnTo>
                  <a:lnTo>
                    <a:pt x="1167063" y="1762615"/>
                  </a:lnTo>
                  <a:lnTo>
                    <a:pt x="1080640" y="1935578"/>
                  </a:lnTo>
                  <a:lnTo>
                    <a:pt x="918700" y="1935578"/>
                  </a:lnTo>
                  <a:lnTo>
                    <a:pt x="832306" y="1762615"/>
                  </a:lnTo>
                  <a:lnTo>
                    <a:pt x="820580" y="1739162"/>
                  </a:lnTo>
                  <a:lnTo>
                    <a:pt x="795280" y="1732273"/>
                  </a:lnTo>
                  <a:cubicBezTo>
                    <a:pt x="735405" y="1715416"/>
                    <a:pt x="677723" y="1691565"/>
                    <a:pt x="623431" y="1661211"/>
                  </a:cubicBezTo>
                  <a:lnTo>
                    <a:pt x="600945" y="1648840"/>
                  </a:lnTo>
                  <a:lnTo>
                    <a:pt x="576613" y="1656960"/>
                  </a:lnTo>
                  <a:lnTo>
                    <a:pt x="391132" y="1718817"/>
                  </a:lnTo>
                  <a:lnTo>
                    <a:pt x="275246" y="1602902"/>
                  </a:lnTo>
                  <a:lnTo>
                    <a:pt x="337132" y="1417421"/>
                  </a:lnTo>
                  <a:lnTo>
                    <a:pt x="345458" y="1392356"/>
                  </a:lnTo>
                  <a:lnTo>
                    <a:pt x="332236" y="1369489"/>
                  </a:lnTo>
                  <a:cubicBezTo>
                    <a:pt x="301636" y="1316806"/>
                    <a:pt x="277987" y="1260385"/>
                    <a:pt x="261878" y="1201627"/>
                  </a:cubicBezTo>
                  <a:lnTo>
                    <a:pt x="254960" y="1176356"/>
                  </a:lnTo>
                  <a:lnTo>
                    <a:pt x="231507" y="1164630"/>
                  </a:lnTo>
                  <a:lnTo>
                    <a:pt x="58632" y="1078207"/>
                  </a:ln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78994E0-4B86-9416-A782-5F66DB7831F8}"/>
                </a:ext>
              </a:extLst>
            </p:cNvPr>
            <p:cNvSpPr/>
            <p:nvPr/>
          </p:nvSpPr>
          <p:spPr>
            <a:xfrm>
              <a:off x="1988397" y="3351181"/>
              <a:ext cx="703580" cy="703580"/>
            </a:xfrm>
            <a:custGeom>
              <a:avLst/>
              <a:gdLst>
                <a:gd name="connsiteX0" fmla="*/ 351790 w 703580"/>
                <a:gd name="connsiteY0" fmla="*/ 703580 h 703580"/>
                <a:gd name="connsiteX1" fmla="*/ 703580 w 703580"/>
                <a:gd name="connsiteY1" fmla="*/ 351790 h 703580"/>
                <a:gd name="connsiteX2" fmla="*/ 351790 w 703580"/>
                <a:gd name="connsiteY2" fmla="*/ 0 h 703580"/>
                <a:gd name="connsiteX3" fmla="*/ 0 w 703580"/>
                <a:gd name="connsiteY3" fmla="*/ 351790 h 703580"/>
                <a:gd name="connsiteX4" fmla="*/ 351790 w 703580"/>
                <a:gd name="connsiteY4" fmla="*/ 703580 h 703580"/>
                <a:gd name="connsiteX5" fmla="*/ 351790 w 703580"/>
                <a:gd name="connsiteY5" fmla="*/ 58426 h 703580"/>
                <a:gd name="connsiteX6" fmla="*/ 644948 w 703580"/>
                <a:gd name="connsiteY6" fmla="*/ 351585 h 703580"/>
                <a:gd name="connsiteX7" fmla="*/ 351790 w 703580"/>
                <a:gd name="connsiteY7" fmla="*/ 644743 h 703580"/>
                <a:gd name="connsiteX8" fmla="*/ 58632 w 703580"/>
                <a:gd name="connsiteY8" fmla="*/ 351585 h 703580"/>
                <a:gd name="connsiteX9" fmla="*/ 351790 w 703580"/>
                <a:gd name="connsiteY9" fmla="*/ 58426 h 70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3580" h="703580">
                  <a:moveTo>
                    <a:pt x="351790" y="703580"/>
                  </a:moveTo>
                  <a:cubicBezTo>
                    <a:pt x="546078" y="703580"/>
                    <a:pt x="703580" y="546078"/>
                    <a:pt x="703580" y="351790"/>
                  </a:cubicBezTo>
                  <a:cubicBezTo>
                    <a:pt x="703580" y="157502"/>
                    <a:pt x="546078" y="0"/>
                    <a:pt x="351790" y="0"/>
                  </a:cubicBezTo>
                  <a:cubicBezTo>
                    <a:pt x="157502" y="0"/>
                    <a:pt x="0" y="157502"/>
                    <a:pt x="0" y="351790"/>
                  </a:cubicBezTo>
                  <a:cubicBezTo>
                    <a:pt x="613" y="545826"/>
                    <a:pt x="157754" y="702967"/>
                    <a:pt x="351790" y="703580"/>
                  </a:cubicBezTo>
                  <a:close/>
                  <a:moveTo>
                    <a:pt x="351790" y="58426"/>
                  </a:moveTo>
                  <a:cubicBezTo>
                    <a:pt x="513696" y="58426"/>
                    <a:pt x="644948" y="189679"/>
                    <a:pt x="644948" y="351585"/>
                  </a:cubicBezTo>
                  <a:cubicBezTo>
                    <a:pt x="644948" y="513490"/>
                    <a:pt x="513696" y="644743"/>
                    <a:pt x="351790" y="644743"/>
                  </a:cubicBezTo>
                  <a:cubicBezTo>
                    <a:pt x="189885" y="644743"/>
                    <a:pt x="58632" y="513490"/>
                    <a:pt x="58632" y="351585"/>
                  </a:cubicBezTo>
                  <a:cubicBezTo>
                    <a:pt x="58843" y="189764"/>
                    <a:pt x="189970" y="58638"/>
                    <a:pt x="351790" y="58426"/>
                  </a:cubicBezTo>
                  <a:close/>
                </a:path>
              </a:pathLst>
            </a:custGeom>
            <a:grpFill/>
            <a:ln w="29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81" name="Oval 80">
            <a:extLst>
              <a:ext uri="{FF2B5EF4-FFF2-40B4-BE49-F238E27FC236}">
                <a16:creationId xmlns:a16="http://schemas.microsoft.com/office/drawing/2014/main" id="{5FA64B1E-8705-1AAE-32F3-AB436F073AD3}"/>
              </a:ext>
            </a:extLst>
          </p:cNvPr>
          <p:cNvSpPr/>
          <p:nvPr/>
        </p:nvSpPr>
        <p:spPr>
          <a:xfrm>
            <a:off x="5598504" y="5325296"/>
            <a:ext cx="944361" cy="944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E97132"/>
                </a:solidFill>
              </a:rPr>
              <a:t>Marketing</a:t>
            </a:r>
          </a:p>
          <a:p>
            <a:pPr algn="ctr"/>
            <a:r>
              <a:rPr lang="en-US" b="1" dirty="0">
                <a:solidFill>
                  <a:srgbClr val="E97132"/>
                </a:solidFill>
              </a:rPr>
              <a:t>Communication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215F1FC0-2107-566E-4B85-6509F2965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570" y="1659127"/>
            <a:ext cx="6868409" cy="407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40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9EF7-9BE5-1427-3B95-6DA3DC29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9C5E482-067C-C68D-50A5-D565E6D2C509}"/>
              </a:ext>
            </a:extLst>
          </p:cNvPr>
          <p:cNvSpPr/>
          <p:nvPr/>
        </p:nvSpPr>
        <p:spPr>
          <a:xfrm>
            <a:off x="136452" y="136609"/>
            <a:ext cx="1260483" cy="1258945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Project Manager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0D55CCC-7187-02B6-7EDF-1E82DDDA53E3}"/>
              </a:ext>
            </a:extLst>
          </p:cNvPr>
          <p:cNvSpPr/>
          <p:nvPr/>
        </p:nvSpPr>
        <p:spPr>
          <a:xfrm>
            <a:off x="1626796" y="1134712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586678A-F200-1926-8B25-0679406BB708}"/>
              </a:ext>
            </a:extLst>
          </p:cNvPr>
          <p:cNvSpPr/>
          <p:nvPr/>
        </p:nvSpPr>
        <p:spPr>
          <a:xfrm>
            <a:off x="1626796" y="136610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8EEF97A6-F19E-F13C-667B-325C798E540F}"/>
              </a:ext>
            </a:extLst>
          </p:cNvPr>
          <p:cNvSpPr/>
          <p:nvPr/>
        </p:nvSpPr>
        <p:spPr>
          <a:xfrm>
            <a:off x="3269859" y="1134711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3" name="Freeform: Shape 23">
            <a:extLst>
              <a:ext uri="{FF2B5EF4-FFF2-40B4-BE49-F238E27FC236}">
                <a16:creationId xmlns:a16="http://schemas.microsoft.com/office/drawing/2014/main" id="{65C0334A-771C-1877-1E18-BB382DD660E9}"/>
              </a:ext>
            </a:extLst>
          </p:cNvPr>
          <p:cNvSpPr/>
          <p:nvPr/>
        </p:nvSpPr>
        <p:spPr>
          <a:xfrm>
            <a:off x="3269859" y="136609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4" name="Freeform: Shape 19">
            <a:extLst>
              <a:ext uri="{FF2B5EF4-FFF2-40B4-BE49-F238E27FC236}">
                <a16:creationId xmlns:a16="http://schemas.microsoft.com/office/drawing/2014/main" id="{E3BDDD4D-3CEB-31D6-DF8B-A3265B9F46E2}"/>
              </a:ext>
            </a:extLst>
          </p:cNvPr>
          <p:cNvSpPr/>
          <p:nvPr/>
        </p:nvSpPr>
        <p:spPr>
          <a:xfrm>
            <a:off x="4912922" y="1134710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5" name="Freeform: Shape 23">
            <a:extLst>
              <a:ext uri="{FF2B5EF4-FFF2-40B4-BE49-F238E27FC236}">
                <a16:creationId xmlns:a16="http://schemas.microsoft.com/office/drawing/2014/main" id="{BE8F948F-080A-91A0-5095-CBA253E0F239}"/>
              </a:ext>
            </a:extLst>
          </p:cNvPr>
          <p:cNvSpPr/>
          <p:nvPr/>
        </p:nvSpPr>
        <p:spPr>
          <a:xfrm>
            <a:off x="4912922" y="136608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E0270563-5D50-EAEC-AE99-FE6C1417777B}"/>
              </a:ext>
            </a:extLst>
          </p:cNvPr>
          <p:cNvSpPr/>
          <p:nvPr/>
        </p:nvSpPr>
        <p:spPr>
          <a:xfrm>
            <a:off x="6555985" y="1134709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7" name="Freeform: Shape 23">
            <a:extLst>
              <a:ext uri="{FF2B5EF4-FFF2-40B4-BE49-F238E27FC236}">
                <a16:creationId xmlns:a16="http://schemas.microsoft.com/office/drawing/2014/main" id="{1C21560A-0068-6BAC-3108-84CF05DC4EDB}"/>
              </a:ext>
            </a:extLst>
          </p:cNvPr>
          <p:cNvSpPr/>
          <p:nvPr/>
        </p:nvSpPr>
        <p:spPr>
          <a:xfrm>
            <a:off x="6555985" y="136607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8" name="Freeform: Shape 19">
            <a:extLst>
              <a:ext uri="{FF2B5EF4-FFF2-40B4-BE49-F238E27FC236}">
                <a16:creationId xmlns:a16="http://schemas.microsoft.com/office/drawing/2014/main" id="{02696DA5-4389-EFE9-70F8-FF0CC01F7004}"/>
              </a:ext>
            </a:extLst>
          </p:cNvPr>
          <p:cNvSpPr/>
          <p:nvPr/>
        </p:nvSpPr>
        <p:spPr>
          <a:xfrm>
            <a:off x="8199048" y="1134708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9" name="Freeform: Shape 23">
            <a:extLst>
              <a:ext uri="{FF2B5EF4-FFF2-40B4-BE49-F238E27FC236}">
                <a16:creationId xmlns:a16="http://schemas.microsoft.com/office/drawing/2014/main" id="{1256C720-C196-589A-C921-803D608B8C1A}"/>
              </a:ext>
            </a:extLst>
          </p:cNvPr>
          <p:cNvSpPr/>
          <p:nvPr/>
        </p:nvSpPr>
        <p:spPr>
          <a:xfrm>
            <a:off x="8199048" y="136606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38D37CCE-9136-A3F9-B4D7-6BB8E9F10E4F}"/>
              </a:ext>
            </a:extLst>
          </p:cNvPr>
          <p:cNvSpPr/>
          <p:nvPr/>
        </p:nvSpPr>
        <p:spPr>
          <a:xfrm>
            <a:off x="9842111" y="1134707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27" name="Freeform: Shape 23">
            <a:extLst>
              <a:ext uri="{FF2B5EF4-FFF2-40B4-BE49-F238E27FC236}">
                <a16:creationId xmlns:a16="http://schemas.microsoft.com/office/drawing/2014/main" id="{CF417962-22B5-D007-AA01-396A266EB96F}"/>
              </a:ext>
            </a:extLst>
          </p:cNvPr>
          <p:cNvSpPr/>
          <p:nvPr/>
        </p:nvSpPr>
        <p:spPr>
          <a:xfrm>
            <a:off x="9842111" y="136605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69" name="Freeform: Shape 19">
            <a:extLst>
              <a:ext uri="{FF2B5EF4-FFF2-40B4-BE49-F238E27FC236}">
                <a16:creationId xmlns:a16="http://schemas.microsoft.com/office/drawing/2014/main" id="{A6CC9DD7-A021-4122-BCA7-5519D9D8E60C}"/>
              </a:ext>
            </a:extLst>
          </p:cNvPr>
          <p:cNvSpPr/>
          <p:nvPr/>
        </p:nvSpPr>
        <p:spPr>
          <a:xfrm>
            <a:off x="1626796" y="4587059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74" name="Freeform: Shape 23">
            <a:extLst>
              <a:ext uri="{FF2B5EF4-FFF2-40B4-BE49-F238E27FC236}">
                <a16:creationId xmlns:a16="http://schemas.microsoft.com/office/drawing/2014/main" id="{EA99AC7B-1629-7286-7C21-8CB6D17A7661}"/>
              </a:ext>
            </a:extLst>
          </p:cNvPr>
          <p:cNvSpPr/>
          <p:nvPr/>
        </p:nvSpPr>
        <p:spPr>
          <a:xfrm>
            <a:off x="1626796" y="3588957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75" name="Freeform: Shape 19">
            <a:extLst>
              <a:ext uri="{FF2B5EF4-FFF2-40B4-BE49-F238E27FC236}">
                <a16:creationId xmlns:a16="http://schemas.microsoft.com/office/drawing/2014/main" id="{631E8D9E-96E8-B2D3-789C-1E5E8C41C85C}"/>
              </a:ext>
            </a:extLst>
          </p:cNvPr>
          <p:cNvSpPr/>
          <p:nvPr/>
        </p:nvSpPr>
        <p:spPr>
          <a:xfrm>
            <a:off x="3269859" y="4587058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76" name="Freeform: Shape 23">
            <a:extLst>
              <a:ext uri="{FF2B5EF4-FFF2-40B4-BE49-F238E27FC236}">
                <a16:creationId xmlns:a16="http://schemas.microsoft.com/office/drawing/2014/main" id="{A7D24B9D-4DDA-20E3-DB8C-745C99C337D9}"/>
              </a:ext>
            </a:extLst>
          </p:cNvPr>
          <p:cNvSpPr/>
          <p:nvPr/>
        </p:nvSpPr>
        <p:spPr>
          <a:xfrm>
            <a:off x="3269859" y="3588956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77" name="Freeform: Shape 19">
            <a:extLst>
              <a:ext uri="{FF2B5EF4-FFF2-40B4-BE49-F238E27FC236}">
                <a16:creationId xmlns:a16="http://schemas.microsoft.com/office/drawing/2014/main" id="{0CE44688-B10E-96F4-370F-AAA1801C6958}"/>
              </a:ext>
            </a:extLst>
          </p:cNvPr>
          <p:cNvSpPr/>
          <p:nvPr/>
        </p:nvSpPr>
        <p:spPr>
          <a:xfrm>
            <a:off x="4912922" y="4587057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78" name="Freeform: Shape 23">
            <a:extLst>
              <a:ext uri="{FF2B5EF4-FFF2-40B4-BE49-F238E27FC236}">
                <a16:creationId xmlns:a16="http://schemas.microsoft.com/office/drawing/2014/main" id="{D7E42D5C-67A9-2E3D-D728-0295A26CA8AE}"/>
              </a:ext>
            </a:extLst>
          </p:cNvPr>
          <p:cNvSpPr/>
          <p:nvPr/>
        </p:nvSpPr>
        <p:spPr>
          <a:xfrm>
            <a:off x="4912922" y="3588955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79" name="Freeform: Shape 19">
            <a:extLst>
              <a:ext uri="{FF2B5EF4-FFF2-40B4-BE49-F238E27FC236}">
                <a16:creationId xmlns:a16="http://schemas.microsoft.com/office/drawing/2014/main" id="{A5F3F130-4C59-EE63-ED07-861713708D67}"/>
              </a:ext>
            </a:extLst>
          </p:cNvPr>
          <p:cNvSpPr/>
          <p:nvPr/>
        </p:nvSpPr>
        <p:spPr>
          <a:xfrm>
            <a:off x="6555985" y="4587056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80" name="Freeform: Shape 23">
            <a:extLst>
              <a:ext uri="{FF2B5EF4-FFF2-40B4-BE49-F238E27FC236}">
                <a16:creationId xmlns:a16="http://schemas.microsoft.com/office/drawing/2014/main" id="{38452955-3BB6-1816-CA57-03F8653AADC3}"/>
              </a:ext>
            </a:extLst>
          </p:cNvPr>
          <p:cNvSpPr/>
          <p:nvPr/>
        </p:nvSpPr>
        <p:spPr>
          <a:xfrm>
            <a:off x="6555985" y="3588954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81" name="Freeform: Shape 19">
            <a:extLst>
              <a:ext uri="{FF2B5EF4-FFF2-40B4-BE49-F238E27FC236}">
                <a16:creationId xmlns:a16="http://schemas.microsoft.com/office/drawing/2014/main" id="{5E9265DB-3D95-F6D5-8765-D1020A403FED}"/>
              </a:ext>
            </a:extLst>
          </p:cNvPr>
          <p:cNvSpPr/>
          <p:nvPr/>
        </p:nvSpPr>
        <p:spPr>
          <a:xfrm>
            <a:off x="8199048" y="4587055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82" name="Freeform: Shape 23">
            <a:extLst>
              <a:ext uri="{FF2B5EF4-FFF2-40B4-BE49-F238E27FC236}">
                <a16:creationId xmlns:a16="http://schemas.microsoft.com/office/drawing/2014/main" id="{36A37DFA-63AC-C3C0-05AA-27AC6747B510}"/>
              </a:ext>
            </a:extLst>
          </p:cNvPr>
          <p:cNvSpPr/>
          <p:nvPr/>
        </p:nvSpPr>
        <p:spPr>
          <a:xfrm>
            <a:off x="8199048" y="3588953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  <p:sp>
        <p:nvSpPr>
          <p:cNvPr id="83" name="Freeform: Shape 19">
            <a:extLst>
              <a:ext uri="{FF2B5EF4-FFF2-40B4-BE49-F238E27FC236}">
                <a16:creationId xmlns:a16="http://schemas.microsoft.com/office/drawing/2014/main" id="{29B07BA0-DCFF-D4E7-6FFF-58FA2FC7096F}"/>
              </a:ext>
            </a:extLst>
          </p:cNvPr>
          <p:cNvSpPr/>
          <p:nvPr/>
        </p:nvSpPr>
        <p:spPr>
          <a:xfrm>
            <a:off x="9842111" y="4587054"/>
            <a:ext cx="1525184" cy="216767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E9713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Extended Team</a:t>
            </a:r>
          </a:p>
        </p:txBody>
      </p:sp>
      <p:sp>
        <p:nvSpPr>
          <p:cNvPr id="84" name="Freeform: Shape 23">
            <a:extLst>
              <a:ext uri="{FF2B5EF4-FFF2-40B4-BE49-F238E27FC236}">
                <a16:creationId xmlns:a16="http://schemas.microsoft.com/office/drawing/2014/main" id="{8F21D530-3DA5-292A-B0B1-8B7F384903B5}"/>
              </a:ext>
            </a:extLst>
          </p:cNvPr>
          <p:cNvSpPr/>
          <p:nvPr/>
        </p:nvSpPr>
        <p:spPr>
          <a:xfrm>
            <a:off x="9842111" y="3588952"/>
            <a:ext cx="1525184" cy="915904"/>
          </a:xfrm>
          <a:prstGeom prst="rect">
            <a:avLst/>
          </a:prstGeom>
          <a:solidFill>
            <a:schemeClr val="bg1"/>
          </a:solidFill>
          <a:ln w="29270" cap="flat">
            <a:solidFill>
              <a:srgbClr val="4E95D9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dirty="0"/>
              <a:t>Swim Lane</a:t>
            </a:r>
          </a:p>
          <a:p>
            <a:pPr algn="ctr"/>
            <a:r>
              <a:rPr lang="en-US" dirty="0"/>
              <a:t>Owner</a:t>
            </a:r>
          </a:p>
        </p:txBody>
      </p:sp>
    </p:spTree>
    <p:extLst>
      <p:ext uri="{BB962C8B-B14F-4D97-AF65-F5344CB8AC3E}">
        <p14:creationId xmlns:p14="http://schemas.microsoft.com/office/powerpoint/2010/main" val="3284762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114</Words>
  <Application>Microsoft Office PowerPoint</Application>
  <PresentationFormat>Widescreen</PresentationFormat>
  <Paragraphs>72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Ellis, George (Consultant)</dc:creator>
  <cp:lastModifiedBy>George Ellis</cp:lastModifiedBy>
  <cp:revision>3</cp:revision>
  <dcterms:created xsi:type="dcterms:W3CDTF">2025-05-01T17:47:44Z</dcterms:created>
  <dcterms:modified xsi:type="dcterms:W3CDTF">2025-05-01T23:38:51Z</dcterms:modified>
</cp:coreProperties>
</file>