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94" d="100"/>
          <a:sy n="94" d="100"/>
        </p:scale>
        <p:origin x="52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55055-A166-38D0-E913-9298A88FF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FED6C-AE4C-C097-50BD-6B92ED89E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87881-D8EC-4678-BAA5-EEA7692C5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2D99D-FCC2-4557-B2B9-F444DBED828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3E04D-853A-03FD-EFB0-39B82FDA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59AB0-0BA1-AB0F-C320-355A73AF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ECB1-1FAE-41AC-BBFD-7FDB2E88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07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5820-9F29-0343-4D96-646034C5D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D82EB-87D7-6769-ADED-16285F7CD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D87C-0AB8-3399-A8DD-A8838292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2D99D-FCC2-4557-B2B9-F444DBED828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3C5B4-DADC-28C6-CBAF-ABE111EF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4A447-CC27-A4AB-A7D5-EF1D53F2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ECB1-1FAE-41AC-BBFD-7FDB2E88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30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8207-3929-06E8-D880-FC3BF113D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15011-0B2B-D6FE-2E8E-30CB07DE1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E1194-540B-D041-7ECC-406FF8D3A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2D99D-FCC2-4557-B2B9-F444DBED828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34777-0D0B-996D-EB5F-8668F421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9113-B651-64B4-05BF-1E49035C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ECB1-1FAE-41AC-BBFD-7FDB2E88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96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2B54-D9A2-6E8C-64D1-492BE43D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C22CB-C524-B9E2-1F44-01E9717D0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83BF9-4467-B411-002A-E1A1A8925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F0465-8F94-71CD-26C0-DF1A3C89E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2D99D-FCC2-4557-B2B9-F444DBED828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D5759-AADA-9355-F7E4-04042B754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F79EF-D972-EF67-A37E-B876DFFB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ECB1-1FAE-41AC-BBFD-7FDB2E88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2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D348-4C62-D8E2-C1D0-74CE27112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049D3-EE1F-01BF-FFB7-346ED51FE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10EDF-2707-3606-C2A4-2D3EF2C80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A09BC8-1A8C-9ACF-EC4C-4DE870F55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6848DE-B076-FDE1-407E-818DD68EC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1EB854-2E9A-2FC2-8BBA-78AFE976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2D99D-FCC2-4557-B2B9-F444DBED828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9CCB2-8471-A7DB-4E0B-B707B394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A71503-1743-5740-B74A-7F071FF6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ECB1-1FAE-41AC-BBFD-7FDB2E88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65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73902-7777-52B7-7495-AB88F451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F15DF-ED94-AD2A-634E-55796E54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2D99D-FCC2-4557-B2B9-F444DBED828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2EEE0-15E9-67AA-D244-DED607BB5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14B2E-EA22-3208-A16E-42BF72BA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ECB1-1FAE-41AC-BBFD-7FDB2E88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1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60251-7269-CE98-8E54-D69E00948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2D99D-FCC2-4557-B2B9-F444DBED828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C09CC-106E-E1B5-5266-7CD3D688B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CE52C-4F7D-40AE-FD62-C63F77D8E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ECB1-1FAE-41AC-BBFD-7FDB2E88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6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C676-6914-541E-9E5D-E373DF381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65E06-2453-C0F2-3321-3A34DC040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59F64-EAC0-CFC5-9B5E-79423E3B3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335A8-149F-D831-384E-E4B04568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2D99D-FCC2-4557-B2B9-F444DBED828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9DF17-AA1E-2F1C-53A4-8C18CF921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2D5BE-41EB-A639-45B6-5859F043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ECB1-1FAE-41AC-BBFD-7FDB2E88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F2B00-9F89-5923-626B-E1F88696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9A7546-4C2A-0DF8-1E18-4C87B93EC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CED38-5D45-6D34-269F-065BEED7A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276C9-AEE4-0E63-8776-21965C4E6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2D99D-FCC2-4557-B2B9-F444DBED828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7C221-54A2-AFA5-4C58-809FBA77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F5746-EAF7-63D1-B68C-C02966F2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ECB1-1FAE-41AC-BBFD-7FDB2E88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0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CB71-C550-055E-9FA4-7962907E9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2E5B4B-963A-8B34-D170-299876CE6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720C2-4954-34CC-79E0-92E241EB5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2D99D-FCC2-4557-B2B9-F444DBED828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97F76-E4B2-5EA7-CC61-3F572A80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C9D26-8BFA-C4B1-84D7-ABB2CD2BC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ECB1-1FAE-41AC-BBFD-7FDB2E88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9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57EF2A-89F7-E3A1-3252-7416541E4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0BBE9-0F8E-ABBD-9F22-D9D83DA5E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E06ED-13E4-C67C-108F-D2542912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2D99D-FCC2-4557-B2B9-F444DBED828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744A9-B2ED-AAF6-3D90-F296D6D7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627E-A007-B307-7232-02141A4C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ECB1-1FAE-41AC-BBFD-7FDB2E88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9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5D3629-FADC-72B7-475E-C91B19E64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DD626-92B2-302D-8336-79DAD72B8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7C924-F82F-C38E-14ED-3111769940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2D99D-FCC2-4557-B2B9-F444DBED828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0FB56-184B-5AFC-9E8A-BCBE06E72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E5317-CE55-F665-B75E-B8D3AEF6F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2ECB1-1FAE-41AC-BBFD-7FDB2E88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0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C8DB26-3A81-08A9-2763-85BCDF5A5369}"/>
              </a:ext>
            </a:extLst>
          </p:cNvPr>
          <p:cNvSpPr/>
          <p:nvPr/>
        </p:nvSpPr>
        <p:spPr>
          <a:xfrm>
            <a:off x="3414713" y="850107"/>
            <a:ext cx="2957512" cy="6929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Change in Project Occurs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851D85-EB0C-0520-D17A-01D85BCD47BC}"/>
              </a:ext>
            </a:extLst>
          </p:cNvPr>
          <p:cNvSpPr/>
          <p:nvPr/>
        </p:nvSpPr>
        <p:spPr>
          <a:xfrm>
            <a:off x="2865743" y="3200399"/>
            <a:ext cx="1669439" cy="6929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Automatically Accept</a:t>
            </a:r>
          </a:p>
        </p:txBody>
      </p:sp>
      <p:pic>
        <p:nvPicPr>
          <p:cNvPr id="7" name="Graphic 6" descr="Single gear with solid fill">
            <a:extLst>
              <a:ext uri="{FF2B5EF4-FFF2-40B4-BE49-F238E27FC236}">
                <a16:creationId xmlns:a16="http://schemas.microsoft.com/office/drawing/2014/main" id="{F9E7D304-19B5-0BE2-5917-3E3A46A51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8500" y="2286001"/>
            <a:ext cx="914400" cy="914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A1A4D2-1637-1150-774E-C4EB9328AD30}"/>
              </a:ext>
            </a:extLst>
          </p:cNvPr>
          <p:cNvSpPr/>
          <p:nvPr/>
        </p:nvSpPr>
        <p:spPr>
          <a:xfrm>
            <a:off x="5080305" y="3200399"/>
            <a:ext cx="1669439" cy="6929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 Before Accepting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FC2B02-204F-4B27-3920-CF7A9BB23F87}"/>
              </a:ext>
            </a:extLst>
          </p:cNvPr>
          <p:cNvSpPr/>
          <p:nvPr/>
        </p:nvSpPr>
        <p:spPr>
          <a:xfrm>
            <a:off x="2914648" y="5357811"/>
            <a:ext cx="1577670" cy="1421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Waste: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Hidden Risks &amp; Needless Delays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5BAB1E-A0E2-27F7-0DAF-642B7C3DDCFD}"/>
              </a:ext>
            </a:extLst>
          </p:cNvPr>
          <p:cNvSpPr/>
          <p:nvPr/>
        </p:nvSpPr>
        <p:spPr>
          <a:xfrm>
            <a:off x="5126189" y="5357811"/>
            <a:ext cx="1577670" cy="1421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Thoughtful Reactions Protect Schedule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C7EE8A7-E604-A907-8E06-F81AA2BB6C08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5400000">
            <a:off x="3923110" y="1315642"/>
            <a:ext cx="742950" cy="11977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AC8D7AF-856B-A20D-44BB-1E7265B355EB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5032771" y="1403748"/>
            <a:ext cx="742950" cy="10215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47D9961-C250-B3F0-44A0-212918184CE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700463" y="3893343"/>
            <a:ext cx="0" cy="414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AE7726B-5571-D473-AEC2-9B7DB1332B2C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915025" y="3893343"/>
            <a:ext cx="0" cy="414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No Littering with solid fill">
            <a:extLst>
              <a:ext uri="{FF2B5EF4-FFF2-40B4-BE49-F238E27FC236}">
                <a16:creationId xmlns:a16="http://schemas.microsoft.com/office/drawing/2014/main" id="{E082021E-AB28-99FC-3F42-5660E32028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7056" y="4350540"/>
            <a:ext cx="914400" cy="914400"/>
          </a:xfrm>
          <a:prstGeom prst="rect">
            <a:avLst/>
          </a:prstGeom>
        </p:spPr>
      </p:pic>
      <p:pic>
        <p:nvPicPr>
          <p:cNvPr id="36" name="Graphic 35" descr="Group success with solid fill">
            <a:extLst>
              <a:ext uri="{FF2B5EF4-FFF2-40B4-BE49-F238E27FC236}">
                <a16:creationId xmlns:a16="http://schemas.microsoft.com/office/drawing/2014/main" id="{FE27D5C6-8AD7-D417-39E9-1EA2790D16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5637" y="4219058"/>
            <a:ext cx="1338773" cy="1338773"/>
          </a:xfrm>
          <a:prstGeom prst="rect">
            <a:avLst/>
          </a:prstGeom>
        </p:spPr>
      </p:pic>
      <p:pic>
        <p:nvPicPr>
          <p:cNvPr id="38" name="Graphic 37" descr="Brain in head with solid fill">
            <a:extLst>
              <a:ext uri="{FF2B5EF4-FFF2-40B4-BE49-F238E27FC236}">
                <a16:creationId xmlns:a16="http://schemas.microsoft.com/office/drawing/2014/main" id="{C1C6BEBE-0F35-67DC-BEE8-B5444D382B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57825" y="2286001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0F49A5A-43CE-4020-14F4-962D0EB6825B}"/>
              </a:ext>
            </a:extLst>
          </p:cNvPr>
          <p:cNvSpPr txBox="1"/>
          <p:nvPr/>
        </p:nvSpPr>
        <p:spPr>
          <a:xfrm>
            <a:off x="121444" y="128588"/>
            <a:ext cx="616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Wasteful Automation</a:t>
            </a:r>
          </a:p>
        </p:txBody>
      </p:sp>
    </p:spTree>
    <p:extLst>
      <p:ext uri="{BB962C8B-B14F-4D97-AF65-F5344CB8AC3E}">
        <p14:creationId xmlns:p14="http://schemas.microsoft.com/office/powerpoint/2010/main" val="1656634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Ellis</dc:creator>
  <cp:lastModifiedBy>George Ellis</cp:lastModifiedBy>
  <cp:revision>2</cp:revision>
  <dcterms:created xsi:type="dcterms:W3CDTF">2025-04-02T21:31:36Z</dcterms:created>
  <dcterms:modified xsi:type="dcterms:W3CDTF">2025-04-10T13:02:03Z</dcterms:modified>
</cp:coreProperties>
</file>