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6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AD4A-9D52-E06C-0E4F-3410E0EA2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22ED9-3040-29F5-63A6-B36F13A53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21EE9-454F-E7E0-C7F5-03D6E90D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C3E0B-1749-4587-F903-6C992E79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4BEFF-57C7-B28C-AEC7-C29A8295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7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207A-78BE-40ED-A9B0-7B91DF22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898BA-0EAC-80AE-B239-505AF889F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EDDE3-671A-3532-936E-669BE31AB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F60B-E3F9-7388-0471-194A6EA2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602FD-CDCC-7892-5A46-E2E155C7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13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B998-5088-EFC7-446A-DB4C2A85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B2593-84F0-68D0-C910-98E9230FF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ED556-D638-A661-EE7B-2D9CABEE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61F5-997E-B96C-8613-6F3F910E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63DD-E226-B848-ECD9-FD78A2B1A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3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5159-0562-4BC5-1ED9-FB731874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310EE-89D7-5D45-A9D9-8033BFFED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297D6-5786-4CCA-A070-35F1839A6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90087-1E77-DDC1-01C4-74FF5DED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73C4C-CA65-B766-960B-101D25D0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97363-9CFA-D4A0-205E-9B4582D9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16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5DED-A480-4B06-F0B3-262405F2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CDF5-19F7-320C-47F5-1B2A460FE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4DDF35-7F3A-7D8D-E424-A3A6857E8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E78E8-FC3B-CE47-29E8-BA9A3A666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99D31-D3E4-2285-8066-80336E4222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A121C-0E4F-980E-1B61-258151CE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035F0E-D88A-CEF1-A378-E44D74B8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A8838-A2F0-A5DB-25BE-06829AD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3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30E8-99FF-C85A-080D-CA1CA851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07FCE-FE74-47A1-E56A-E78BABBE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8462A3-C32C-FBE7-E46F-6A8F976F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027F2-8467-B138-6DA6-B2E4F94C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2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821BBF-D47D-85ED-1833-ED349B64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54B75-8B9F-51C0-E6AD-AA23EA7A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C5F23-4A3E-6AF3-D02D-F3040013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5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6157-A0E0-6CE9-64CA-2EFD10DF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D97EC-A7D4-2794-AE9A-DF9069E4C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26529-FCBA-D374-06E9-442FDF2C8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94846-EA66-6EB0-2ED5-D5FFAF122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E3454-550F-32EA-A4A7-515E658D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35FC7-586E-0CA8-F4DB-F99C1DC0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61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C5EB-F260-492F-7C1F-DAFDBCDD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10F5CA-7F9A-474F-42AA-892EA8C27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74AA8-DD88-3486-6734-7D879C1C4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632F5-17FB-127B-0D30-FC078E75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ED26C-506F-DB77-B614-97A63EBA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1A3FC-9765-3005-5B5D-BCF40A07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5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E47A-F90F-673D-411C-9EC0FD9F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1F28A-744B-9DF2-585B-9C0DC960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00F65-2BC9-FAC8-8BFA-4277D024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5AC9B-9047-39FE-6CBF-7EA31904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3FE1-BC51-6B81-FC04-C21BA5AA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8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F0543-25A7-5769-4E49-1931CBDEA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5922F-06FA-4DE9-13D6-FCFA9E2B9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74A10-E055-87FC-4043-8184006C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19A51-E0A2-2846-8F5E-B3A3DB4C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4A8B3-D5EE-76ED-EB9B-70104757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6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26E96-7D2B-1A4D-9A5A-732252BF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DEFE2-393C-89EB-6D25-421BD0A09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61A3B-9878-1B68-4AC8-DE8A63CAD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71CC6-413B-4F46-8FBF-5D603D5C7684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A07B8-CF20-258B-BA1E-197099D3E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BFCF6-4AC9-9A8B-3957-9F67387A4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191E5-900E-475F-9A0C-B2CA7A3CC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0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899AF1-31D8-722A-9425-5A9A1EDC38FC}"/>
              </a:ext>
            </a:extLst>
          </p:cNvPr>
          <p:cNvSpPr/>
          <p:nvPr/>
        </p:nvSpPr>
        <p:spPr>
          <a:xfrm>
            <a:off x="41480" y="150472"/>
            <a:ext cx="1759351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43A94-3133-F4F2-E0AF-7C3BE13A4DBB}"/>
              </a:ext>
            </a:extLst>
          </p:cNvPr>
          <p:cNvSpPr/>
          <p:nvPr/>
        </p:nvSpPr>
        <p:spPr>
          <a:xfrm>
            <a:off x="1865323" y="150472"/>
            <a:ext cx="3447459" cy="605934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Backlog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96B2C-1509-1608-A777-EDD2BDE3A8DB}"/>
              </a:ext>
            </a:extLst>
          </p:cNvPr>
          <p:cNvSpPr/>
          <p:nvPr/>
        </p:nvSpPr>
        <p:spPr>
          <a:xfrm>
            <a:off x="5349435" y="150472"/>
            <a:ext cx="1639747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Next 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249148-950B-72B1-B28F-2628B6C45544}"/>
              </a:ext>
            </a:extLst>
          </p:cNvPr>
          <p:cNvSpPr/>
          <p:nvPr/>
        </p:nvSpPr>
        <p:spPr>
          <a:xfrm>
            <a:off x="7021976" y="150472"/>
            <a:ext cx="1686047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In 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1819F-087C-17AF-08D9-2C1DEE463E69}"/>
              </a:ext>
            </a:extLst>
          </p:cNvPr>
          <p:cNvSpPr/>
          <p:nvPr/>
        </p:nvSpPr>
        <p:spPr>
          <a:xfrm>
            <a:off x="8740816" y="150472"/>
            <a:ext cx="1623219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In Test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2D1BF081-6DAB-2078-5CB8-0C1EDD446C09}"/>
              </a:ext>
            </a:extLst>
          </p:cNvPr>
          <p:cNvSpPr/>
          <p:nvPr/>
        </p:nvSpPr>
        <p:spPr>
          <a:xfrm>
            <a:off x="5741043" y="3784921"/>
            <a:ext cx="601883" cy="541117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Xx</a:t>
            </a:r>
            <a:r>
              <a:rPr lang="en-US" dirty="0"/>
              <a:t> </a:t>
            </a:r>
            <a:r>
              <a:rPr lang="en-US" dirty="0" err="1"/>
              <a:t>Hr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5185CD-E966-636D-3A4C-B5B8299D6BBB}"/>
              </a:ext>
            </a:extLst>
          </p:cNvPr>
          <p:cNvSpPr/>
          <p:nvPr/>
        </p:nvSpPr>
        <p:spPr>
          <a:xfrm>
            <a:off x="10419147" y="150472"/>
            <a:ext cx="1623219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Release/ Cust Accept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BA7AA-5E2C-7182-03A1-A52ECE56CA07}"/>
              </a:ext>
            </a:extLst>
          </p:cNvPr>
          <p:cNvSpPr txBox="1"/>
          <p:nvPr/>
        </p:nvSpPr>
        <p:spPr>
          <a:xfrm>
            <a:off x="20506" y="6335308"/>
            <a:ext cx="184037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Pre meeting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78FD4D-10FC-0D8E-740B-BC5A950A5E52}"/>
              </a:ext>
            </a:extLst>
          </p:cNvPr>
          <p:cNvSpPr txBox="1"/>
          <p:nvPr/>
        </p:nvSpPr>
        <p:spPr>
          <a:xfrm>
            <a:off x="7072135" y="6335308"/>
            <a:ext cx="4962240" cy="3693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 meeting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84C054-331F-4A36-2800-A55E5C2E30CF}"/>
              </a:ext>
            </a:extLst>
          </p:cNvPr>
          <p:cNvSpPr/>
          <p:nvPr/>
        </p:nvSpPr>
        <p:spPr>
          <a:xfrm>
            <a:off x="7041973" y="4674057"/>
            <a:ext cx="1666050" cy="161947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Wait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B9CCA4-ED64-9C08-4A8D-BFE004DB5E6B}"/>
              </a:ext>
            </a:extLst>
          </p:cNvPr>
          <p:cNvSpPr/>
          <p:nvPr/>
        </p:nvSpPr>
        <p:spPr>
          <a:xfrm>
            <a:off x="8718021" y="4674056"/>
            <a:ext cx="1646014" cy="161947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Wait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012EE6-380E-2CC6-546C-73C91D907F1B}"/>
              </a:ext>
            </a:extLst>
          </p:cNvPr>
          <p:cNvSpPr/>
          <p:nvPr/>
        </p:nvSpPr>
        <p:spPr>
          <a:xfrm>
            <a:off x="10413712" y="4674055"/>
            <a:ext cx="1623219" cy="161947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Wait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1E7E5-E630-FED2-E908-CF37FCEE1B57}"/>
              </a:ext>
            </a:extLst>
          </p:cNvPr>
          <p:cNvSpPr/>
          <p:nvPr/>
        </p:nvSpPr>
        <p:spPr>
          <a:xfrm>
            <a:off x="12354049" y="150472"/>
            <a:ext cx="1388960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Done May20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2A512E-BFF8-51B8-1F93-14E05290E1DE}"/>
              </a:ext>
            </a:extLst>
          </p:cNvPr>
          <p:cNvSpPr/>
          <p:nvPr/>
        </p:nvSpPr>
        <p:spPr>
          <a:xfrm>
            <a:off x="13743009" y="150472"/>
            <a:ext cx="1388960" cy="44761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Done May27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EB516FA-CBE1-233C-77DF-AD4E0D783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24" y="62349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E9BCEE-A3DA-2E35-4938-AE71AFCA1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24" y="166675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7967645-EE3D-8261-0120-CA5873F2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24" y="2695743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541715-CF10-E084-C6FD-245172516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54" y="62349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9087B62-3A2D-08AB-ECC5-AF2F5096D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54" y="166675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247193B-D1ED-38EF-06F7-FF680E6B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54" y="2695743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4FC52A1-6FA4-D51B-2753-7297B7F53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4" y="62349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364B983-8F11-BD4D-5131-50050B72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4" y="166675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094A2A8-01D5-C57D-31A1-FA91A245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4" y="2695743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17A824F-971A-17D6-5C59-34512E347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54" y="3699269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0D4CA07-0626-2606-28F7-98A51223D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54" y="4742527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93119C7-DBD8-6AF9-3595-59EFD011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454" y="577151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7C355BE-3761-F3D1-07E4-23418BCD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4" y="3699269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C24E6AC-6DB3-46B3-CCAD-7229DE407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4" y="4742527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39C4883-73CD-34A9-BC4C-1518BDC30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04" y="577151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8320560-9599-7C8E-4FEF-2BF74985A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229" y="62349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69A8013-EBB7-9118-D8E7-E57BED080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229" y="166675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21F99F2-DFC0-285F-A0F5-FF1C9AB48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229" y="2695743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C88BF77F-5406-DB7B-CB6E-D22DA8B6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814" y="62349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74E6FA-28D7-2E92-5281-39C349008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814" y="166675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949FCF1-AC13-7022-828B-23AEBC72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814" y="2695743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1FB4FC6-A69D-4853-5CB1-01F5923E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422" y="62349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6F9E557-707A-FB27-84DD-5800D0A0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422" y="166675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C7B622B-1AC9-C56C-8DFB-1ABF5C26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422" y="2695743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7D04EDC-FE50-32B9-FF2C-ED720CBFC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422" y="3608017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AA0F70E0-CB92-3AC9-1406-AB728D53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128" y="750628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F8516CD-935B-D6D9-D608-6F4B57DC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128" y="1793886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6B5ACA5-5368-EF96-7E36-1D6EF9A31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3128" y="5141085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3EB2C51-EC7D-3CCA-540D-9ADBB14AB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814" y="5099614"/>
            <a:ext cx="1544947" cy="90185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60831F3-8047-7151-A4C5-E276F5832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9" y="63776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E6F3596-1DB4-C61A-4359-3356932AA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9" y="166675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24A00B1-D0DE-74E6-C642-1DD75140B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9" y="2708368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40D35B2E-99FC-940D-4E02-8549B333F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68" y="63776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CCD7BD2-93A3-A988-3B30-EF344419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68" y="166675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E3F35728-F0BE-35C5-71B7-15E49F833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68" y="2708368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C6D49BB-5A4F-5DA5-EE82-FA0909116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75" y="63776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04790FC-5672-596D-D5F1-AA42C0A6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75" y="166675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CC73CBB-A43A-7CA8-5178-E8D3780B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75" y="2708368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9FCB3E8-E95E-B3E7-F85B-A7095E432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044" y="63776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394BFD6-9CA5-51B1-1154-0B24937B3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044" y="1666753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18DF9DA-C5A5-9767-0259-F2005509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044" y="2708368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9D57497-2B5D-CFB6-28F8-5C15C8F9E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68" y="3699269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43B284B-3C46-F489-F769-DA9AB5166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68" y="4728259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D7B9715-6FEE-F7A9-9A92-C1CF2176A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68" y="5769874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B764E09D-4E5B-AF3A-37FD-0A1A0A39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75" y="3699269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A3BA6913-AF06-F377-DE2B-A03BA8E58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75" y="4728259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53156C3-9C41-EE10-133C-DBC934DC3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75" y="5769874"/>
            <a:ext cx="1560005" cy="88758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30840CF0-741F-E9DB-99DE-318D258E60E3}"/>
              </a:ext>
            </a:extLst>
          </p:cNvPr>
          <p:cNvSpPr txBox="1"/>
          <p:nvPr/>
        </p:nvSpPr>
        <p:spPr>
          <a:xfrm>
            <a:off x="1888182" y="6335308"/>
            <a:ext cx="515665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20m meeting</a:t>
            </a:r>
          </a:p>
        </p:txBody>
      </p:sp>
      <p:sp>
        <p:nvSpPr>
          <p:cNvPr id="80" name="Octagon 79">
            <a:extLst>
              <a:ext uri="{FF2B5EF4-FFF2-40B4-BE49-F238E27FC236}">
                <a16:creationId xmlns:a16="http://schemas.microsoft.com/office/drawing/2014/main" id="{5F9E0D7D-E243-E4D2-3D5B-FD188612ED56}"/>
              </a:ext>
            </a:extLst>
          </p:cNvPr>
          <p:cNvSpPr/>
          <p:nvPr/>
        </p:nvSpPr>
        <p:spPr>
          <a:xfrm>
            <a:off x="7459059" y="3784921"/>
            <a:ext cx="601883" cy="541117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Xx</a:t>
            </a:r>
            <a:r>
              <a:rPr lang="en-US" dirty="0"/>
              <a:t> </a:t>
            </a:r>
            <a:r>
              <a:rPr lang="en-US" dirty="0" err="1"/>
              <a:t>Hr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9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E02053-477A-C009-345C-E2CE29B981E7}"/>
              </a:ext>
            </a:extLst>
          </p:cNvPr>
          <p:cNvSpPr/>
          <p:nvPr/>
        </p:nvSpPr>
        <p:spPr>
          <a:xfrm>
            <a:off x="6886937" y="115747"/>
            <a:ext cx="5185457" cy="3669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Schmidt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C8945-FF5D-9982-CD0B-2C239F213912}"/>
              </a:ext>
            </a:extLst>
          </p:cNvPr>
          <p:cNvSpPr/>
          <p:nvPr/>
        </p:nvSpPr>
        <p:spPr>
          <a:xfrm>
            <a:off x="7257326" y="509286"/>
            <a:ext cx="4768769" cy="2919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DA6386-0269-F25C-3119-F5E42DD50D91}"/>
              </a:ext>
            </a:extLst>
          </p:cNvPr>
          <p:cNvSpPr/>
          <p:nvPr/>
        </p:nvSpPr>
        <p:spPr>
          <a:xfrm rot="16200000">
            <a:off x="5903089" y="1782500"/>
            <a:ext cx="2338086" cy="335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Progress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B0C0C-8C1B-4032-948D-1070CADBC277}"/>
              </a:ext>
            </a:extLst>
          </p:cNvPr>
          <p:cNvSpPr/>
          <p:nvPr/>
        </p:nvSpPr>
        <p:spPr>
          <a:xfrm>
            <a:off x="8472667" y="3429000"/>
            <a:ext cx="2338086" cy="335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Schedule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F467D6-CC79-4EE3-FBC4-012B85B04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633754"/>
              </p:ext>
            </p:extLst>
          </p:nvPr>
        </p:nvGraphicFramePr>
        <p:xfrm>
          <a:off x="7510966" y="2938466"/>
          <a:ext cx="370390" cy="274320"/>
        </p:xfrm>
        <a:graphic>
          <a:graphicData uri="http://schemas.openxmlformats.org/drawingml/2006/table">
            <a:tbl>
              <a:tblPr/>
              <a:tblGrid>
                <a:gridCol w="370390">
                  <a:extLst>
                    <a:ext uri="{9D8B030D-6E8A-4147-A177-3AD203B41FA5}">
                      <a16:colId xmlns:a16="http://schemas.microsoft.com/office/drawing/2014/main" val="3688796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295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D5074D0-56E0-6BCE-E453-2BDAFFF20381}"/>
              </a:ext>
            </a:extLst>
          </p:cNvPr>
          <p:cNvSpPr txBox="1"/>
          <p:nvPr/>
        </p:nvSpPr>
        <p:spPr>
          <a:xfrm>
            <a:off x="8409701" y="2903024"/>
            <a:ext cx="3703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6635E2-6B4C-E42C-312E-B8BAF901D987}"/>
              </a:ext>
            </a:extLst>
          </p:cNvPr>
          <p:cNvSpPr txBox="1"/>
          <p:nvPr/>
        </p:nvSpPr>
        <p:spPr>
          <a:xfrm>
            <a:off x="9563080" y="2901238"/>
            <a:ext cx="4224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3DD33-621E-6EB5-A758-23611028771B}"/>
              </a:ext>
            </a:extLst>
          </p:cNvPr>
          <p:cNvSpPr txBox="1"/>
          <p:nvPr/>
        </p:nvSpPr>
        <p:spPr>
          <a:xfrm>
            <a:off x="10733822" y="2901238"/>
            <a:ext cx="422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◕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581899C-3C39-38AA-B59D-819F16868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157148"/>
              </p:ext>
            </p:extLst>
          </p:nvPr>
        </p:nvGraphicFramePr>
        <p:xfrm>
          <a:off x="11719365" y="2887784"/>
          <a:ext cx="370389" cy="396240"/>
        </p:xfrm>
        <a:graphic>
          <a:graphicData uri="http://schemas.openxmlformats.org/drawingml/2006/table">
            <a:tbl>
              <a:tblPr/>
              <a:tblGrid>
                <a:gridCol w="370389">
                  <a:extLst>
                    <a:ext uri="{9D8B030D-6E8A-4147-A177-3AD203B41FA5}">
                      <a16:colId xmlns:a16="http://schemas.microsoft.com/office/drawing/2014/main" val="2102799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524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8ACD480-6E6E-DD06-1F85-C03DFCE9D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88943"/>
              </p:ext>
            </p:extLst>
          </p:nvPr>
        </p:nvGraphicFramePr>
        <p:xfrm>
          <a:off x="7239966" y="2859115"/>
          <a:ext cx="788082" cy="274320"/>
        </p:xfrm>
        <a:graphic>
          <a:graphicData uri="http://schemas.openxmlformats.org/drawingml/2006/table">
            <a:tbl>
              <a:tblPr/>
              <a:tblGrid>
                <a:gridCol w="788082">
                  <a:extLst>
                    <a:ext uri="{9D8B030D-6E8A-4147-A177-3AD203B41FA5}">
                      <a16:colId xmlns:a16="http://schemas.microsoft.com/office/drawing/2014/main" val="3688796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2958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83FB9F4-84D2-326C-523C-0CA920A1262C}"/>
              </a:ext>
            </a:extLst>
          </p:cNvPr>
          <p:cNvSpPr txBox="1"/>
          <p:nvPr/>
        </p:nvSpPr>
        <p:spPr>
          <a:xfrm>
            <a:off x="7216314" y="2298641"/>
            <a:ext cx="3703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A5DBD-648D-F7DF-15BF-2EA62F1D843A}"/>
              </a:ext>
            </a:extLst>
          </p:cNvPr>
          <p:cNvSpPr txBox="1"/>
          <p:nvPr/>
        </p:nvSpPr>
        <p:spPr>
          <a:xfrm>
            <a:off x="7216314" y="1738168"/>
            <a:ext cx="3703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E861CB-F396-3798-802E-3B7222A5CAE8}"/>
              </a:ext>
            </a:extLst>
          </p:cNvPr>
          <p:cNvSpPr txBox="1"/>
          <p:nvPr/>
        </p:nvSpPr>
        <p:spPr>
          <a:xfrm>
            <a:off x="7216314" y="1174123"/>
            <a:ext cx="422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◕</a:t>
            </a:r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6BC52C2E-F4C0-313A-C66D-3F805D0B1B73}"/>
              </a:ext>
            </a:extLst>
          </p:cNvPr>
          <p:cNvSpPr/>
          <p:nvPr/>
        </p:nvSpPr>
        <p:spPr>
          <a:xfrm>
            <a:off x="7642301" y="804506"/>
            <a:ext cx="4270552" cy="2170960"/>
          </a:xfrm>
          <a:prstGeom prst="triangle">
            <a:avLst>
              <a:gd name="adj" fmla="val 100000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36EDEA7-380C-FA91-EF09-22A1AF989851}"/>
              </a:ext>
            </a:extLst>
          </p:cNvPr>
          <p:cNvSpPr/>
          <p:nvPr/>
        </p:nvSpPr>
        <p:spPr>
          <a:xfrm rot="10800000">
            <a:off x="7642301" y="829916"/>
            <a:ext cx="4270552" cy="2159143"/>
          </a:xfrm>
          <a:prstGeom prst="triangle">
            <a:avLst>
              <a:gd name="adj" fmla="val 100000"/>
            </a:avLst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95B758C-6FD4-536F-3266-A8B88F765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11525"/>
              </p:ext>
            </p:extLst>
          </p:nvPr>
        </p:nvGraphicFramePr>
        <p:xfrm>
          <a:off x="7216314" y="583170"/>
          <a:ext cx="422474" cy="396240"/>
        </p:xfrm>
        <a:graphic>
          <a:graphicData uri="http://schemas.openxmlformats.org/drawingml/2006/table">
            <a:tbl>
              <a:tblPr/>
              <a:tblGrid>
                <a:gridCol w="422474">
                  <a:extLst>
                    <a:ext uri="{9D8B030D-6E8A-4147-A177-3AD203B41FA5}">
                      <a16:colId xmlns:a16="http://schemas.microsoft.com/office/drawing/2014/main" val="210279906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2000" dirty="0"/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52400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004DA93-E5C5-04B9-D65B-30C2B2663807}"/>
              </a:ext>
            </a:extLst>
          </p:cNvPr>
          <p:cNvCxnSpPr/>
          <p:nvPr/>
        </p:nvCxnSpPr>
        <p:spPr>
          <a:xfrm>
            <a:off x="7634007" y="821801"/>
            <a:ext cx="42705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A7D335-FBCC-DEC4-0C23-1DFE0D69A540}"/>
              </a:ext>
            </a:extLst>
          </p:cNvPr>
          <p:cNvCxnSpPr/>
          <p:nvPr/>
        </p:nvCxnSpPr>
        <p:spPr>
          <a:xfrm>
            <a:off x="7634007" y="1358789"/>
            <a:ext cx="42705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965D61-5677-CF8E-D4E2-D631A6A1E37B}"/>
              </a:ext>
            </a:extLst>
          </p:cNvPr>
          <p:cNvCxnSpPr/>
          <p:nvPr/>
        </p:nvCxnSpPr>
        <p:spPr>
          <a:xfrm>
            <a:off x="7634007" y="1921048"/>
            <a:ext cx="42705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5CCBDE2-FCDE-22F0-35B9-28D78809E662}"/>
              </a:ext>
            </a:extLst>
          </p:cNvPr>
          <p:cNvCxnSpPr/>
          <p:nvPr/>
        </p:nvCxnSpPr>
        <p:spPr>
          <a:xfrm>
            <a:off x="7634007" y="2515896"/>
            <a:ext cx="42705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7920E91-F98A-1E71-D58B-FA395EA7DD0B}"/>
              </a:ext>
            </a:extLst>
          </p:cNvPr>
          <p:cNvCxnSpPr>
            <a:cxnSpLocks/>
          </p:cNvCxnSpPr>
          <p:nvPr/>
        </p:nvCxnSpPr>
        <p:spPr>
          <a:xfrm flipH="1" flipV="1">
            <a:off x="9761857" y="792931"/>
            <a:ext cx="0" cy="2177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70F5EA0-395E-D6A9-1096-194C5AB0CE4A}"/>
              </a:ext>
            </a:extLst>
          </p:cNvPr>
          <p:cNvCxnSpPr>
            <a:cxnSpLocks/>
          </p:cNvCxnSpPr>
          <p:nvPr/>
        </p:nvCxnSpPr>
        <p:spPr>
          <a:xfrm flipH="1" flipV="1">
            <a:off x="8602939" y="804506"/>
            <a:ext cx="0" cy="2177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DFA56CF-2468-DD2C-FF58-59A072187C05}"/>
              </a:ext>
            </a:extLst>
          </p:cNvPr>
          <p:cNvCxnSpPr>
            <a:cxnSpLocks/>
          </p:cNvCxnSpPr>
          <p:nvPr/>
        </p:nvCxnSpPr>
        <p:spPr>
          <a:xfrm flipH="1" flipV="1">
            <a:off x="7641183" y="804506"/>
            <a:ext cx="0" cy="2177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342A19A-FB2C-5992-5C11-DC9D453EA188}"/>
              </a:ext>
            </a:extLst>
          </p:cNvPr>
          <p:cNvCxnSpPr>
            <a:cxnSpLocks/>
          </p:cNvCxnSpPr>
          <p:nvPr/>
        </p:nvCxnSpPr>
        <p:spPr>
          <a:xfrm flipH="1" flipV="1">
            <a:off x="10902907" y="804506"/>
            <a:ext cx="0" cy="2177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FF46EE6-C315-39E0-AA58-73A6456ADBDA}"/>
              </a:ext>
            </a:extLst>
          </p:cNvPr>
          <p:cNvCxnSpPr>
            <a:cxnSpLocks/>
          </p:cNvCxnSpPr>
          <p:nvPr/>
        </p:nvCxnSpPr>
        <p:spPr>
          <a:xfrm flipH="1" flipV="1">
            <a:off x="11909017" y="804506"/>
            <a:ext cx="12461" cy="2177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>
            <a:extLst>
              <a:ext uri="{FF2B5EF4-FFF2-40B4-BE49-F238E27FC236}">
                <a16:creationId xmlns:a16="http://schemas.microsoft.com/office/drawing/2014/main" id="{2BF6CC48-608D-9497-BD97-ED02C3ADBE58}"/>
              </a:ext>
            </a:extLst>
          </p:cNvPr>
          <p:cNvSpPr/>
          <p:nvPr/>
        </p:nvSpPr>
        <p:spPr>
          <a:xfrm>
            <a:off x="7918056" y="2363525"/>
            <a:ext cx="210849" cy="182879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E346661D-68E3-427C-4758-556BEFEEBAB0}"/>
              </a:ext>
            </a:extLst>
          </p:cNvPr>
          <p:cNvSpPr/>
          <p:nvPr/>
        </p:nvSpPr>
        <p:spPr>
          <a:xfrm>
            <a:off x="8609364" y="2003446"/>
            <a:ext cx="210849" cy="182879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4EA28CA8-F4F4-6B79-DB49-7E49BA426E98}"/>
              </a:ext>
            </a:extLst>
          </p:cNvPr>
          <p:cNvSpPr/>
          <p:nvPr/>
        </p:nvSpPr>
        <p:spPr>
          <a:xfrm>
            <a:off x="9631332" y="1807935"/>
            <a:ext cx="210849" cy="182879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2C7624B3-322D-48AB-CC6A-2E7F2447E802}"/>
              </a:ext>
            </a:extLst>
          </p:cNvPr>
          <p:cNvSpPr/>
          <p:nvPr/>
        </p:nvSpPr>
        <p:spPr>
          <a:xfrm>
            <a:off x="10307427" y="1752329"/>
            <a:ext cx="210849" cy="182879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AB8CF2E1-32C8-6E86-3472-FF079A1912AA}"/>
              </a:ext>
            </a:extLst>
          </p:cNvPr>
          <p:cNvSpPr/>
          <p:nvPr/>
        </p:nvSpPr>
        <p:spPr>
          <a:xfrm>
            <a:off x="10943920" y="1267156"/>
            <a:ext cx="210849" cy="182879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75F782-B902-1D66-16B3-9D1A2A30E52C}"/>
              </a:ext>
            </a:extLst>
          </p:cNvPr>
          <p:cNvSpPr txBox="1"/>
          <p:nvPr/>
        </p:nvSpPr>
        <p:spPr>
          <a:xfrm>
            <a:off x="7257326" y="3133435"/>
            <a:ext cx="871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43BDC0-0D49-AC7A-44A3-5D7DC020F7F6}"/>
              </a:ext>
            </a:extLst>
          </p:cNvPr>
          <p:cNvSpPr txBox="1"/>
          <p:nvPr/>
        </p:nvSpPr>
        <p:spPr>
          <a:xfrm>
            <a:off x="11274162" y="3133435"/>
            <a:ext cx="871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May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DF7506-8FE2-355F-99D0-49BC385A2A29}"/>
              </a:ext>
            </a:extLst>
          </p:cNvPr>
          <p:cNvSpPr txBox="1"/>
          <p:nvPr/>
        </p:nvSpPr>
        <p:spPr>
          <a:xfrm>
            <a:off x="462988" y="81919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Name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10C1CE-2796-CD28-80E6-DB87E8B34587}"/>
              </a:ext>
            </a:extLst>
          </p:cNvPr>
          <p:cNvSpPr txBox="1"/>
          <p:nvPr/>
        </p:nvSpPr>
        <p:spPr>
          <a:xfrm>
            <a:off x="462988" y="1267156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Customer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7B1937-5DFA-5A7B-D1CD-A37C088970F8}"/>
              </a:ext>
            </a:extLst>
          </p:cNvPr>
          <p:cNvSpPr txBox="1"/>
          <p:nvPr/>
        </p:nvSpPr>
        <p:spPr>
          <a:xfrm>
            <a:off x="462988" y="696033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Product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8AF943-DE64-22DF-3055-7C2B6A290670}"/>
              </a:ext>
            </a:extLst>
          </p:cNvPr>
          <p:cNvSpPr txBox="1"/>
          <p:nvPr/>
        </p:nvSpPr>
        <p:spPr>
          <a:xfrm>
            <a:off x="462988" y="1961030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Description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899182-1B84-3A9C-C49F-B545257FD904}"/>
              </a:ext>
            </a:extLst>
          </p:cNvPr>
          <p:cNvSpPr txBox="1"/>
          <p:nvPr/>
        </p:nvSpPr>
        <p:spPr>
          <a:xfrm>
            <a:off x="462988" y="3487757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Value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ECE7D3-B7BA-8697-0783-683A191E3F72}"/>
              </a:ext>
            </a:extLst>
          </p:cNvPr>
          <p:cNvSpPr txBox="1"/>
          <p:nvPr/>
        </p:nvSpPr>
        <p:spPr>
          <a:xfrm>
            <a:off x="462988" y="5870323"/>
            <a:ext cx="1435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Engineering Hours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0B5604-809C-6D27-FE67-C0D961843284}"/>
              </a:ext>
            </a:extLst>
          </p:cNvPr>
          <p:cNvSpPr/>
          <p:nvPr/>
        </p:nvSpPr>
        <p:spPr>
          <a:xfrm>
            <a:off x="1903534" y="115747"/>
            <a:ext cx="4789526" cy="467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A79224E-C022-C5F9-B2F3-A360E8734EDF}"/>
              </a:ext>
            </a:extLst>
          </p:cNvPr>
          <p:cNvSpPr/>
          <p:nvPr/>
        </p:nvSpPr>
        <p:spPr>
          <a:xfrm>
            <a:off x="1903534" y="723481"/>
            <a:ext cx="4789526" cy="467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E41A6CB-50A4-8E63-CD48-A6EBDF4E7E7A}"/>
              </a:ext>
            </a:extLst>
          </p:cNvPr>
          <p:cNvSpPr/>
          <p:nvPr/>
        </p:nvSpPr>
        <p:spPr>
          <a:xfrm>
            <a:off x="1903534" y="1358595"/>
            <a:ext cx="4789526" cy="467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25866A-DACC-8479-388E-946DB3AF23BD}"/>
              </a:ext>
            </a:extLst>
          </p:cNvPr>
          <p:cNvSpPr/>
          <p:nvPr/>
        </p:nvSpPr>
        <p:spPr>
          <a:xfrm>
            <a:off x="1903534" y="1993709"/>
            <a:ext cx="4789526" cy="1290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40DCB63-BF50-E711-0384-18413E06F357}"/>
              </a:ext>
            </a:extLst>
          </p:cNvPr>
          <p:cNvSpPr/>
          <p:nvPr/>
        </p:nvSpPr>
        <p:spPr>
          <a:xfrm>
            <a:off x="1903534" y="3429000"/>
            <a:ext cx="4789526" cy="1096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A1C296-12D4-7CE4-74A6-5B67EB3FD77E}"/>
              </a:ext>
            </a:extLst>
          </p:cNvPr>
          <p:cNvSpPr txBox="1"/>
          <p:nvPr/>
        </p:nvSpPr>
        <p:spPr>
          <a:xfrm>
            <a:off x="462988" y="4593262"/>
            <a:ext cx="1435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Major Design &amp; Test Steps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6CCA16A-3225-2851-707D-A627DC7EA726}"/>
              </a:ext>
            </a:extLst>
          </p:cNvPr>
          <p:cNvSpPr/>
          <p:nvPr/>
        </p:nvSpPr>
        <p:spPr>
          <a:xfrm>
            <a:off x="1903534" y="4623681"/>
            <a:ext cx="4789526" cy="1096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318C41C-0010-6D17-AD00-92F54117FFB2}"/>
              </a:ext>
            </a:extLst>
          </p:cNvPr>
          <p:cNvSpPr/>
          <p:nvPr/>
        </p:nvSpPr>
        <p:spPr>
          <a:xfrm>
            <a:off x="1903534" y="5818362"/>
            <a:ext cx="4789526" cy="923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79DA2B-534C-ABEA-0BA2-A541EA2F3616}"/>
              </a:ext>
            </a:extLst>
          </p:cNvPr>
          <p:cNvSpPr txBox="1"/>
          <p:nvPr/>
        </p:nvSpPr>
        <p:spPr>
          <a:xfrm>
            <a:off x="6831299" y="3965987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Technical Planning Lead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D671A3-789C-6ECF-B92A-1C982D52A68B}"/>
              </a:ext>
            </a:extLst>
          </p:cNvPr>
          <p:cNvSpPr txBox="1"/>
          <p:nvPr/>
        </p:nvSpPr>
        <p:spPr>
          <a:xfrm>
            <a:off x="6693061" y="4375328"/>
            <a:ext cx="2867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Commercial Planning Lead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C2FCA8-027C-89D6-C011-17F35683FD56}"/>
              </a:ext>
            </a:extLst>
          </p:cNvPr>
          <p:cNvSpPr txBox="1"/>
          <p:nvPr/>
        </p:nvSpPr>
        <p:spPr>
          <a:xfrm>
            <a:off x="6831299" y="4832236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Technical Work Lead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D4D0F8-BED8-CC6A-9151-4ACE294F6628}"/>
              </a:ext>
            </a:extLst>
          </p:cNvPr>
          <p:cNvSpPr txBox="1"/>
          <p:nvPr/>
        </p:nvSpPr>
        <p:spPr>
          <a:xfrm>
            <a:off x="6831299" y="5314545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Date moved to “Next Up”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3CEE72-85A0-B2A9-3A6E-5D650B6423D2}"/>
              </a:ext>
            </a:extLst>
          </p:cNvPr>
          <p:cNvSpPr txBox="1"/>
          <p:nvPr/>
        </p:nvSpPr>
        <p:spPr>
          <a:xfrm>
            <a:off x="6831299" y="5824156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Date moved to “Done”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4F48D7A-9DDA-D1DC-16B7-8AA21F6DFACE}"/>
              </a:ext>
            </a:extLst>
          </p:cNvPr>
          <p:cNvSpPr/>
          <p:nvPr/>
        </p:nvSpPr>
        <p:spPr>
          <a:xfrm>
            <a:off x="9631332" y="3865946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08D8ECE-140B-6802-71DB-A3E12E6A4BBF}"/>
              </a:ext>
            </a:extLst>
          </p:cNvPr>
          <p:cNvSpPr/>
          <p:nvPr/>
        </p:nvSpPr>
        <p:spPr>
          <a:xfrm>
            <a:off x="9631332" y="4395792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83261B1-70BE-426E-B540-34E9C042E0A9}"/>
              </a:ext>
            </a:extLst>
          </p:cNvPr>
          <p:cNvSpPr/>
          <p:nvPr/>
        </p:nvSpPr>
        <p:spPr>
          <a:xfrm>
            <a:off x="9631332" y="4880933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638F945-6CE3-1DEF-883C-2ACF9BF68F76}"/>
              </a:ext>
            </a:extLst>
          </p:cNvPr>
          <p:cNvSpPr/>
          <p:nvPr/>
        </p:nvSpPr>
        <p:spPr>
          <a:xfrm>
            <a:off x="9631332" y="5367302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19985B5-2931-2265-F34A-F3A10FEB439B}"/>
              </a:ext>
            </a:extLst>
          </p:cNvPr>
          <p:cNvSpPr/>
          <p:nvPr/>
        </p:nvSpPr>
        <p:spPr>
          <a:xfrm>
            <a:off x="9631332" y="5842788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3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D8449-46C5-822E-2CD6-19AC96EC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FF27BB-4E65-3A9A-D0CE-CD9DB38D49C0}"/>
              </a:ext>
            </a:extLst>
          </p:cNvPr>
          <p:cNvSpPr/>
          <p:nvPr/>
        </p:nvSpPr>
        <p:spPr>
          <a:xfrm>
            <a:off x="6886937" y="115747"/>
            <a:ext cx="5185457" cy="3669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Schmidt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0DF53-BD1E-DA0E-3B9D-8199BDA909E1}"/>
              </a:ext>
            </a:extLst>
          </p:cNvPr>
          <p:cNvSpPr/>
          <p:nvPr/>
        </p:nvSpPr>
        <p:spPr>
          <a:xfrm>
            <a:off x="7257326" y="509286"/>
            <a:ext cx="4768769" cy="291971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4EA9E9-B12C-5EBC-013A-5E377865D672}"/>
              </a:ext>
            </a:extLst>
          </p:cNvPr>
          <p:cNvSpPr/>
          <p:nvPr/>
        </p:nvSpPr>
        <p:spPr>
          <a:xfrm rot="16200000">
            <a:off x="5903089" y="1782500"/>
            <a:ext cx="2338086" cy="335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Progress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C1616-E745-D1F5-16A8-5AF47497DB15}"/>
              </a:ext>
            </a:extLst>
          </p:cNvPr>
          <p:cNvSpPr/>
          <p:nvPr/>
        </p:nvSpPr>
        <p:spPr>
          <a:xfrm>
            <a:off x="8472667" y="3429000"/>
            <a:ext cx="2338086" cy="3356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Schedule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5707A0-6B77-278C-1022-9ACC54AD9A7E}"/>
              </a:ext>
            </a:extLst>
          </p:cNvPr>
          <p:cNvGraphicFramePr>
            <a:graphicFrameLocks noGrp="1"/>
          </p:cNvGraphicFramePr>
          <p:nvPr/>
        </p:nvGraphicFramePr>
        <p:xfrm>
          <a:off x="7510966" y="2938466"/>
          <a:ext cx="370390" cy="274320"/>
        </p:xfrm>
        <a:graphic>
          <a:graphicData uri="http://schemas.openxmlformats.org/drawingml/2006/table">
            <a:tbl>
              <a:tblPr/>
              <a:tblGrid>
                <a:gridCol w="370390">
                  <a:extLst>
                    <a:ext uri="{9D8B030D-6E8A-4147-A177-3AD203B41FA5}">
                      <a16:colId xmlns:a16="http://schemas.microsoft.com/office/drawing/2014/main" val="3688796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295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4370FCE-AFCA-B30E-17CC-0FA7004CDD30}"/>
              </a:ext>
            </a:extLst>
          </p:cNvPr>
          <p:cNvSpPr txBox="1"/>
          <p:nvPr/>
        </p:nvSpPr>
        <p:spPr>
          <a:xfrm>
            <a:off x="8409701" y="2903024"/>
            <a:ext cx="3703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00F1F-9CA9-1AD7-ADBD-918F3C744CA7}"/>
              </a:ext>
            </a:extLst>
          </p:cNvPr>
          <p:cNvSpPr txBox="1"/>
          <p:nvPr/>
        </p:nvSpPr>
        <p:spPr>
          <a:xfrm>
            <a:off x="9563080" y="2901238"/>
            <a:ext cx="4224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9091BA-E0B7-F8AE-64BB-F95C68C4D9BC}"/>
              </a:ext>
            </a:extLst>
          </p:cNvPr>
          <p:cNvSpPr txBox="1"/>
          <p:nvPr/>
        </p:nvSpPr>
        <p:spPr>
          <a:xfrm>
            <a:off x="10733822" y="2901238"/>
            <a:ext cx="422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◕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91E420B-281B-721B-1444-6F84C893413F}"/>
              </a:ext>
            </a:extLst>
          </p:cNvPr>
          <p:cNvGraphicFramePr>
            <a:graphicFrameLocks noGrp="1"/>
          </p:cNvGraphicFramePr>
          <p:nvPr/>
        </p:nvGraphicFramePr>
        <p:xfrm>
          <a:off x="11719365" y="2887784"/>
          <a:ext cx="370389" cy="396240"/>
        </p:xfrm>
        <a:graphic>
          <a:graphicData uri="http://schemas.openxmlformats.org/drawingml/2006/table">
            <a:tbl>
              <a:tblPr/>
              <a:tblGrid>
                <a:gridCol w="370389">
                  <a:extLst>
                    <a:ext uri="{9D8B030D-6E8A-4147-A177-3AD203B41FA5}">
                      <a16:colId xmlns:a16="http://schemas.microsoft.com/office/drawing/2014/main" val="2102799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dirty="0"/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524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141B097-3F71-331B-1A82-6445CA946860}"/>
              </a:ext>
            </a:extLst>
          </p:cNvPr>
          <p:cNvGraphicFramePr>
            <a:graphicFrameLocks noGrp="1"/>
          </p:cNvGraphicFramePr>
          <p:nvPr/>
        </p:nvGraphicFramePr>
        <p:xfrm>
          <a:off x="7239966" y="2859115"/>
          <a:ext cx="788082" cy="274320"/>
        </p:xfrm>
        <a:graphic>
          <a:graphicData uri="http://schemas.openxmlformats.org/drawingml/2006/table">
            <a:tbl>
              <a:tblPr/>
              <a:tblGrid>
                <a:gridCol w="788082">
                  <a:extLst>
                    <a:ext uri="{9D8B030D-6E8A-4147-A177-3AD203B41FA5}">
                      <a16:colId xmlns:a16="http://schemas.microsoft.com/office/drawing/2014/main" val="3688796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2958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3756DCF-5AC8-4AEE-1A34-F4F1A2D7A55D}"/>
              </a:ext>
            </a:extLst>
          </p:cNvPr>
          <p:cNvSpPr txBox="1"/>
          <p:nvPr/>
        </p:nvSpPr>
        <p:spPr>
          <a:xfrm>
            <a:off x="7216314" y="2298641"/>
            <a:ext cx="3703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FFEC84-4581-EB0C-5838-71B6DC26810F}"/>
              </a:ext>
            </a:extLst>
          </p:cNvPr>
          <p:cNvSpPr txBox="1"/>
          <p:nvPr/>
        </p:nvSpPr>
        <p:spPr>
          <a:xfrm>
            <a:off x="7216314" y="1738168"/>
            <a:ext cx="3703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D21585-25C1-18AD-B507-47291B847579}"/>
              </a:ext>
            </a:extLst>
          </p:cNvPr>
          <p:cNvSpPr txBox="1"/>
          <p:nvPr/>
        </p:nvSpPr>
        <p:spPr>
          <a:xfrm>
            <a:off x="7216314" y="1174123"/>
            <a:ext cx="422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◕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F3514B3-9D8D-D93B-3A18-0C1F44F97587}"/>
              </a:ext>
            </a:extLst>
          </p:cNvPr>
          <p:cNvGraphicFramePr>
            <a:graphicFrameLocks noGrp="1"/>
          </p:cNvGraphicFramePr>
          <p:nvPr/>
        </p:nvGraphicFramePr>
        <p:xfrm>
          <a:off x="7216314" y="583170"/>
          <a:ext cx="422474" cy="396240"/>
        </p:xfrm>
        <a:graphic>
          <a:graphicData uri="http://schemas.openxmlformats.org/drawingml/2006/table">
            <a:tbl>
              <a:tblPr/>
              <a:tblGrid>
                <a:gridCol w="422474">
                  <a:extLst>
                    <a:ext uri="{9D8B030D-6E8A-4147-A177-3AD203B41FA5}">
                      <a16:colId xmlns:a16="http://schemas.microsoft.com/office/drawing/2014/main" val="210279906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2000" dirty="0"/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352400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D72BDE7D-1F40-FEC5-7086-6EE0980B7EFD}"/>
              </a:ext>
            </a:extLst>
          </p:cNvPr>
          <p:cNvSpPr txBox="1"/>
          <p:nvPr/>
        </p:nvSpPr>
        <p:spPr>
          <a:xfrm>
            <a:off x="7257326" y="3133435"/>
            <a:ext cx="871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4DEC3A-F866-F022-95A0-281B4E8EE489}"/>
              </a:ext>
            </a:extLst>
          </p:cNvPr>
          <p:cNvSpPr txBox="1"/>
          <p:nvPr/>
        </p:nvSpPr>
        <p:spPr>
          <a:xfrm>
            <a:off x="11274162" y="3133435"/>
            <a:ext cx="871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May 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71F459-F4F9-CD7C-E121-EF9CD510734F}"/>
              </a:ext>
            </a:extLst>
          </p:cNvPr>
          <p:cNvSpPr txBox="1"/>
          <p:nvPr/>
        </p:nvSpPr>
        <p:spPr>
          <a:xfrm>
            <a:off x="462988" y="81919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Name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845C45-18F2-45DE-9776-20FF9E17CAA7}"/>
              </a:ext>
            </a:extLst>
          </p:cNvPr>
          <p:cNvSpPr txBox="1"/>
          <p:nvPr/>
        </p:nvSpPr>
        <p:spPr>
          <a:xfrm>
            <a:off x="462988" y="1267156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Customer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87AAC5-4EDE-8BC7-4191-D59F56545A23}"/>
              </a:ext>
            </a:extLst>
          </p:cNvPr>
          <p:cNvSpPr txBox="1"/>
          <p:nvPr/>
        </p:nvSpPr>
        <p:spPr>
          <a:xfrm>
            <a:off x="462988" y="696033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Product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372BBE-24A9-7799-7CCB-4B88B9AFEF6F}"/>
              </a:ext>
            </a:extLst>
          </p:cNvPr>
          <p:cNvSpPr txBox="1"/>
          <p:nvPr/>
        </p:nvSpPr>
        <p:spPr>
          <a:xfrm>
            <a:off x="462988" y="1961030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Description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BE408D-5A61-6752-445A-6F4827D567F8}"/>
              </a:ext>
            </a:extLst>
          </p:cNvPr>
          <p:cNvSpPr txBox="1"/>
          <p:nvPr/>
        </p:nvSpPr>
        <p:spPr>
          <a:xfrm>
            <a:off x="462988" y="3487757"/>
            <a:ext cx="1435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Value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181D60-9461-260E-73AD-BD00E52364BF}"/>
              </a:ext>
            </a:extLst>
          </p:cNvPr>
          <p:cNvSpPr txBox="1"/>
          <p:nvPr/>
        </p:nvSpPr>
        <p:spPr>
          <a:xfrm>
            <a:off x="462988" y="5870323"/>
            <a:ext cx="1435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Engineering Hours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5AFE57-9A58-B9B8-B82D-4860D20CBDF0}"/>
              </a:ext>
            </a:extLst>
          </p:cNvPr>
          <p:cNvSpPr/>
          <p:nvPr/>
        </p:nvSpPr>
        <p:spPr>
          <a:xfrm>
            <a:off x="1903534" y="115747"/>
            <a:ext cx="4789526" cy="467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DEE4647-BE6B-539D-4372-1FD6EFEDFE99}"/>
              </a:ext>
            </a:extLst>
          </p:cNvPr>
          <p:cNvSpPr/>
          <p:nvPr/>
        </p:nvSpPr>
        <p:spPr>
          <a:xfrm>
            <a:off x="1903534" y="723481"/>
            <a:ext cx="4789526" cy="467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6261AC-F1F9-7A08-EF61-BF169F1F33DB}"/>
              </a:ext>
            </a:extLst>
          </p:cNvPr>
          <p:cNvSpPr/>
          <p:nvPr/>
        </p:nvSpPr>
        <p:spPr>
          <a:xfrm>
            <a:off x="1903534" y="1358595"/>
            <a:ext cx="4789526" cy="467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F23685-8E67-C801-612C-C938463AE308}"/>
              </a:ext>
            </a:extLst>
          </p:cNvPr>
          <p:cNvSpPr/>
          <p:nvPr/>
        </p:nvSpPr>
        <p:spPr>
          <a:xfrm>
            <a:off x="1903534" y="1993709"/>
            <a:ext cx="4789526" cy="1290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7E42031-3EE3-3269-D3B0-05B7ECE06F86}"/>
              </a:ext>
            </a:extLst>
          </p:cNvPr>
          <p:cNvSpPr/>
          <p:nvPr/>
        </p:nvSpPr>
        <p:spPr>
          <a:xfrm>
            <a:off x="1903534" y="3429000"/>
            <a:ext cx="4789526" cy="1096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35CA17-53E1-EA38-4BC6-ADF3B8D514F4}"/>
              </a:ext>
            </a:extLst>
          </p:cNvPr>
          <p:cNvSpPr txBox="1"/>
          <p:nvPr/>
        </p:nvSpPr>
        <p:spPr>
          <a:xfrm>
            <a:off x="462988" y="4593262"/>
            <a:ext cx="14352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Major Design &amp; Test Steps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BC0FDC4-D949-DFFD-6998-6FB7114A5A05}"/>
              </a:ext>
            </a:extLst>
          </p:cNvPr>
          <p:cNvSpPr/>
          <p:nvPr/>
        </p:nvSpPr>
        <p:spPr>
          <a:xfrm>
            <a:off x="1903534" y="4623681"/>
            <a:ext cx="4789526" cy="10967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E00A2DC-874C-F0B5-924A-D4F3717E5D75}"/>
              </a:ext>
            </a:extLst>
          </p:cNvPr>
          <p:cNvSpPr/>
          <p:nvPr/>
        </p:nvSpPr>
        <p:spPr>
          <a:xfrm>
            <a:off x="1903534" y="5818362"/>
            <a:ext cx="4789526" cy="923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DFFE0C-F0B0-47FF-30D9-B067EEE654CD}"/>
              </a:ext>
            </a:extLst>
          </p:cNvPr>
          <p:cNvSpPr txBox="1"/>
          <p:nvPr/>
        </p:nvSpPr>
        <p:spPr>
          <a:xfrm>
            <a:off x="6831299" y="3965987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Technical Planning Lead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B934F2-0E90-44E3-9261-68F078F79AEE}"/>
              </a:ext>
            </a:extLst>
          </p:cNvPr>
          <p:cNvSpPr txBox="1"/>
          <p:nvPr/>
        </p:nvSpPr>
        <p:spPr>
          <a:xfrm>
            <a:off x="6693061" y="4375328"/>
            <a:ext cx="2867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Commercial Planning Lead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6DEF17-9B36-3D7F-7EFC-3D8DE6D033BE}"/>
              </a:ext>
            </a:extLst>
          </p:cNvPr>
          <p:cNvSpPr txBox="1"/>
          <p:nvPr/>
        </p:nvSpPr>
        <p:spPr>
          <a:xfrm>
            <a:off x="6831299" y="4832236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Technical Work Lead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5BE531-1FB2-871B-A77D-800725A5FE3A}"/>
              </a:ext>
            </a:extLst>
          </p:cNvPr>
          <p:cNvSpPr txBox="1"/>
          <p:nvPr/>
        </p:nvSpPr>
        <p:spPr>
          <a:xfrm>
            <a:off x="6831299" y="5314545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Date moved to “Next Up”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201B0D-8C61-27DB-C876-B5D49D365348}"/>
              </a:ext>
            </a:extLst>
          </p:cNvPr>
          <p:cNvSpPr txBox="1"/>
          <p:nvPr/>
        </p:nvSpPr>
        <p:spPr>
          <a:xfrm>
            <a:off x="6831299" y="5824156"/>
            <a:ext cx="2729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Date moved to “Done”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567CAC4-A974-1923-3E30-F262651B6D22}"/>
              </a:ext>
            </a:extLst>
          </p:cNvPr>
          <p:cNvSpPr/>
          <p:nvPr/>
        </p:nvSpPr>
        <p:spPr>
          <a:xfrm>
            <a:off x="9631332" y="3865946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1824670-D1AB-9ED1-EDFF-2413D6EFD24B}"/>
              </a:ext>
            </a:extLst>
          </p:cNvPr>
          <p:cNvSpPr/>
          <p:nvPr/>
        </p:nvSpPr>
        <p:spPr>
          <a:xfrm>
            <a:off x="9631332" y="4395792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67940A3-2F4E-F281-0571-057F05CE8F5A}"/>
              </a:ext>
            </a:extLst>
          </p:cNvPr>
          <p:cNvSpPr/>
          <p:nvPr/>
        </p:nvSpPr>
        <p:spPr>
          <a:xfrm>
            <a:off x="9631332" y="4880933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F62AC4C-6B45-B045-C3AB-C52D178D1F1A}"/>
              </a:ext>
            </a:extLst>
          </p:cNvPr>
          <p:cNvSpPr/>
          <p:nvPr/>
        </p:nvSpPr>
        <p:spPr>
          <a:xfrm>
            <a:off x="9631332" y="5367302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5A55A5-76AF-E8A1-654C-8DDBA9D15B2C}"/>
              </a:ext>
            </a:extLst>
          </p:cNvPr>
          <p:cNvSpPr/>
          <p:nvPr/>
        </p:nvSpPr>
        <p:spPr>
          <a:xfrm>
            <a:off x="9631332" y="5842788"/>
            <a:ext cx="2441062" cy="355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53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134</Words>
  <Application>Microsoft Office PowerPoint</Application>
  <PresentationFormat>Widescreen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Ellis</dc:creator>
  <cp:lastModifiedBy>George Ellis</cp:lastModifiedBy>
  <cp:revision>1</cp:revision>
  <dcterms:created xsi:type="dcterms:W3CDTF">2025-05-20T14:02:19Z</dcterms:created>
  <dcterms:modified xsi:type="dcterms:W3CDTF">2025-05-20T15:02:44Z</dcterms:modified>
</cp:coreProperties>
</file>