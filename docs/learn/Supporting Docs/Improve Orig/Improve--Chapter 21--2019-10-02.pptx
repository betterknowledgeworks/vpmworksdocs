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ink/ink1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1817" r:id="rId2"/>
    <p:sldId id="289" r:id="rId3"/>
    <p:sldId id="2165" r:id="rId4"/>
    <p:sldId id="2019" r:id="rId5"/>
    <p:sldId id="1311" r:id="rId6"/>
    <p:sldId id="1692" r:id="rId7"/>
    <p:sldId id="2150" r:id="rId8"/>
    <p:sldId id="1532" r:id="rId9"/>
    <p:sldId id="1945" r:id="rId10"/>
    <p:sldId id="2204" r:id="rId11"/>
    <p:sldId id="1019" r:id="rId12"/>
    <p:sldId id="1020" r:id="rId13"/>
    <p:sldId id="1021" r:id="rId14"/>
    <p:sldId id="1534" r:id="rId15"/>
    <p:sldId id="1936" r:id="rId16"/>
    <p:sldId id="2236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21. WF--Just in Time Rationalization" id="{A9C8503B-6C60-4616-9FAF-CC8083D21BA0}">
          <p14:sldIdLst>
            <p14:sldId id="1817"/>
            <p14:sldId id="289"/>
            <p14:sldId id="2165"/>
            <p14:sldId id="2019"/>
            <p14:sldId id="1311"/>
            <p14:sldId id="1692"/>
            <p14:sldId id="2150"/>
            <p14:sldId id="1532"/>
            <p14:sldId id="1945"/>
            <p14:sldId id="2204"/>
            <p14:sldId id="1019"/>
            <p14:sldId id="1020"/>
            <p14:sldId id="1021"/>
            <p14:sldId id="1534"/>
            <p14:sldId id="1936"/>
            <p14:sldId id="223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27F6E82-E173-48C9-874B-930189D59145}" v="4" dt="2025-01-23T20:09:18.6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6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102" y="6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orge Ellis" userId="493f86a21e85b438" providerId="LiveId" clId="{927F6E82-E173-48C9-874B-930189D59145}"/>
    <pc:docChg chg="undo custSel modSld">
      <pc:chgData name="George Ellis" userId="493f86a21e85b438" providerId="LiveId" clId="{927F6E82-E173-48C9-874B-930189D59145}" dt="2025-01-23T20:09:19.328" v="14" actId="21"/>
      <pc:docMkLst>
        <pc:docMk/>
      </pc:docMkLst>
      <pc:sldChg chg="addSp delSp modSp mod">
        <pc:chgData name="George Ellis" userId="493f86a21e85b438" providerId="LiveId" clId="{927F6E82-E173-48C9-874B-930189D59145}" dt="2025-01-23T20:09:19.328" v="14" actId="21"/>
        <pc:sldMkLst>
          <pc:docMk/>
          <pc:sldMk cId="3877811770" sldId="2150"/>
        </pc:sldMkLst>
        <pc:spChg chg="mod">
          <ac:chgData name="George Ellis" userId="493f86a21e85b438" providerId="LiveId" clId="{927F6E82-E173-48C9-874B-930189D59145}" dt="2025-01-23T20:09:15.876" v="9" actId="1076"/>
          <ac:spMkLst>
            <pc:docMk/>
            <pc:sldMk cId="3877811770" sldId="2150"/>
            <ac:spMk id="15" creationId="{7099D601-2B95-49F8-B44C-2042E994E1EC}"/>
          </ac:spMkLst>
        </pc:spChg>
        <pc:spChg chg="mod">
          <ac:chgData name="George Ellis" userId="493f86a21e85b438" providerId="LiveId" clId="{927F6E82-E173-48C9-874B-930189D59145}" dt="2025-01-23T20:09:16.625" v="11" actId="21"/>
          <ac:spMkLst>
            <pc:docMk/>
            <pc:sldMk cId="3877811770" sldId="2150"/>
            <ac:spMk id="26" creationId="{BC046902-B127-4092-84AB-8EEBA1C5B5A1}"/>
          </ac:spMkLst>
        </pc:spChg>
        <pc:spChg chg="add del mod">
          <ac:chgData name="George Ellis" userId="493f86a21e85b438" providerId="LiveId" clId="{927F6E82-E173-48C9-874B-930189D59145}" dt="2025-01-23T20:09:16.625" v="11" actId="21"/>
          <ac:spMkLst>
            <pc:docMk/>
            <pc:sldMk cId="3877811770" sldId="2150"/>
            <ac:spMk id="27" creationId="{1B9E149A-C057-421D-BB73-FCADC454E97B}"/>
          </ac:spMkLst>
        </pc:spChg>
        <pc:spChg chg="mod">
          <ac:chgData name="George Ellis" userId="493f86a21e85b438" providerId="LiveId" clId="{927F6E82-E173-48C9-874B-930189D59145}" dt="2025-01-23T20:09:19.328" v="14" actId="21"/>
          <ac:spMkLst>
            <pc:docMk/>
            <pc:sldMk cId="3877811770" sldId="2150"/>
            <ac:spMk id="39" creationId="{F9ACE37F-B352-4181-A08D-D14028212899}"/>
          </ac:spMkLst>
        </pc:spChg>
        <pc:spChg chg="add del mod">
          <ac:chgData name="George Ellis" userId="493f86a21e85b438" providerId="LiveId" clId="{927F6E82-E173-48C9-874B-930189D59145}" dt="2025-01-23T20:09:19.328" v="14" actId="21"/>
          <ac:spMkLst>
            <pc:docMk/>
            <pc:sldMk cId="3877811770" sldId="2150"/>
            <ac:spMk id="40" creationId="{8E02207A-748D-4732-95E4-9AA94A514979}"/>
          </ac:spMkLst>
        </pc:spChg>
        <pc:spChg chg="add mod">
          <ac:chgData name="George Ellis" userId="493f86a21e85b438" providerId="LiveId" clId="{927F6E82-E173-48C9-874B-930189D59145}" dt="2025-01-23T20:09:17.684" v="13" actId="1076"/>
          <ac:spMkLst>
            <pc:docMk/>
            <pc:sldMk cId="3877811770" sldId="2150"/>
            <ac:spMk id="76" creationId="{8E02207A-748D-4732-95E4-9AA94A514979}"/>
          </ac:spMkLst>
        </pc:spChg>
        <pc:spChg chg="add mod">
          <ac:chgData name="George Ellis" userId="493f86a21e85b438" providerId="LiveId" clId="{927F6E82-E173-48C9-874B-930189D59145}" dt="2025-01-23T20:09:16.079" v="10" actId="1076"/>
          <ac:spMkLst>
            <pc:docMk/>
            <pc:sldMk cId="3877811770" sldId="2150"/>
            <ac:spMk id="77" creationId="{1B9E149A-C057-421D-BB73-FCADC454E97B}"/>
          </ac:spMkLst>
        </pc:spChg>
        <pc:grpChg chg="add del">
          <ac:chgData name="George Ellis" userId="493f86a21e85b438" providerId="LiveId" clId="{927F6E82-E173-48C9-874B-930189D59145}" dt="2025-01-23T20:09:16.625" v="11" actId="21"/>
          <ac:grpSpMkLst>
            <pc:docMk/>
            <pc:sldMk cId="3877811770" sldId="2150"/>
            <ac:grpSpMk id="25" creationId="{2EBEABD1-EE6B-4F87-A1E9-AF4FC233E835}"/>
          </ac:grpSpMkLst>
        </pc:grpChg>
        <pc:grpChg chg="add del">
          <ac:chgData name="George Ellis" userId="493f86a21e85b438" providerId="LiveId" clId="{927F6E82-E173-48C9-874B-930189D59145}" dt="2025-01-23T20:09:19.328" v="14" actId="21"/>
          <ac:grpSpMkLst>
            <pc:docMk/>
            <pc:sldMk cId="3877811770" sldId="2150"/>
            <ac:grpSpMk id="38" creationId="{D6085568-D4B6-46F1-BA70-F590A162C2A9}"/>
          </ac:grpSpMkLst>
        </pc:gr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6-05T11:52:05.4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3820 3922 7040,'31'-37'2624,"-26"34"-2048,-5 3 480,0 0 128,0 8-608,-5 4-224,0 4-1024,-8-1-416,0-3-2432,4 1-992</inkml:trace>
  <inkml:trace contextRef="#ctx0" brushRef="#br0" timeOffset="1">2615 3566 10880,'-5'-5'4032,"10"2"-3136,-10 3 31,5 0-159,0 0-512,0 0-128,0 0-1024,5 0-351,-1 3-3425,1 2-1472</inkml:trace>
  <inkml:trace contextRef="#ctx0" brushRef="#br0" timeOffset="19302">16467 4482 8064,'13'28'3072,"-13"-28"-2400,8 15-32,-8-10-416,5-2-224,0 1-3584,-1 1 1920</inkml:trace>
  <inkml:trace contextRef="#ctx0" brushRef="#br0" timeOffset="27204.72">1833 5384 11520,'8'5'4288,"-3"1"-3329,0-1-479,-5-5-480,0 0-3039,0 0-1217,-5-11 384,0 6 256</inkml:trace>
  <inkml:trace contextRef="#ctx0" brushRef="#br0" timeOffset="-81811.33">9610 6416 8448,'0'11'3232,"5"1"-2496,3 13-288,-3-10-256,0 10-3776,-2-5-1600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4EF95-6151-4255-9939-009F64BE21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545F86-E1D7-43BC-802A-E613578E80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F9B4F1-1C9C-4052-ABE0-6463DA879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0379F-5E45-4EDD-ADA7-F7ADF448221E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903E45-6611-4AE6-B4BC-847EFAA56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D20AD7-8E7C-4F11-A1D9-601767C4A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76DCD-B43E-4A47-A30C-75D5C5C9AB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5845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3A4BB-0A92-4E29-B613-1EB828392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CC9337-41C7-4A33-9656-A413BA8C30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A787CE-3042-4815-9B38-774FCAE7E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0379F-5E45-4EDD-ADA7-F7ADF448221E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CC8E34-EC4A-4A36-B168-BAE7608E4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B4FE2C-0A2D-4310-A080-6D7F512E3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76DCD-B43E-4A47-A30C-75D5C5C9AB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3524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A206A-3863-4A28-8BEA-EA4F56833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98285-A133-4E37-B818-602618C3AD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21C638-73B1-4442-AFF5-863A97BF8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0379F-5E45-4EDD-ADA7-F7ADF448221E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09E68E-C832-4F96-8F88-D1715130C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FBD81F-C5D6-4908-8DAA-B9F90F4FB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76DCD-B43E-4A47-A30C-75D5C5C9AB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82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132EF-D477-4268-AF34-20005C0A4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2B3CA1-A022-437E-8773-437947F843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8F91E8-1CDA-4F3D-B7A4-0F442BB557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68A9E7-BF15-41D9-BF55-658B202D7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0379F-5E45-4EDD-ADA7-F7ADF448221E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769B5B-714B-4DC0-A858-FA8148C72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54C29E-2D4E-49CF-931A-79A4DF127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76DCD-B43E-4A47-A30C-75D5C5C9AB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02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08A5E-5144-4170-AFE1-A622534DD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16971D-1883-43E8-9B47-3097EDB8D3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7F407F-B103-4161-A63D-E10A2A2019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1D1C53-1C13-406A-B3D4-A4EBDD62E5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58A98F-4CA7-4AA6-9D92-2DA21B4208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95BA85-3EFC-40DD-898D-112EC3E5C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0379F-5E45-4EDD-ADA7-F7ADF448221E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2C6868-502A-466C-BA3A-C34F836F9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1CECAE-60D1-4C78-8D20-3CA814FD3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76DCD-B43E-4A47-A30C-75D5C5C9AB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897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E4479-479E-4809-A906-4B35D4A58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285410-1960-4A17-B666-73FC58917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0379F-5E45-4EDD-ADA7-F7ADF448221E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9B9AC7-280F-423A-8D4B-C7B4ABB9D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1FBBB0-49F4-4325-B429-8609E89A8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76DCD-B43E-4A47-A30C-75D5C5C9AB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608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FA6E56-3564-4539-A761-6C75B07A3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0379F-5E45-4EDD-ADA7-F7ADF448221E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BC844E-8837-4FF9-849C-039BD07B6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6C6192-6598-4D87-8CBE-2B7A3676F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76DCD-B43E-4A47-A30C-75D5C5C9AB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79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9C80F-0358-4EB8-A5E5-1718ADD07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6E30DF-EB74-4BCC-942D-DA17DFF2AA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29086E-654A-4519-B816-0B4BC77977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B81CCE-D251-4A41-AC75-D5C30577A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0379F-5E45-4EDD-ADA7-F7ADF448221E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DE2979-11D6-416C-A0C7-2FEFFF839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33BCD-9BC6-4A72-A468-B3252E5A8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76DCD-B43E-4A47-A30C-75D5C5C9AB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356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C3A37-C8FD-4327-8B56-FAD2F150B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230DC8-A29E-43AC-9B03-23D8C1A424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E77B19-FAF5-47BD-A36E-7C048B19B5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BC2C3F-68AF-4692-BF38-B678374A3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0379F-5E45-4EDD-ADA7-F7ADF448221E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4D70DC-C085-401B-B591-6640CA088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47F1CF-0921-4437-8920-17FE0B0E5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76DCD-B43E-4A47-A30C-75D5C5C9AB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1941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64723-0164-4C04-9A3C-B983CCCD7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0D8C95-4154-417A-9F7D-3E39364C73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859B31-B2AE-46CF-840E-D6A14B64D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0379F-5E45-4EDD-ADA7-F7ADF448221E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57A7D9-0B00-4408-826D-46F977B0A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8FE438-9340-4F78-A9D1-EAF1BD513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76DCD-B43E-4A47-A30C-75D5C5C9AB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845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E182CD-A00D-49BF-86BC-9B12AA25E3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2610C5-A5BF-4272-A8EF-2A4F8DF467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AE1431-FD54-4B18-B6CA-DA2D53099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0379F-5E45-4EDD-ADA7-F7ADF448221E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17961A-884C-4B92-849F-C1D94B7C7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044B97-B427-49F6-BD3F-F427818D1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76DCD-B43E-4A47-A30C-75D5C5C9AB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3525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mple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521C0F0-FD0F-44AB-824A-81D72809D4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A4B0C2-3973-4609-AC89-5B489985638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2122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implify-Engage-Experi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521C0F0-FD0F-44AB-824A-81D72809D4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A4B0C2-3973-4609-AC89-5B489985638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7DB268-8789-4452-B473-4472B43C41E2}"/>
              </a:ext>
            </a:extLst>
          </p:cNvPr>
          <p:cNvSpPr txBox="1"/>
          <p:nvPr userDrawn="1"/>
        </p:nvSpPr>
        <p:spPr>
          <a:xfrm>
            <a:off x="8017916" y="1243863"/>
            <a:ext cx="38550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/>
              <a:t>E</a:t>
            </a:r>
            <a:r>
              <a:rPr lang="en-US" sz="4000" dirty="0"/>
              <a:t>xperiment</a:t>
            </a:r>
            <a:endParaRPr lang="en-US" sz="54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AC26EF0-51B7-4D18-81BC-1BCBB3945C88}"/>
              </a:ext>
            </a:extLst>
          </p:cNvPr>
          <p:cNvSpPr txBox="1"/>
          <p:nvPr userDrawn="1"/>
        </p:nvSpPr>
        <p:spPr>
          <a:xfrm>
            <a:off x="108968" y="1243863"/>
            <a:ext cx="35818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/>
              <a:t>S</a:t>
            </a:r>
            <a:r>
              <a:rPr lang="en-US" sz="4000" dirty="0"/>
              <a:t>implify</a:t>
            </a:r>
            <a:endParaRPr lang="en-US" sz="54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6CA877F-13A5-4ED7-80FD-A1579B642E25}"/>
              </a:ext>
            </a:extLst>
          </p:cNvPr>
          <p:cNvSpPr txBox="1"/>
          <p:nvPr userDrawn="1"/>
        </p:nvSpPr>
        <p:spPr>
          <a:xfrm>
            <a:off x="3860513" y="1243863"/>
            <a:ext cx="40201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54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en-US" b="1" dirty="0"/>
              <a:t>E</a:t>
            </a:r>
            <a:r>
              <a:rPr lang="en-US" sz="4000" dirty="0"/>
              <a:t>ngage</a:t>
            </a:r>
            <a:endParaRPr lang="en-US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5909FCF-F74B-46F3-A73B-CA9AA943580F}"/>
              </a:ext>
            </a:extLst>
          </p:cNvPr>
          <p:cNvSpPr/>
          <p:nvPr userDrawn="1"/>
        </p:nvSpPr>
        <p:spPr>
          <a:xfrm>
            <a:off x="7986822" y="3556607"/>
            <a:ext cx="1292495" cy="9378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400" b="1" dirty="0">
                <a:solidFill>
                  <a:schemeClr val="tx1"/>
                </a:solidFill>
              </a:rPr>
              <a:t>If</a:t>
            </a:r>
          </a:p>
          <a:p>
            <a:pPr algn="r"/>
            <a:r>
              <a:rPr lang="en-US" sz="1400" b="1" dirty="0">
                <a:solidFill>
                  <a:schemeClr val="tx1"/>
                </a:solidFill>
              </a:rPr>
              <a:t>Then</a:t>
            </a:r>
            <a:endParaRPr lang="en-US" sz="1400" u="sng" dirty="0">
              <a:solidFill>
                <a:schemeClr val="tx1"/>
              </a:solidFill>
              <a:latin typeface="Ink Free" panose="03080402000500000000" pitchFamily="66" charset="0"/>
            </a:endParaRPr>
          </a:p>
          <a:p>
            <a:pPr algn="r"/>
            <a:r>
              <a:rPr lang="en-US" sz="1400" b="1" dirty="0">
                <a:solidFill>
                  <a:schemeClr val="tx1"/>
                </a:solidFill>
              </a:rPr>
              <a:t>Measured by</a:t>
            </a:r>
            <a:endParaRPr lang="en-US" sz="1400" u="sng" dirty="0">
              <a:solidFill>
                <a:schemeClr val="tx1"/>
              </a:solidFill>
              <a:latin typeface="Ink Free" panose="03080402000500000000" pitchFamily="66" charset="0"/>
            </a:endParaRPr>
          </a:p>
          <a:p>
            <a:pPr algn="r"/>
            <a:r>
              <a:rPr lang="en-US" sz="1400" b="1" dirty="0">
                <a:solidFill>
                  <a:schemeClr val="tx1"/>
                </a:solidFill>
              </a:rPr>
              <a:t>Trending to</a:t>
            </a:r>
            <a:endParaRPr lang="en-US" sz="1400" u="sng" dirty="0">
              <a:solidFill>
                <a:schemeClr val="tx1"/>
              </a:solidFill>
              <a:latin typeface="Ink Free" panose="03080402000500000000" pitchFamily="66" charset="0"/>
            </a:endParaRP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612D9CB3-F5B8-4527-97C7-E3DDF39C760F}"/>
              </a:ext>
            </a:extLst>
          </p:cNvPr>
          <p:cNvGrpSpPr/>
          <p:nvPr/>
        </p:nvGrpSpPr>
        <p:grpSpPr>
          <a:xfrm>
            <a:off x="262159" y="4025513"/>
            <a:ext cx="599801" cy="576136"/>
            <a:chOff x="895929" y="1239691"/>
            <a:chExt cx="785452" cy="754463"/>
          </a:xfrm>
        </p:grpSpPr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5F41A650-4DFB-4504-8F6A-17A80DA5F6A0}"/>
                </a:ext>
              </a:extLst>
            </p:cNvPr>
            <p:cNvGrpSpPr/>
            <p:nvPr/>
          </p:nvGrpSpPr>
          <p:grpSpPr>
            <a:xfrm>
              <a:off x="895929" y="1239691"/>
              <a:ext cx="591036" cy="714024"/>
              <a:chOff x="9047809" y="983424"/>
              <a:chExt cx="2787481" cy="3367526"/>
            </a:xfrm>
          </p:grpSpPr>
          <p:grpSp>
            <p:nvGrpSpPr>
              <p:cNvPr id="84" name="Group 83">
                <a:extLst>
                  <a:ext uri="{FF2B5EF4-FFF2-40B4-BE49-F238E27FC236}">
                    <a16:creationId xmlns:a16="http://schemas.microsoft.com/office/drawing/2014/main" id="{B49503FE-90C2-40FF-AE32-6B9115A015DA}"/>
                  </a:ext>
                </a:extLst>
              </p:cNvPr>
              <p:cNvGrpSpPr/>
              <p:nvPr/>
            </p:nvGrpSpPr>
            <p:grpSpPr>
              <a:xfrm>
                <a:off x="9132386" y="1467295"/>
                <a:ext cx="2619484" cy="2883655"/>
                <a:chOff x="6698362" y="917347"/>
                <a:chExt cx="3688219" cy="4807045"/>
              </a:xfrm>
            </p:grpSpPr>
            <p:sp>
              <p:nvSpPr>
                <p:cNvPr id="88" name="Rectangle: Top Corners Rounded 3">
                  <a:extLst>
                    <a:ext uri="{FF2B5EF4-FFF2-40B4-BE49-F238E27FC236}">
                      <a16:creationId xmlns:a16="http://schemas.microsoft.com/office/drawing/2014/main" id="{08F4E59C-09DB-44BC-82C2-CAAF9A4009B3}"/>
                    </a:ext>
                  </a:extLst>
                </p:cNvPr>
                <p:cNvSpPr/>
                <p:nvPr/>
              </p:nvSpPr>
              <p:spPr>
                <a:xfrm flipV="1">
                  <a:off x="6698362" y="917347"/>
                  <a:ext cx="3688219" cy="4807045"/>
                </a:xfrm>
                <a:custGeom>
                  <a:avLst/>
                  <a:gdLst>
                    <a:gd name="connsiteX0" fmla="*/ 224971 w 2555322"/>
                    <a:gd name="connsiteY0" fmla="*/ 0 h 4147774"/>
                    <a:gd name="connsiteX1" fmla="*/ 2330351 w 2555322"/>
                    <a:gd name="connsiteY1" fmla="*/ 0 h 4147774"/>
                    <a:gd name="connsiteX2" fmla="*/ 2555322 w 2555322"/>
                    <a:gd name="connsiteY2" fmla="*/ 224971 h 4147774"/>
                    <a:gd name="connsiteX3" fmla="*/ 2555322 w 2555322"/>
                    <a:gd name="connsiteY3" fmla="*/ 4147774 h 4147774"/>
                    <a:gd name="connsiteX4" fmla="*/ 2555322 w 2555322"/>
                    <a:gd name="connsiteY4" fmla="*/ 4147774 h 4147774"/>
                    <a:gd name="connsiteX5" fmla="*/ 0 w 2555322"/>
                    <a:gd name="connsiteY5" fmla="*/ 4147774 h 4147774"/>
                    <a:gd name="connsiteX6" fmla="*/ 0 w 2555322"/>
                    <a:gd name="connsiteY6" fmla="*/ 4147774 h 4147774"/>
                    <a:gd name="connsiteX7" fmla="*/ 0 w 2555322"/>
                    <a:gd name="connsiteY7" fmla="*/ 224971 h 4147774"/>
                    <a:gd name="connsiteX8" fmla="*/ 224971 w 2555322"/>
                    <a:gd name="connsiteY8" fmla="*/ 0 h 4147774"/>
                    <a:gd name="connsiteX0" fmla="*/ 224971 w 3110029"/>
                    <a:gd name="connsiteY0" fmla="*/ 0 h 4147774"/>
                    <a:gd name="connsiteX1" fmla="*/ 2330351 w 3110029"/>
                    <a:gd name="connsiteY1" fmla="*/ 0 h 4147774"/>
                    <a:gd name="connsiteX2" fmla="*/ 2555322 w 3110029"/>
                    <a:gd name="connsiteY2" fmla="*/ 224971 h 4147774"/>
                    <a:gd name="connsiteX3" fmla="*/ 2555322 w 3110029"/>
                    <a:gd name="connsiteY3" fmla="*/ 4147774 h 4147774"/>
                    <a:gd name="connsiteX4" fmla="*/ 3110029 w 3110029"/>
                    <a:gd name="connsiteY4" fmla="*/ 3922424 h 4147774"/>
                    <a:gd name="connsiteX5" fmla="*/ 0 w 3110029"/>
                    <a:gd name="connsiteY5" fmla="*/ 4147774 h 4147774"/>
                    <a:gd name="connsiteX6" fmla="*/ 0 w 3110029"/>
                    <a:gd name="connsiteY6" fmla="*/ 4147774 h 4147774"/>
                    <a:gd name="connsiteX7" fmla="*/ 0 w 3110029"/>
                    <a:gd name="connsiteY7" fmla="*/ 224971 h 4147774"/>
                    <a:gd name="connsiteX8" fmla="*/ 224971 w 3110029"/>
                    <a:gd name="connsiteY8" fmla="*/ 0 h 4147774"/>
                    <a:gd name="connsiteX0" fmla="*/ 224971 w 3110029"/>
                    <a:gd name="connsiteY0" fmla="*/ 0 h 4160775"/>
                    <a:gd name="connsiteX1" fmla="*/ 2330351 w 3110029"/>
                    <a:gd name="connsiteY1" fmla="*/ 0 h 4160775"/>
                    <a:gd name="connsiteX2" fmla="*/ 2555322 w 3110029"/>
                    <a:gd name="connsiteY2" fmla="*/ 224971 h 4160775"/>
                    <a:gd name="connsiteX3" fmla="*/ 2880346 w 3110029"/>
                    <a:gd name="connsiteY3" fmla="*/ 4160775 h 4160775"/>
                    <a:gd name="connsiteX4" fmla="*/ 3110029 w 3110029"/>
                    <a:gd name="connsiteY4" fmla="*/ 3922424 h 4160775"/>
                    <a:gd name="connsiteX5" fmla="*/ 0 w 3110029"/>
                    <a:gd name="connsiteY5" fmla="*/ 4147774 h 4160775"/>
                    <a:gd name="connsiteX6" fmla="*/ 0 w 3110029"/>
                    <a:gd name="connsiteY6" fmla="*/ 4147774 h 4160775"/>
                    <a:gd name="connsiteX7" fmla="*/ 0 w 3110029"/>
                    <a:gd name="connsiteY7" fmla="*/ 224971 h 4160775"/>
                    <a:gd name="connsiteX8" fmla="*/ 224971 w 3110029"/>
                    <a:gd name="connsiteY8" fmla="*/ 0 h 4160775"/>
                    <a:gd name="connsiteX0" fmla="*/ 224971 w 2880346"/>
                    <a:gd name="connsiteY0" fmla="*/ 0 h 4160775"/>
                    <a:gd name="connsiteX1" fmla="*/ 2330351 w 2880346"/>
                    <a:gd name="connsiteY1" fmla="*/ 0 h 4160775"/>
                    <a:gd name="connsiteX2" fmla="*/ 2555322 w 2880346"/>
                    <a:gd name="connsiteY2" fmla="*/ 224971 h 4160775"/>
                    <a:gd name="connsiteX3" fmla="*/ 2880346 w 2880346"/>
                    <a:gd name="connsiteY3" fmla="*/ 4160775 h 4160775"/>
                    <a:gd name="connsiteX4" fmla="*/ 0 w 2880346"/>
                    <a:gd name="connsiteY4" fmla="*/ 4147774 h 4160775"/>
                    <a:gd name="connsiteX5" fmla="*/ 0 w 2880346"/>
                    <a:gd name="connsiteY5" fmla="*/ 4147774 h 4160775"/>
                    <a:gd name="connsiteX6" fmla="*/ 0 w 2880346"/>
                    <a:gd name="connsiteY6" fmla="*/ 224971 h 4160775"/>
                    <a:gd name="connsiteX7" fmla="*/ 224971 w 2880346"/>
                    <a:gd name="connsiteY7" fmla="*/ 0 h 4160775"/>
                    <a:gd name="connsiteX0" fmla="*/ 536994 w 3192369"/>
                    <a:gd name="connsiteY0" fmla="*/ 0 h 4160775"/>
                    <a:gd name="connsiteX1" fmla="*/ 2642374 w 3192369"/>
                    <a:gd name="connsiteY1" fmla="*/ 0 h 4160775"/>
                    <a:gd name="connsiteX2" fmla="*/ 2867345 w 3192369"/>
                    <a:gd name="connsiteY2" fmla="*/ 224971 h 4160775"/>
                    <a:gd name="connsiteX3" fmla="*/ 3192369 w 3192369"/>
                    <a:gd name="connsiteY3" fmla="*/ 4160775 h 4160775"/>
                    <a:gd name="connsiteX4" fmla="*/ 312023 w 3192369"/>
                    <a:gd name="connsiteY4" fmla="*/ 4147774 h 4160775"/>
                    <a:gd name="connsiteX5" fmla="*/ 0 w 3192369"/>
                    <a:gd name="connsiteY5" fmla="*/ 4147774 h 4160775"/>
                    <a:gd name="connsiteX6" fmla="*/ 312023 w 3192369"/>
                    <a:gd name="connsiteY6" fmla="*/ 224971 h 4160775"/>
                    <a:gd name="connsiteX7" fmla="*/ 536994 w 3192369"/>
                    <a:gd name="connsiteY7" fmla="*/ 0 h 41607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3192369" h="4160775">
                      <a:moveTo>
                        <a:pt x="536994" y="0"/>
                      </a:moveTo>
                      <a:lnTo>
                        <a:pt x="2642374" y="0"/>
                      </a:lnTo>
                      <a:cubicBezTo>
                        <a:pt x="2766622" y="0"/>
                        <a:pt x="2867345" y="100723"/>
                        <a:pt x="2867345" y="224971"/>
                      </a:cubicBezTo>
                      <a:lnTo>
                        <a:pt x="3192369" y="4160775"/>
                      </a:lnTo>
                      <a:lnTo>
                        <a:pt x="312023" y="4147774"/>
                      </a:lnTo>
                      <a:lnTo>
                        <a:pt x="0" y="4147774"/>
                      </a:lnTo>
                      <a:lnTo>
                        <a:pt x="312023" y="224971"/>
                      </a:lnTo>
                      <a:cubicBezTo>
                        <a:pt x="312023" y="100723"/>
                        <a:pt x="412746" y="0"/>
                        <a:pt x="536994" y="0"/>
                      </a:cubicBez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/>
                </a:p>
              </p:txBody>
            </p:sp>
            <p:sp>
              <p:nvSpPr>
                <p:cNvPr id="89" name="Rectangle: Rounded Corners 88">
                  <a:extLst>
                    <a:ext uri="{FF2B5EF4-FFF2-40B4-BE49-F238E27FC236}">
                      <a16:creationId xmlns:a16="http://schemas.microsoft.com/office/drawing/2014/main" id="{65E72778-FFCD-4342-B4A0-03127642675E}"/>
                    </a:ext>
                  </a:extLst>
                </p:cNvPr>
                <p:cNvSpPr/>
                <p:nvPr/>
              </p:nvSpPr>
              <p:spPr>
                <a:xfrm>
                  <a:off x="8349249" y="1511949"/>
                  <a:ext cx="329076" cy="3371422"/>
                </a:xfrm>
                <a:prstGeom prst="roundRect">
                  <a:avLst>
                    <a:gd name="adj" fmla="val 42443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/>
                </a:p>
              </p:txBody>
            </p:sp>
            <p:sp>
              <p:nvSpPr>
                <p:cNvPr id="90" name="Rectangle: Rounded Corners 89">
                  <a:extLst>
                    <a:ext uri="{FF2B5EF4-FFF2-40B4-BE49-F238E27FC236}">
                      <a16:creationId xmlns:a16="http://schemas.microsoft.com/office/drawing/2014/main" id="{04F0B171-57B5-4C66-9758-AEE8EE83E147}"/>
                    </a:ext>
                  </a:extLst>
                </p:cNvPr>
                <p:cNvSpPr/>
                <p:nvPr/>
              </p:nvSpPr>
              <p:spPr>
                <a:xfrm rot="21443026">
                  <a:off x="7668346" y="1531322"/>
                  <a:ext cx="329076" cy="3371422"/>
                </a:xfrm>
                <a:prstGeom prst="roundRect">
                  <a:avLst>
                    <a:gd name="adj" fmla="val 42443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/>
                </a:p>
              </p:txBody>
            </p:sp>
            <p:sp>
              <p:nvSpPr>
                <p:cNvPr id="91" name="Rectangle: Rounded Corners 90">
                  <a:extLst>
                    <a:ext uri="{FF2B5EF4-FFF2-40B4-BE49-F238E27FC236}">
                      <a16:creationId xmlns:a16="http://schemas.microsoft.com/office/drawing/2014/main" id="{468162EE-145A-4D73-8E83-B793A71033C5}"/>
                    </a:ext>
                  </a:extLst>
                </p:cNvPr>
                <p:cNvSpPr/>
                <p:nvPr/>
              </p:nvSpPr>
              <p:spPr>
                <a:xfrm rot="21350204">
                  <a:off x="7011296" y="1550700"/>
                  <a:ext cx="329076" cy="3371422"/>
                </a:xfrm>
                <a:prstGeom prst="roundRect">
                  <a:avLst>
                    <a:gd name="adj" fmla="val 42443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/>
                </a:p>
              </p:txBody>
            </p:sp>
            <p:sp>
              <p:nvSpPr>
                <p:cNvPr id="92" name="Rectangle: Rounded Corners 91">
                  <a:extLst>
                    <a:ext uri="{FF2B5EF4-FFF2-40B4-BE49-F238E27FC236}">
                      <a16:creationId xmlns:a16="http://schemas.microsoft.com/office/drawing/2014/main" id="{D6F76870-7875-49E5-9C55-E6A3E2E396B9}"/>
                    </a:ext>
                  </a:extLst>
                </p:cNvPr>
                <p:cNvSpPr/>
                <p:nvPr/>
              </p:nvSpPr>
              <p:spPr>
                <a:xfrm rot="156974" flipH="1">
                  <a:off x="9072816" y="1524834"/>
                  <a:ext cx="329076" cy="3371422"/>
                </a:xfrm>
                <a:prstGeom prst="roundRect">
                  <a:avLst>
                    <a:gd name="adj" fmla="val 42443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 sz="1200"/>
                </a:p>
              </p:txBody>
            </p:sp>
            <p:sp>
              <p:nvSpPr>
                <p:cNvPr id="93" name="Rectangle: Rounded Corners 92">
                  <a:extLst>
                    <a:ext uri="{FF2B5EF4-FFF2-40B4-BE49-F238E27FC236}">
                      <a16:creationId xmlns:a16="http://schemas.microsoft.com/office/drawing/2014/main" id="{CAA0FE8A-C2F6-4DDE-9DE2-82A9A61F6D3D}"/>
                    </a:ext>
                  </a:extLst>
                </p:cNvPr>
                <p:cNvSpPr/>
                <p:nvPr/>
              </p:nvSpPr>
              <p:spPr>
                <a:xfrm rot="249796" flipH="1">
                  <a:off x="9729867" y="1544210"/>
                  <a:ext cx="329076" cy="3371422"/>
                </a:xfrm>
                <a:prstGeom prst="roundRect">
                  <a:avLst>
                    <a:gd name="adj" fmla="val 42443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 sz="1200"/>
                </a:p>
              </p:txBody>
            </p:sp>
          </p:grpSp>
          <p:grpSp>
            <p:nvGrpSpPr>
              <p:cNvPr id="85" name="Group 84">
                <a:extLst>
                  <a:ext uri="{FF2B5EF4-FFF2-40B4-BE49-F238E27FC236}">
                    <a16:creationId xmlns:a16="http://schemas.microsoft.com/office/drawing/2014/main" id="{AB0C7130-1B52-4EC2-BC69-4B8AB75EDB12}"/>
                  </a:ext>
                </a:extLst>
              </p:cNvPr>
              <p:cNvGrpSpPr/>
              <p:nvPr/>
            </p:nvGrpSpPr>
            <p:grpSpPr>
              <a:xfrm>
                <a:off x="9047809" y="983424"/>
                <a:ext cx="2787481" cy="453711"/>
                <a:chOff x="4602336" y="1175906"/>
                <a:chExt cx="3397105" cy="552938"/>
              </a:xfrm>
              <a:solidFill>
                <a:schemeClr val="bg1">
                  <a:lumMod val="65000"/>
                </a:schemeClr>
              </a:solidFill>
            </p:grpSpPr>
            <p:sp>
              <p:nvSpPr>
                <p:cNvPr id="86" name="Graphic 6" descr="Hanger">
                  <a:extLst>
                    <a:ext uri="{FF2B5EF4-FFF2-40B4-BE49-F238E27FC236}">
                      <a16:creationId xmlns:a16="http://schemas.microsoft.com/office/drawing/2014/main" id="{A5A8BAF9-EA8A-46CF-AAF0-721B118F9DF0}"/>
                    </a:ext>
                  </a:extLst>
                </p:cNvPr>
                <p:cNvSpPr/>
                <p:nvPr/>
              </p:nvSpPr>
              <p:spPr>
                <a:xfrm>
                  <a:off x="5828561" y="1175906"/>
                  <a:ext cx="950802" cy="522470"/>
                </a:xfrm>
                <a:custGeom>
                  <a:avLst/>
                  <a:gdLst>
                    <a:gd name="connsiteX0" fmla="*/ 802554 w 838200"/>
                    <a:gd name="connsiteY0" fmla="*/ 465296 h 609600"/>
                    <a:gd name="connsiteX1" fmla="*/ 452034 w 838200"/>
                    <a:gd name="connsiteY1" fmla="*/ 257651 h 609600"/>
                    <a:gd name="connsiteX2" fmla="*/ 452034 w 838200"/>
                    <a:gd name="connsiteY2" fmla="*/ 207169 h 609600"/>
                    <a:gd name="connsiteX3" fmla="*/ 434889 w 838200"/>
                    <a:gd name="connsiteY3" fmla="*/ 180499 h 609600"/>
                    <a:gd name="connsiteX4" fmla="*/ 375834 w 838200"/>
                    <a:gd name="connsiteY4" fmla="*/ 111919 h 609600"/>
                    <a:gd name="connsiteX5" fmla="*/ 423459 w 838200"/>
                    <a:gd name="connsiteY5" fmla="*/ 64294 h 609600"/>
                    <a:gd name="connsiteX6" fmla="*/ 480609 w 838200"/>
                    <a:gd name="connsiteY6" fmla="*/ 111919 h 609600"/>
                    <a:gd name="connsiteX7" fmla="*/ 509184 w 838200"/>
                    <a:gd name="connsiteY7" fmla="*/ 140494 h 609600"/>
                    <a:gd name="connsiteX8" fmla="*/ 537759 w 838200"/>
                    <a:gd name="connsiteY8" fmla="*/ 111919 h 609600"/>
                    <a:gd name="connsiteX9" fmla="*/ 423459 w 838200"/>
                    <a:gd name="connsiteY9" fmla="*/ 7144 h 609600"/>
                    <a:gd name="connsiteX10" fmla="*/ 318684 w 838200"/>
                    <a:gd name="connsiteY10" fmla="*/ 111919 h 609600"/>
                    <a:gd name="connsiteX11" fmla="*/ 394884 w 838200"/>
                    <a:gd name="connsiteY11" fmla="*/ 225266 h 609600"/>
                    <a:gd name="connsiteX12" fmla="*/ 394884 w 838200"/>
                    <a:gd name="connsiteY12" fmla="*/ 257651 h 609600"/>
                    <a:gd name="connsiteX13" fmla="*/ 44364 w 838200"/>
                    <a:gd name="connsiteY13" fmla="*/ 465296 h 609600"/>
                    <a:gd name="connsiteX14" fmla="*/ 10074 w 838200"/>
                    <a:gd name="connsiteY14" fmla="*/ 551021 h 609600"/>
                    <a:gd name="connsiteX15" fmla="*/ 83416 w 838200"/>
                    <a:gd name="connsiteY15" fmla="*/ 607219 h 609600"/>
                    <a:gd name="connsiteX16" fmla="*/ 764454 w 838200"/>
                    <a:gd name="connsiteY16" fmla="*/ 607219 h 609600"/>
                    <a:gd name="connsiteX17" fmla="*/ 837796 w 838200"/>
                    <a:gd name="connsiteY17" fmla="*/ 551021 h 609600"/>
                    <a:gd name="connsiteX18" fmla="*/ 802554 w 838200"/>
                    <a:gd name="connsiteY18" fmla="*/ 465296 h 609600"/>
                    <a:gd name="connsiteX19" fmla="*/ 782551 w 838200"/>
                    <a:gd name="connsiteY19" fmla="*/ 535781 h 609600"/>
                    <a:gd name="connsiteX20" fmla="*/ 764454 w 838200"/>
                    <a:gd name="connsiteY20" fmla="*/ 550069 h 609600"/>
                    <a:gd name="connsiteX21" fmla="*/ 82464 w 838200"/>
                    <a:gd name="connsiteY21" fmla="*/ 550069 h 609600"/>
                    <a:gd name="connsiteX22" fmla="*/ 64366 w 838200"/>
                    <a:gd name="connsiteY22" fmla="*/ 535781 h 609600"/>
                    <a:gd name="connsiteX23" fmla="*/ 72939 w 838200"/>
                    <a:gd name="connsiteY23" fmla="*/ 514826 h 609600"/>
                    <a:gd name="connsiteX24" fmla="*/ 423459 w 838200"/>
                    <a:gd name="connsiteY24" fmla="*/ 307181 h 609600"/>
                    <a:gd name="connsiteX25" fmla="*/ 773979 w 838200"/>
                    <a:gd name="connsiteY25" fmla="*/ 514826 h 609600"/>
                    <a:gd name="connsiteX26" fmla="*/ 782551 w 838200"/>
                    <a:gd name="connsiteY26" fmla="*/ 535781 h 609600"/>
                    <a:gd name="connsiteX0" fmla="*/ 795411 w 833205"/>
                    <a:gd name="connsiteY0" fmla="*/ 458152 h 600075"/>
                    <a:gd name="connsiteX1" fmla="*/ 444891 w 833205"/>
                    <a:gd name="connsiteY1" fmla="*/ 250507 h 600075"/>
                    <a:gd name="connsiteX2" fmla="*/ 444891 w 833205"/>
                    <a:gd name="connsiteY2" fmla="*/ 200025 h 600075"/>
                    <a:gd name="connsiteX3" fmla="*/ 427746 w 833205"/>
                    <a:gd name="connsiteY3" fmla="*/ 173355 h 600075"/>
                    <a:gd name="connsiteX4" fmla="*/ 368691 w 833205"/>
                    <a:gd name="connsiteY4" fmla="*/ 104775 h 600075"/>
                    <a:gd name="connsiteX5" fmla="*/ 416316 w 833205"/>
                    <a:gd name="connsiteY5" fmla="*/ 57150 h 600075"/>
                    <a:gd name="connsiteX6" fmla="*/ 473466 w 833205"/>
                    <a:gd name="connsiteY6" fmla="*/ 104775 h 600075"/>
                    <a:gd name="connsiteX7" fmla="*/ 502041 w 833205"/>
                    <a:gd name="connsiteY7" fmla="*/ 133350 h 600075"/>
                    <a:gd name="connsiteX8" fmla="*/ 530616 w 833205"/>
                    <a:gd name="connsiteY8" fmla="*/ 104775 h 600075"/>
                    <a:gd name="connsiteX9" fmla="*/ 416316 w 833205"/>
                    <a:gd name="connsiteY9" fmla="*/ 0 h 600075"/>
                    <a:gd name="connsiteX10" fmla="*/ 311541 w 833205"/>
                    <a:gd name="connsiteY10" fmla="*/ 104775 h 600075"/>
                    <a:gd name="connsiteX11" fmla="*/ 387741 w 833205"/>
                    <a:gd name="connsiteY11" fmla="*/ 218122 h 600075"/>
                    <a:gd name="connsiteX12" fmla="*/ 37221 w 833205"/>
                    <a:gd name="connsiteY12" fmla="*/ 458152 h 600075"/>
                    <a:gd name="connsiteX13" fmla="*/ 2931 w 833205"/>
                    <a:gd name="connsiteY13" fmla="*/ 543877 h 600075"/>
                    <a:gd name="connsiteX14" fmla="*/ 76273 w 833205"/>
                    <a:gd name="connsiteY14" fmla="*/ 600075 h 600075"/>
                    <a:gd name="connsiteX15" fmla="*/ 757311 w 833205"/>
                    <a:gd name="connsiteY15" fmla="*/ 600075 h 600075"/>
                    <a:gd name="connsiteX16" fmla="*/ 830653 w 833205"/>
                    <a:gd name="connsiteY16" fmla="*/ 543877 h 600075"/>
                    <a:gd name="connsiteX17" fmla="*/ 795411 w 833205"/>
                    <a:gd name="connsiteY17" fmla="*/ 458152 h 600075"/>
                    <a:gd name="connsiteX18" fmla="*/ 775408 w 833205"/>
                    <a:gd name="connsiteY18" fmla="*/ 528637 h 600075"/>
                    <a:gd name="connsiteX19" fmla="*/ 757311 w 833205"/>
                    <a:gd name="connsiteY19" fmla="*/ 542925 h 600075"/>
                    <a:gd name="connsiteX20" fmla="*/ 75321 w 833205"/>
                    <a:gd name="connsiteY20" fmla="*/ 542925 h 600075"/>
                    <a:gd name="connsiteX21" fmla="*/ 57223 w 833205"/>
                    <a:gd name="connsiteY21" fmla="*/ 528637 h 600075"/>
                    <a:gd name="connsiteX22" fmla="*/ 65796 w 833205"/>
                    <a:gd name="connsiteY22" fmla="*/ 507682 h 600075"/>
                    <a:gd name="connsiteX23" fmla="*/ 416316 w 833205"/>
                    <a:gd name="connsiteY23" fmla="*/ 300037 h 600075"/>
                    <a:gd name="connsiteX24" fmla="*/ 766836 w 833205"/>
                    <a:gd name="connsiteY24" fmla="*/ 507682 h 600075"/>
                    <a:gd name="connsiteX25" fmla="*/ 775408 w 833205"/>
                    <a:gd name="connsiteY25" fmla="*/ 528637 h 600075"/>
                    <a:gd name="connsiteX0" fmla="*/ 799378 w 837172"/>
                    <a:gd name="connsiteY0" fmla="*/ 458152 h 600075"/>
                    <a:gd name="connsiteX1" fmla="*/ 448858 w 837172"/>
                    <a:gd name="connsiteY1" fmla="*/ 250507 h 600075"/>
                    <a:gd name="connsiteX2" fmla="*/ 448858 w 837172"/>
                    <a:gd name="connsiteY2" fmla="*/ 200025 h 600075"/>
                    <a:gd name="connsiteX3" fmla="*/ 431713 w 837172"/>
                    <a:gd name="connsiteY3" fmla="*/ 173355 h 600075"/>
                    <a:gd name="connsiteX4" fmla="*/ 372658 w 837172"/>
                    <a:gd name="connsiteY4" fmla="*/ 104775 h 600075"/>
                    <a:gd name="connsiteX5" fmla="*/ 420283 w 837172"/>
                    <a:gd name="connsiteY5" fmla="*/ 57150 h 600075"/>
                    <a:gd name="connsiteX6" fmla="*/ 477433 w 837172"/>
                    <a:gd name="connsiteY6" fmla="*/ 104775 h 600075"/>
                    <a:gd name="connsiteX7" fmla="*/ 506008 w 837172"/>
                    <a:gd name="connsiteY7" fmla="*/ 133350 h 600075"/>
                    <a:gd name="connsiteX8" fmla="*/ 534583 w 837172"/>
                    <a:gd name="connsiteY8" fmla="*/ 104775 h 600075"/>
                    <a:gd name="connsiteX9" fmla="*/ 420283 w 837172"/>
                    <a:gd name="connsiteY9" fmla="*/ 0 h 600075"/>
                    <a:gd name="connsiteX10" fmla="*/ 315508 w 837172"/>
                    <a:gd name="connsiteY10" fmla="*/ 104775 h 600075"/>
                    <a:gd name="connsiteX11" fmla="*/ 41188 w 837172"/>
                    <a:gd name="connsiteY11" fmla="*/ 458152 h 600075"/>
                    <a:gd name="connsiteX12" fmla="*/ 6898 w 837172"/>
                    <a:gd name="connsiteY12" fmla="*/ 543877 h 600075"/>
                    <a:gd name="connsiteX13" fmla="*/ 80240 w 837172"/>
                    <a:gd name="connsiteY13" fmla="*/ 600075 h 600075"/>
                    <a:gd name="connsiteX14" fmla="*/ 761278 w 837172"/>
                    <a:gd name="connsiteY14" fmla="*/ 600075 h 600075"/>
                    <a:gd name="connsiteX15" fmla="*/ 834620 w 837172"/>
                    <a:gd name="connsiteY15" fmla="*/ 543877 h 600075"/>
                    <a:gd name="connsiteX16" fmla="*/ 799378 w 837172"/>
                    <a:gd name="connsiteY16" fmla="*/ 458152 h 600075"/>
                    <a:gd name="connsiteX17" fmla="*/ 779375 w 837172"/>
                    <a:gd name="connsiteY17" fmla="*/ 528637 h 600075"/>
                    <a:gd name="connsiteX18" fmla="*/ 761278 w 837172"/>
                    <a:gd name="connsiteY18" fmla="*/ 542925 h 600075"/>
                    <a:gd name="connsiteX19" fmla="*/ 79288 w 837172"/>
                    <a:gd name="connsiteY19" fmla="*/ 542925 h 600075"/>
                    <a:gd name="connsiteX20" fmla="*/ 61190 w 837172"/>
                    <a:gd name="connsiteY20" fmla="*/ 528637 h 600075"/>
                    <a:gd name="connsiteX21" fmla="*/ 69763 w 837172"/>
                    <a:gd name="connsiteY21" fmla="*/ 507682 h 600075"/>
                    <a:gd name="connsiteX22" fmla="*/ 420283 w 837172"/>
                    <a:gd name="connsiteY22" fmla="*/ 300037 h 600075"/>
                    <a:gd name="connsiteX23" fmla="*/ 770803 w 837172"/>
                    <a:gd name="connsiteY23" fmla="*/ 507682 h 600075"/>
                    <a:gd name="connsiteX24" fmla="*/ 779375 w 837172"/>
                    <a:gd name="connsiteY24" fmla="*/ 528637 h 600075"/>
                    <a:gd name="connsiteX0" fmla="*/ 799378 w 837172"/>
                    <a:gd name="connsiteY0" fmla="*/ 458152 h 600075"/>
                    <a:gd name="connsiteX1" fmla="*/ 448858 w 837172"/>
                    <a:gd name="connsiteY1" fmla="*/ 250507 h 600075"/>
                    <a:gd name="connsiteX2" fmla="*/ 448858 w 837172"/>
                    <a:gd name="connsiteY2" fmla="*/ 200025 h 600075"/>
                    <a:gd name="connsiteX3" fmla="*/ 372658 w 837172"/>
                    <a:gd name="connsiteY3" fmla="*/ 104775 h 600075"/>
                    <a:gd name="connsiteX4" fmla="*/ 420283 w 837172"/>
                    <a:gd name="connsiteY4" fmla="*/ 57150 h 600075"/>
                    <a:gd name="connsiteX5" fmla="*/ 477433 w 837172"/>
                    <a:gd name="connsiteY5" fmla="*/ 104775 h 600075"/>
                    <a:gd name="connsiteX6" fmla="*/ 506008 w 837172"/>
                    <a:gd name="connsiteY6" fmla="*/ 133350 h 600075"/>
                    <a:gd name="connsiteX7" fmla="*/ 534583 w 837172"/>
                    <a:gd name="connsiteY7" fmla="*/ 104775 h 600075"/>
                    <a:gd name="connsiteX8" fmla="*/ 420283 w 837172"/>
                    <a:gd name="connsiteY8" fmla="*/ 0 h 600075"/>
                    <a:gd name="connsiteX9" fmla="*/ 315508 w 837172"/>
                    <a:gd name="connsiteY9" fmla="*/ 104775 h 600075"/>
                    <a:gd name="connsiteX10" fmla="*/ 41188 w 837172"/>
                    <a:gd name="connsiteY10" fmla="*/ 458152 h 600075"/>
                    <a:gd name="connsiteX11" fmla="*/ 6898 w 837172"/>
                    <a:gd name="connsiteY11" fmla="*/ 543877 h 600075"/>
                    <a:gd name="connsiteX12" fmla="*/ 80240 w 837172"/>
                    <a:gd name="connsiteY12" fmla="*/ 600075 h 600075"/>
                    <a:gd name="connsiteX13" fmla="*/ 761278 w 837172"/>
                    <a:gd name="connsiteY13" fmla="*/ 600075 h 600075"/>
                    <a:gd name="connsiteX14" fmla="*/ 834620 w 837172"/>
                    <a:gd name="connsiteY14" fmla="*/ 543877 h 600075"/>
                    <a:gd name="connsiteX15" fmla="*/ 799378 w 837172"/>
                    <a:gd name="connsiteY15" fmla="*/ 458152 h 600075"/>
                    <a:gd name="connsiteX16" fmla="*/ 779375 w 837172"/>
                    <a:gd name="connsiteY16" fmla="*/ 528637 h 600075"/>
                    <a:gd name="connsiteX17" fmla="*/ 761278 w 837172"/>
                    <a:gd name="connsiteY17" fmla="*/ 542925 h 600075"/>
                    <a:gd name="connsiteX18" fmla="*/ 79288 w 837172"/>
                    <a:gd name="connsiteY18" fmla="*/ 542925 h 600075"/>
                    <a:gd name="connsiteX19" fmla="*/ 61190 w 837172"/>
                    <a:gd name="connsiteY19" fmla="*/ 528637 h 600075"/>
                    <a:gd name="connsiteX20" fmla="*/ 69763 w 837172"/>
                    <a:gd name="connsiteY20" fmla="*/ 507682 h 600075"/>
                    <a:gd name="connsiteX21" fmla="*/ 420283 w 837172"/>
                    <a:gd name="connsiteY21" fmla="*/ 300037 h 600075"/>
                    <a:gd name="connsiteX22" fmla="*/ 770803 w 837172"/>
                    <a:gd name="connsiteY22" fmla="*/ 507682 h 600075"/>
                    <a:gd name="connsiteX23" fmla="*/ 779375 w 837172"/>
                    <a:gd name="connsiteY23" fmla="*/ 528637 h 600075"/>
                    <a:gd name="connsiteX0" fmla="*/ 799378 w 837172"/>
                    <a:gd name="connsiteY0" fmla="*/ 458152 h 600075"/>
                    <a:gd name="connsiteX1" fmla="*/ 448858 w 837172"/>
                    <a:gd name="connsiteY1" fmla="*/ 250507 h 600075"/>
                    <a:gd name="connsiteX2" fmla="*/ 372658 w 837172"/>
                    <a:gd name="connsiteY2" fmla="*/ 104775 h 600075"/>
                    <a:gd name="connsiteX3" fmla="*/ 420283 w 837172"/>
                    <a:gd name="connsiteY3" fmla="*/ 57150 h 600075"/>
                    <a:gd name="connsiteX4" fmla="*/ 477433 w 837172"/>
                    <a:gd name="connsiteY4" fmla="*/ 104775 h 600075"/>
                    <a:gd name="connsiteX5" fmla="*/ 506008 w 837172"/>
                    <a:gd name="connsiteY5" fmla="*/ 133350 h 600075"/>
                    <a:gd name="connsiteX6" fmla="*/ 534583 w 837172"/>
                    <a:gd name="connsiteY6" fmla="*/ 104775 h 600075"/>
                    <a:gd name="connsiteX7" fmla="*/ 420283 w 837172"/>
                    <a:gd name="connsiteY7" fmla="*/ 0 h 600075"/>
                    <a:gd name="connsiteX8" fmla="*/ 315508 w 837172"/>
                    <a:gd name="connsiteY8" fmla="*/ 104775 h 600075"/>
                    <a:gd name="connsiteX9" fmla="*/ 41188 w 837172"/>
                    <a:gd name="connsiteY9" fmla="*/ 458152 h 600075"/>
                    <a:gd name="connsiteX10" fmla="*/ 6898 w 837172"/>
                    <a:gd name="connsiteY10" fmla="*/ 543877 h 600075"/>
                    <a:gd name="connsiteX11" fmla="*/ 80240 w 837172"/>
                    <a:gd name="connsiteY11" fmla="*/ 600075 h 600075"/>
                    <a:gd name="connsiteX12" fmla="*/ 761278 w 837172"/>
                    <a:gd name="connsiteY12" fmla="*/ 600075 h 600075"/>
                    <a:gd name="connsiteX13" fmla="*/ 834620 w 837172"/>
                    <a:gd name="connsiteY13" fmla="*/ 543877 h 600075"/>
                    <a:gd name="connsiteX14" fmla="*/ 799378 w 837172"/>
                    <a:gd name="connsiteY14" fmla="*/ 458152 h 600075"/>
                    <a:gd name="connsiteX15" fmla="*/ 779375 w 837172"/>
                    <a:gd name="connsiteY15" fmla="*/ 528637 h 600075"/>
                    <a:gd name="connsiteX16" fmla="*/ 761278 w 837172"/>
                    <a:gd name="connsiteY16" fmla="*/ 542925 h 600075"/>
                    <a:gd name="connsiteX17" fmla="*/ 79288 w 837172"/>
                    <a:gd name="connsiteY17" fmla="*/ 542925 h 600075"/>
                    <a:gd name="connsiteX18" fmla="*/ 61190 w 837172"/>
                    <a:gd name="connsiteY18" fmla="*/ 528637 h 600075"/>
                    <a:gd name="connsiteX19" fmla="*/ 69763 w 837172"/>
                    <a:gd name="connsiteY19" fmla="*/ 507682 h 600075"/>
                    <a:gd name="connsiteX20" fmla="*/ 420283 w 837172"/>
                    <a:gd name="connsiteY20" fmla="*/ 300037 h 600075"/>
                    <a:gd name="connsiteX21" fmla="*/ 770803 w 837172"/>
                    <a:gd name="connsiteY21" fmla="*/ 507682 h 600075"/>
                    <a:gd name="connsiteX22" fmla="*/ 779375 w 837172"/>
                    <a:gd name="connsiteY22" fmla="*/ 528637 h 600075"/>
                    <a:gd name="connsiteX0" fmla="*/ 799378 w 837172"/>
                    <a:gd name="connsiteY0" fmla="*/ 458152 h 600075"/>
                    <a:gd name="connsiteX1" fmla="*/ 372658 w 837172"/>
                    <a:gd name="connsiteY1" fmla="*/ 104775 h 600075"/>
                    <a:gd name="connsiteX2" fmla="*/ 420283 w 837172"/>
                    <a:gd name="connsiteY2" fmla="*/ 57150 h 600075"/>
                    <a:gd name="connsiteX3" fmla="*/ 477433 w 837172"/>
                    <a:gd name="connsiteY3" fmla="*/ 104775 h 600075"/>
                    <a:gd name="connsiteX4" fmla="*/ 506008 w 837172"/>
                    <a:gd name="connsiteY4" fmla="*/ 133350 h 600075"/>
                    <a:gd name="connsiteX5" fmla="*/ 534583 w 837172"/>
                    <a:gd name="connsiteY5" fmla="*/ 104775 h 600075"/>
                    <a:gd name="connsiteX6" fmla="*/ 420283 w 837172"/>
                    <a:gd name="connsiteY6" fmla="*/ 0 h 600075"/>
                    <a:gd name="connsiteX7" fmla="*/ 315508 w 837172"/>
                    <a:gd name="connsiteY7" fmla="*/ 104775 h 600075"/>
                    <a:gd name="connsiteX8" fmla="*/ 41188 w 837172"/>
                    <a:gd name="connsiteY8" fmla="*/ 458152 h 600075"/>
                    <a:gd name="connsiteX9" fmla="*/ 6898 w 837172"/>
                    <a:gd name="connsiteY9" fmla="*/ 543877 h 600075"/>
                    <a:gd name="connsiteX10" fmla="*/ 80240 w 837172"/>
                    <a:gd name="connsiteY10" fmla="*/ 600075 h 600075"/>
                    <a:gd name="connsiteX11" fmla="*/ 761278 w 837172"/>
                    <a:gd name="connsiteY11" fmla="*/ 600075 h 600075"/>
                    <a:gd name="connsiteX12" fmla="*/ 834620 w 837172"/>
                    <a:gd name="connsiteY12" fmla="*/ 543877 h 600075"/>
                    <a:gd name="connsiteX13" fmla="*/ 799378 w 837172"/>
                    <a:gd name="connsiteY13" fmla="*/ 458152 h 600075"/>
                    <a:gd name="connsiteX14" fmla="*/ 779375 w 837172"/>
                    <a:gd name="connsiteY14" fmla="*/ 528637 h 600075"/>
                    <a:gd name="connsiteX15" fmla="*/ 761278 w 837172"/>
                    <a:gd name="connsiteY15" fmla="*/ 542925 h 600075"/>
                    <a:gd name="connsiteX16" fmla="*/ 79288 w 837172"/>
                    <a:gd name="connsiteY16" fmla="*/ 542925 h 600075"/>
                    <a:gd name="connsiteX17" fmla="*/ 61190 w 837172"/>
                    <a:gd name="connsiteY17" fmla="*/ 528637 h 600075"/>
                    <a:gd name="connsiteX18" fmla="*/ 69763 w 837172"/>
                    <a:gd name="connsiteY18" fmla="*/ 507682 h 600075"/>
                    <a:gd name="connsiteX19" fmla="*/ 420283 w 837172"/>
                    <a:gd name="connsiteY19" fmla="*/ 300037 h 600075"/>
                    <a:gd name="connsiteX20" fmla="*/ 770803 w 837172"/>
                    <a:gd name="connsiteY20" fmla="*/ 507682 h 600075"/>
                    <a:gd name="connsiteX21" fmla="*/ 779375 w 837172"/>
                    <a:gd name="connsiteY21" fmla="*/ 528637 h 600075"/>
                    <a:gd name="connsiteX0" fmla="*/ 804847 w 842641"/>
                    <a:gd name="connsiteY0" fmla="*/ 475660 h 617583"/>
                    <a:gd name="connsiteX1" fmla="*/ 378127 w 842641"/>
                    <a:gd name="connsiteY1" fmla="*/ 122283 h 617583"/>
                    <a:gd name="connsiteX2" fmla="*/ 425752 w 842641"/>
                    <a:gd name="connsiteY2" fmla="*/ 74658 h 617583"/>
                    <a:gd name="connsiteX3" fmla="*/ 482902 w 842641"/>
                    <a:gd name="connsiteY3" fmla="*/ 122283 h 617583"/>
                    <a:gd name="connsiteX4" fmla="*/ 511477 w 842641"/>
                    <a:gd name="connsiteY4" fmla="*/ 150858 h 617583"/>
                    <a:gd name="connsiteX5" fmla="*/ 540052 w 842641"/>
                    <a:gd name="connsiteY5" fmla="*/ 122283 h 617583"/>
                    <a:gd name="connsiteX6" fmla="*/ 425752 w 842641"/>
                    <a:gd name="connsiteY6" fmla="*/ 17508 h 617583"/>
                    <a:gd name="connsiteX7" fmla="*/ 46657 w 842641"/>
                    <a:gd name="connsiteY7" fmla="*/ 475660 h 617583"/>
                    <a:gd name="connsiteX8" fmla="*/ 12367 w 842641"/>
                    <a:gd name="connsiteY8" fmla="*/ 561385 h 617583"/>
                    <a:gd name="connsiteX9" fmla="*/ 85709 w 842641"/>
                    <a:gd name="connsiteY9" fmla="*/ 617583 h 617583"/>
                    <a:gd name="connsiteX10" fmla="*/ 766747 w 842641"/>
                    <a:gd name="connsiteY10" fmla="*/ 617583 h 617583"/>
                    <a:gd name="connsiteX11" fmla="*/ 840089 w 842641"/>
                    <a:gd name="connsiteY11" fmla="*/ 561385 h 617583"/>
                    <a:gd name="connsiteX12" fmla="*/ 804847 w 842641"/>
                    <a:gd name="connsiteY12" fmla="*/ 475660 h 617583"/>
                    <a:gd name="connsiteX13" fmla="*/ 784844 w 842641"/>
                    <a:gd name="connsiteY13" fmla="*/ 546145 h 617583"/>
                    <a:gd name="connsiteX14" fmla="*/ 766747 w 842641"/>
                    <a:gd name="connsiteY14" fmla="*/ 560433 h 617583"/>
                    <a:gd name="connsiteX15" fmla="*/ 84757 w 842641"/>
                    <a:gd name="connsiteY15" fmla="*/ 560433 h 617583"/>
                    <a:gd name="connsiteX16" fmla="*/ 66659 w 842641"/>
                    <a:gd name="connsiteY16" fmla="*/ 546145 h 617583"/>
                    <a:gd name="connsiteX17" fmla="*/ 75232 w 842641"/>
                    <a:gd name="connsiteY17" fmla="*/ 525190 h 617583"/>
                    <a:gd name="connsiteX18" fmla="*/ 425752 w 842641"/>
                    <a:gd name="connsiteY18" fmla="*/ 317545 h 617583"/>
                    <a:gd name="connsiteX19" fmla="*/ 776272 w 842641"/>
                    <a:gd name="connsiteY19" fmla="*/ 525190 h 617583"/>
                    <a:gd name="connsiteX20" fmla="*/ 784844 w 842641"/>
                    <a:gd name="connsiteY20" fmla="*/ 546145 h 617583"/>
                    <a:gd name="connsiteX0" fmla="*/ 804847 w 842641"/>
                    <a:gd name="connsiteY0" fmla="*/ 475660 h 617583"/>
                    <a:gd name="connsiteX1" fmla="*/ 425752 w 842641"/>
                    <a:gd name="connsiteY1" fmla="*/ 74658 h 617583"/>
                    <a:gd name="connsiteX2" fmla="*/ 482902 w 842641"/>
                    <a:gd name="connsiteY2" fmla="*/ 122283 h 617583"/>
                    <a:gd name="connsiteX3" fmla="*/ 511477 w 842641"/>
                    <a:gd name="connsiteY3" fmla="*/ 150858 h 617583"/>
                    <a:gd name="connsiteX4" fmla="*/ 540052 w 842641"/>
                    <a:gd name="connsiteY4" fmla="*/ 122283 h 617583"/>
                    <a:gd name="connsiteX5" fmla="*/ 425752 w 842641"/>
                    <a:gd name="connsiteY5" fmla="*/ 17508 h 617583"/>
                    <a:gd name="connsiteX6" fmla="*/ 46657 w 842641"/>
                    <a:gd name="connsiteY6" fmla="*/ 475660 h 617583"/>
                    <a:gd name="connsiteX7" fmla="*/ 12367 w 842641"/>
                    <a:gd name="connsiteY7" fmla="*/ 561385 h 617583"/>
                    <a:gd name="connsiteX8" fmla="*/ 85709 w 842641"/>
                    <a:gd name="connsiteY8" fmla="*/ 617583 h 617583"/>
                    <a:gd name="connsiteX9" fmla="*/ 766747 w 842641"/>
                    <a:gd name="connsiteY9" fmla="*/ 617583 h 617583"/>
                    <a:gd name="connsiteX10" fmla="*/ 840089 w 842641"/>
                    <a:gd name="connsiteY10" fmla="*/ 561385 h 617583"/>
                    <a:gd name="connsiteX11" fmla="*/ 804847 w 842641"/>
                    <a:gd name="connsiteY11" fmla="*/ 475660 h 617583"/>
                    <a:gd name="connsiteX12" fmla="*/ 784844 w 842641"/>
                    <a:gd name="connsiteY12" fmla="*/ 546145 h 617583"/>
                    <a:gd name="connsiteX13" fmla="*/ 766747 w 842641"/>
                    <a:gd name="connsiteY13" fmla="*/ 560433 h 617583"/>
                    <a:gd name="connsiteX14" fmla="*/ 84757 w 842641"/>
                    <a:gd name="connsiteY14" fmla="*/ 560433 h 617583"/>
                    <a:gd name="connsiteX15" fmla="*/ 66659 w 842641"/>
                    <a:gd name="connsiteY15" fmla="*/ 546145 h 617583"/>
                    <a:gd name="connsiteX16" fmla="*/ 75232 w 842641"/>
                    <a:gd name="connsiteY16" fmla="*/ 525190 h 617583"/>
                    <a:gd name="connsiteX17" fmla="*/ 425752 w 842641"/>
                    <a:gd name="connsiteY17" fmla="*/ 317545 h 617583"/>
                    <a:gd name="connsiteX18" fmla="*/ 776272 w 842641"/>
                    <a:gd name="connsiteY18" fmla="*/ 525190 h 617583"/>
                    <a:gd name="connsiteX19" fmla="*/ 784844 w 842641"/>
                    <a:gd name="connsiteY19" fmla="*/ 546145 h 617583"/>
                    <a:gd name="connsiteX0" fmla="*/ 811977 w 849771"/>
                    <a:gd name="connsiteY0" fmla="*/ 401002 h 542925"/>
                    <a:gd name="connsiteX1" fmla="*/ 432882 w 849771"/>
                    <a:gd name="connsiteY1" fmla="*/ 0 h 542925"/>
                    <a:gd name="connsiteX2" fmla="*/ 490032 w 849771"/>
                    <a:gd name="connsiteY2" fmla="*/ 47625 h 542925"/>
                    <a:gd name="connsiteX3" fmla="*/ 518607 w 849771"/>
                    <a:gd name="connsiteY3" fmla="*/ 76200 h 542925"/>
                    <a:gd name="connsiteX4" fmla="*/ 547182 w 849771"/>
                    <a:gd name="connsiteY4" fmla="*/ 47625 h 542925"/>
                    <a:gd name="connsiteX5" fmla="*/ 53787 w 849771"/>
                    <a:gd name="connsiteY5" fmla="*/ 401002 h 542925"/>
                    <a:gd name="connsiteX6" fmla="*/ 19497 w 849771"/>
                    <a:gd name="connsiteY6" fmla="*/ 486727 h 542925"/>
                    <a:gd name="connsiteX7" fmla="*/ 92839 w 849771"/>
                    <a:gd name="connsiteY7" fmla="*/ 542925 h 542925"/>
                    <a:gd name="connsiteX8" fmla="*/ 773877 w 849771"/>
                    <a:gd name="connsiteY8" fmla="*/ 542925 h 542925"/>
                    <a:gd name="connsiteX9" fmla="*/ 847219 w 849771"/>
                    <a:gd name="connsiteY9" fmla="*/ 486727 h 542925"/>
                    <a:gd name="connsiteX10" fmla="*/ 811977 w 849771"/>
                    <a:gd name="connsiteY10" fmla="*/ 401002 h 542925"/>
                    <a:gd name="connsiteX11" fmla="*/ 791974 w 849771"/>
                    <a:gd name="connsiteY11" fmla="*/ 471487 h 542925"/>
                    <a:gd name="connsiteX12" fmla="*/ 773877 w 849771"/>
                    <a:gd name="connsiteY12" fmla="*/ 485775 h 542925"/>
                    <a:gd name="connsiteX13" fmla="*/ 91887 w 849771"/>
                    <a:gd name="connsiteY13" fmla="*/ 485775 h 542925"/>
                    <a:gd name="connsiteX14" fmla="*/ 73789 w 849771"/>
                    <a:gd name="connsiteY14" fmla="*/ 471487 h 542925"/>
                    <a:gd name="connsiteX15" fmla="*/ 82362 w 849771"/>
                    <a:gd name="connsiteY15" fmla="*/ 450532 h 542925"/>
                    <a:gd name="connsiteX16" fmla="*/ 432882 w 849771"/>
                    <a:gd name="connsiteY16" fmla="*/ 242887 h 542925"/>
                    <a:gd name="connsiteX17" fmla="*/ 783402 w 849771"/>
                    <a:gd name="connsiteY17" fmla="*/ 450532 h 542925"/>
                    <a:gd name="connsiteX18" fmla="*/ 791974 w 849771"/>
                    <a:gd name="connsiteY18" fmla="*/ 471487 h 542925"/>
                    <a:gd name="connsiteX0" fmla="*/ 811977 w 849771"/>
                    <a:gd name="connsiteY0" fmla="*/ 401002 h 542925"/>
                    <a:gd name="connsiteX1" fmla="*/ 432882 w 849771"/>
                    <a:gd name="connsiteY1" fmla="*/ 0 h 542925"/>
                    <a:gd name="connsiteX2" fmla="*/ 490032 w 849771"/>
                    <a:gd name="connsiteY2" fmla="*/ 47625 h 542925"/>
                    <a:gd name="connsiteX3" fmla="*/ 547182 w 849771"/>
                    <a:gd name="connsiteY3" fmla="*/ 47625 h 542925"/>
                    <a:gd name="connsiteX4" fmla="*/ 53787 w 849771"/>
                    <a:gd name="connsiteY4" fmla="*/ 401002 h 542925"/>
                    <a:gd name="connsiteX5" fmla="*/ 19497 w 849771"/>
                    <a:gd name="connsiteY5" fmla="*/ 486727 h 542925"/>
                    <a:gd name="connsiteX6" fmla="*/ 92839 w 849771"/>
                    <a:gd name="connsiteY6" fmla="*/ 542925 h 542925"/>
                    <a:gd name="connsiteX7" fmla="*/ 773877 w 849771"/>
                    <a:gd name="connsiteY7" fmla="*/ 542925 h 542925"/>
                    <a:gd name="connsiteX8" fmla="*/ 847219 w 849771"/>
                    <a:gd name="connsiteY8" fmla="*/ 486727 h 542925"/>
                    <a:gd name="connsiteX9" fmla="*/ 811977 w 849771"/>
                    <a:gd name="connsiteY9" fmla="*/ 401002 h 542925"/>
                    <a:gd name="connsiteX10" fmla="*/ 791974 w 849771"/>
                    <a:gd name="connsiteY10" fmla="*/ 471487 h 542925"/>
                    <a:gd name="connsiteX11" fmla="*/ 773877 w 849771"/>
                    <a:gd name="connsiteY11" fmla="*/ 485775 h 542925"/>
                    <a:gd name="connsiteX12" fmla="*/ 91887 w 849771"/>
                    <a:gd name="connsiteY12" fmla="*/ 485775 h 542925"/>
                    <a:gd name="connsiteX13" fmla="*/ 73789 w 849771"/>
                    <a:gd name="connsiteY13" fmla="*/ 471487 h 542925"/>
                    <a:gd name="connsiteX14" fmla="*/ 82362 w 849771"/>
                    <a:gd name="connsiteY14" fmla="*/ 450532 h 542925"/>
                    <a:gd name="connsiteX15" fmla="*/ 432882 w 849771"/>
                    <a:gd name="connsiteY15" fmla="*/ 242887 h 542925"/>
                    <a:gd name="connsiteX16" fmla="*/ 783402 w 849771"/>
                    <a:gd name="connsiteY16" fmla="*/ 450532 h 542925"/>
                    <a:gd name="connsiteX17" fmla="*/ 791974 w 849771"/>
                    <a:gd name="connsiteY17" fmla="*/ 471487 h 542925"/>
                    <a:gd name="connsiteX0" fmla="*/ 808316 w 846110"/>
                    <a:gd name="connsiteY0" fmla="*/ 403561 h 545484"/>
                    <a:gd name="connsiteX1" fmla="*/ 429221 w 846110"/>
                    <a:gd name="connsiteY1" fmla="*/ 2559 h 545484"/>
                    <a:gd name="connsiteX2" fmla="*/ 486371 w 846110"/>
                    <a:gd name="connsiteY2" fmla="*/ 50184 h 545484"/>
                    <a:gd name="connsiteX3" fmla="*/ 50126 w 846110"/>
                    <a:gd name="connsiteY3" fmla="*/ 403561 h 545484"/>
                    <a:gd name="connsiteX4" fmla="*/ 15836 w 846110"/>
                    <a:gd name="connsiteY4" fmla="*/ 489286 h 545484"/>
                    <a:gd name="connsiteX5" fmla="*/ 89178 w 846110"/>
                    <a:gd name="connsiteY5" fmla="*/ 545484 h 545484"/>
                    <a:gd name="connsiteX6" fmla="*/ 770216 w 846110"/>
                    <a:gd name="connsiteY6" fmla="*/ 545484 h 545484"/>
                    <a:gd name="connsiteX7" fmla="*/ 843558 w 846110"/>
                    <a:gd name="connsiteY7" fmla="*/ 489286 h 545484"/>
                    <a:gd name="connsiteX8" fmla="*/ 808316 w 846110"/>
                    <a:gd name="connsiteY8" fmla="*/ 403561 h 545484"/>
                    <a:gd name="connsiteX9" fmla="*/ 788313 w 846110"/>
                    <a:gd name="connsiteY9" fmla="*/ 474046 h 545484"/>
                    <a:gd name="connsiteX10" fmla="*/ 770216 w 846110"/>
                    <a:gd name="connsiteY10" fmla="*/ 488334 h 545484"/>
                    <a:gd name="connsiteX11" fmla="*/ 88226 w 846110"/>
                    <a:gd name="connsiteY11" fmla="*/ 488334 h 545484"/>
                    <a:gd name="connsiteX12" fmla="*/ 70128 w 846110"/>
                    <a:gd name="connsiteY12" fmla="*/ 474046 h 545484"/>
                    <a:gd name="connsiteX13" fmla="*/ 78701 w 846110"/>
                    <a:gd name="connsiteY13" fmla="*/ 453091 h 545484"/>
                    <a:gd name="connsiteX14" fmla="*/ 429221 w 846110"/>
                    <a:gd name="connsiteY14" fmla="*/ 245446 h 545484"/>
                    <a:gd name="connsiteX15" fmla="*/ 779741 w 846110"/>
                    <a:gd name="connsiteY15" fmla="*/ 453091 h 545484"/>
                    <a:gd name="connsiteX16" fmla="*/ 788313 w 846110"/>
                    <a:gd name="connsiteY16" fmla="*/ 474046 h 545484"/>
                    <a:gd name="connsiteX0" fmla="*/ 804848 w 842642"/>
                    <a:gd name="connsiteY0" fmla="*/ 401002 h 542925"/>
                    <a:gd name="connsiteX1" fmla="*/ 425753 w 842642"/>
                    <a:gd name="connsiteY1" fmla="*/ 0 h 542925"/>
                    <a:gd name="connsiteX2" fmla="*/ 46658 w 842642"/>
                    <a:gd name="connsiteY2" fmla="*/ 401002 h 542925"/>
                    <a:gd name="connsiteX3" fmla="*/ 12368 w 842642"/>
                    <a:gd name="connsiteY3" fmla="*/ 486727 h 542925"/>
                    <a:gd name="connsiteX4" fmla="*/ 85710 w 842642"/>
                    <a:gd name="connsiteY4" fmla="*/ 542925 h 542925"/>
                    <a:gd name="connsiteX5" fmla="*/ 766748 w 842642"/>
                    <a:gd name="connsiteY5" fmla="*/ 542925 h 542925"/>
                    <a:gd name="connsiteX6" fmla="*/ 840090 w 842642"/>
                    <a:gd name="connsiteY6" fmla="*/ 486727 h 542925"/>
                    <a:gd name="connsiteX7" fmla="*/ 804848 w 842642"/>
                    <a:gd name="connsiteY7" fmla="*/ 401002 h 542925"/>
                    <a:gd name="connsiteX8" fmla="*/ 784845 w 842642"/>
                    <a:gd name="connsiteY8" fmla="*/ 471487 h 542925"/>
                    <a:gd name="connsiteX9" fmla="*/ 766748 w 842642"/>
                    <a:gd name="connsiteY9" fmla="*/ 485775 h 542925"/>
                    <a:gd name="connsiteX10" fmla="*/ 84758 w 842642"/>
                    <a:gd name="connsiteY10" fmla="*/ 485775 h 542925"/>
                    <a:gd name="connsiteX11" fmla="*/ 66660 w 842642"/>
                    <a:gd name="connsiteY11" fmla="*/ 471487 h 542925"/>
                    <a:gd name="connsiteX12" fmla="*/ 75233 w 842642"/>
                    <a:gd name="connsiteY12" fmla="*/ 450532 h 542925"/>
                    <a:gd name="connsiteX13" fmla="*/ 425753 w 842642"/>
                    <a:gd name="connsiteY13" fmla="*/ 242887 h 542925"/>
                    <a:gd name="connsiteX14" fmla="*/ 776273 w 842642"/>
                    <a:gd name="connsiteY14" fmla="*/ 450532 h 542925"/>
                    <a:gd name="connsiteX15" fmla="*/ 784845 w 842642"/>
                    <a:gd name="connsiteY15" fmla="*/ 471487 h 542925"/>
                    <a:gd name="connsiteX0" fmla="*/ 830163 w 867957"/>
                    <a:gd name="connsiteY0" fmla="*/ 158115 h 300038"/>
                    <a:gd name="connsiteX1" fmla="*/ 71973 w 867957"/>
                    <a:gd name="connsiteY1" fmla="*/ 158115 h 300038"/>
                    <a:gd name="connsiteX2" fmla="*/ 37683 w 867957"/>
                    <a:gd name="connsiteY2" fmla="*/ 243840 h 300038"/>
                    <a:gd name="connsiteX3" fmla="*/ 111025 w 867957"/>
                    <a:gd name="connsiteY3" fmla="*/ 300038 h 300038"/>
                    <a:gd name="connsiteX4" fmla="*/ 792063 w 867957"/>
                    <a:gd name="connsiteY4" fmla="*/ 300038 h 300038"/>
                    <a:gd name="connsiteX5" fmla="*/ 865405 w 867957"/>
                    <a:gd name="connsiteY5" fmla="*/ 243840 h 300038"/>
                    <a:gd name="connsiteX6" fmla="*/ 830163 w 867957"/>
                    <a:gd name="connsiteY6" fmla="*/ 158115 h 300038"/>
                    <a:gd name="connsiteX7" fmla="*/ 810160 w 867957"/>
                    <a:gd name="connsiteY7" fmla="*/ 228600 h 300038"/>
                    <a:gd name="connsiteX8" fmla="*/ 792063 w 867957"/>
                    <a:gd name="connsiteY8" fmla="*/ 242888 h 300038"/>
                    <a:gd name="connsiteX9" fmla="*/ 110073 w 867957"/>
                    <a:gd name="connsiteY9" fmla="*/ 242888 h 300038"/>
                    <a:gd name="connsiteX10" fmla="*/ 91975 w 867957"/>
                    <a:gd name="connsiteY10" fmla="*/ 228600 h 300038"/>
                    <a:gd name="connsiteX11" fmla="*/ 100548 w 867957"/>
                    <a:gd name="connsiteY11" fmla="*/ 207645 h 300038"/>
                    <a:gd name="connsiteX12" fmla="*/ 451068 w 867957"/>
                    <a:gd name="connsiteY12" fmla="*/ 0 h 300038"/>
                    <a:gd name="connsiteX13" fmla="*/ 801588 w 867957"/>
                    <a:gd name="connsiteY13" fmla="*/ 207645 h 300038"/>
                    <a:gd name="connsiteX14" fmla="*/ 810160 w 867957"/>
                    <a:gd name="connsiteY14" fmla="*/ 228600 h 300038"/>
                    <a:gd name="connsiteX0" fmla="*/ 830163 w 867957"/>
                    <a:gd name="connsiteY0" fmla="*/ 10716 h 152639"/>
                    <a:gd name="connsiteX1" fmla="*/ 71973 w 867957"/>
                    <a:gd name="connsiteY1" fmla="*/ 10716 h 152639"/>
                    <a:gd name="connsiteX2" fmla="*/ 37683 w 867957"/>
                    <a:gd name="connsiteY2" fmla="*/ 96441 h 152639"/>
                    <a:gd name="connsiteX3" fmla="*/ 111025 w 867957"/>
                    <a:gd name="connsiteY3" fmla="*/ 152639 h 152639"/>
                    <a:gd name="connsiteX4" fmla="*/ 792063 w 867957"/>
                    <a:gd name="connsiteY4" fmla="*/ 152639 h 152639"/>
                    <a:gd name="connsiteX5" fmla="*/ 865405 w 867957"/>
                    <a:gd name="connsiteY5" fmla="*/ 96441 h 152639"/>
                    <a:gd name="connsiteX6" fmla="*/ 830163 w 867957"/>
                    <a:gd name="connsiteY6" fmla="*/ 10716 h 152639"/>
                    <a:gd name="connsiteX7" fmla="*/ 810160 w 867957"/>
                    <a:gd name="connsiteY7" fmla="*/ 81201 h 152639"/>
                    <a:gd name="connsiteX8" fmla="*/ 792063 w 867957"/>
                    <a:gd name="connsiteY8" fmla="*/ 95489 h 152639"/>
                    <a:gd name="connsiteX9" fmla="*/ 110073 w 867957"/>
                    <a:gd name="connsiteY9" fmla="*/ 95489 h 152639"/>
                    <a:gd name="connsiteX10" fmla="*/ 91975 w 867957"/>
                    <a:gd name="connsiteY10" fmla="*/ 81201 h 152639"/>
                    <a:gd name="connsiteX11" fmla="*/ 100548 w 867957"/>
                    <a:gd name="connsiteY11" fmla="*/ 60246 h 152639"/>
                    <a:gd name="connsiteX12" fmla="*/ 801588 w 867957"/>
                    <a:gd name="connsiteY12" fmla="*/ 60246 h 152639"/>
                    <a:gd name="connsiteX13" fmla="*/ 810160 w 867957"/>
                    <a:gd name="connsiteY13" fmla="*/ 81201 h 152639"/>
                    <a:gd name="connsiteX0" fmla="*/ 847051 w 884845"/>
                    <a:gd name="connsiteY0" fmla="*/ 10716 h 152639"/>
                    <a:gd name="connsiteX1" fmla="*/ 88861 w 884845"/>
                    <a:gd name="connsiteY1" fmla="*/ 10716 h 152639"/>
                    <a:gd name="connsiteX2" fmla="*/ 17862 w 884845"/>
                    <a:gd name="connsiteY2" fmla="*/ 99340 h 152639"/>
                    <a:gd name="connsiteX3" fmla="*/ 127913 w 884845"/>
                    <a:gd name="connsiteY3" fmla="*/ 152639 h 152639"/>
                    <a:gd name="connsiteX4" fmla="*/ 808951 w 884845"/>
                    <a:gd name="connsiteY4" fmla="*/ 152639 h 152639"/>
                    <a:gd name="connsiteX5" fmla="*/ 882293 w 884845"/>
                    <a:gd name="connsiteY5" fmla="*/ 96441 h 152639"/>
                    <a:gd name="connsiteX6" fmla="*/ 847051 w 884845"/>
                    <a:gd name="connsiteY6" fmla="*/ 10716 h 152639"/>
                    <a:gd name="connsiteX7" fmla="*/ 827048 w 884845"/>
                    <a:gd name="connsiteY7" fmla="*/ 81201 h 152639"/>
                    <a:gd name="connsiteX8" fmla="*/ 808951 w 884845"/>
                    <a:gd name="connsiteY8" fmla="*/ 95489 h 152639"/>
                    <a:gd name="connsiteX9" fmla="*/ 126961 w 884845"/>
                    <a:gd name="connsiteY9" fmla="*/ 95489 h 152639"/>
                    <a:gd name="connsiteX10" fmla="*/ 108863 w 884845"/>
                    <a:gd name="connsiteY10" fmla="*/ 81201 h 152639"/>
                    <a:gd name="connsiteX11" fmla="*/ 117436 w 884845"/>
                    <a:gd name="connsiteY11" fmla="*/ 60246 h 152639"/>
                    <a:gd name="connsiteX12" fmla="*/ 818476 w 884845"/>
                    <a:gd name="connsiteY12" fmla="*/ 60246 h 152639"/>
                    <a:gd name="connsiteX13" fmla="*/ 827048 w 884845"/>
                    <a:gd name="connsiteY13" fmla="*/ 81201 h 152639"/>
                    <a:gd name="connsiteX0" fmla="*/ 864149 w 901943"/>
                    <a:gd name="connsiteY0" fmla="*/ 10716 h 152639"/>
                    <a:gd name="connsiteX1" fmla="*/ 105959 w 901943"/>
                    <a:gd name="connsiteY1" fmla="*/ 10716 h 152639"/>
                    <a:gd name="connsiteX2" fmla="*/ 8262 w 901943"/>
                    <a:gd name="connsiteY2" fmla="*/ 99340 h 152639"/>
                    <a:gd name="connsiteX3" fmla="*/ 145011 w 901943"/>
                    <a:gd name="connsiteY3" fmla="*/ 152639 h 152639"/>
                    <a:gd name="connsiteX4" fmla="*/ 826049 w 901943"/>
                    <a:gd name="connsiteY4" fmla="*/ 152639 h 152639"/>
                    <a:gd name="connsiteX5" fmla="*/ 899391 w 901943"/>
                    <a:gd name="connsiteY5" fmla="*/ 96441 h 152639"/>
                    <a:gd name="connsiteX6" fmla="*/ 864149 w 901943"/>
                    <a:gd name="connsiteY6" fmla="*/ 10716 h 152639"/>
                    <a:gd name="connsiteX7" fmla="*/ 844146 w 901943"/>
                    <a:gd name="connsiteY7" fmla="*/ 81201 h 152639"/>
                    <a:gd name="connsiteX8" fmla="*/ 826049 w 901943"/>
                    <a:gd name="connsiteY8" fmla="*/ 95489 h 152639"/>
                    <a:gd name="connsiteX9" fmla="*/ 144059 w 901943"/>
                    <a:gd name="connsiteY9" fmla="*/ 95489 h 152639"/>
                    <a:gd name="connsiteX10" fmla="*/ 125961 w 901943"/>
                    <a:gd name="connsiteY10" fmla="*/ 81201 h 152639"/>
                    <a:gd name="connsiteX11" fmla="*/ 134534 w 901943"/>
                    <a:gd name="connsiteY11" fmla="*/ 60246 h 152639"/>
                    <a:gd name="connsiteX12" fmla="*/ 835574 w 901943"/>
                    <a:gd name="connsiteY12" fmla="*/ 60246 h 152639"/>
                    <a:gd name="connsiteX13" fmla="*/ 844146 w 901943"/>
                    <a:gd name="connsiteY13" fmla="*/ 81201 h 152639"/>
                    <a:gd name="connsiteX0" fmla="*/ 864149 w 901943"/>
                    <a:gd name="connsiteY0" fmla="*/ 10716 h 152639"/>
                    <a:gd name="connsiteX1" fmla="*/ 105959 w 901943"/>
                    <a:gd name="connsiteY1" fmla="*/ 10716 h 152639"/>
                    <a:gd name="connsiteX2" fmla="*/ 8262 w 901943"/>
                    <a:gd name="connsiteY2" fmla="*/ 99340 h 152639"/>
                    <a:gd name="connsiteX3" fmla="*/ 145011 w 901943"/>
                    <a:gd name="connsiteY3" fmla="*/ 152639 h 152639"/>
                    <a:gd name="connsiteX4" fmla="*/ 826049 w 901943"/>
                    <a:gd name="connsiteY4" fmla="*/ 152639 h 152639"/>
                    <a:gd name="connsiteX5" fmla="*/ 899391 w 901943"/>
                    <a:gd name="connsiteY5" fmla="*/ 96441 h 152639"/>
                    <a:gd name="connsiteX6" fmla="*/ 864149 w 901943"/>
                    <a:gd name="connsiteY6" fmla="*/ 10716 h 152639"/>
                    <a:gd name="connsiteX7" fmla="*/ 844146 w 901943"/>
                    <a:gd name="connsiteY7" fmla="*/ 81201 h 152639"/>
                    <a:gd name="connsiteX8" fmla="*/ 826049 w 901943"/>
                    <a:gd name="connsiteY8" fmla="*/ 95489 h 152639"/>
                    <a:gd name="connsiteX9" fmla="*/ 144059 w 901943"/>
                    <a:gd name="connsiteY9" fmla="*/ 95489 h 152639"/>
                    <a:gd name="connsiteX10" fmla="*/ 125961 w 901943"/>
                    <a:gd name="connsiteY10" fmla="*/ 81201 h 152639"/>
                    <a:gd name="connsiteX11" fmla="*/ 141209 w 901943"/>
                    <a:gd name="connsiteY11" fmla="*/ 42851 h 152639"/>
                    <a:gd name="connsiteX12" fmla="*/ 835574 w 901943"/>
                    <a:gd name="connsiteY12" fmla="*/ 60246 h 152639"/>
                    <a:gd name="connsiteX13" fmla="*/ 844146 w 901943"/>
                    <a:gd name="connsiteY13" fmla="*/ 81201 h 152639"/>
                    <a:gd name="connsiteX0" fmla="*/ 864149 w 901943"/>
                    <a:gd name="connsiteY0" fmla="*/ 10716 h 152639"/>
                    <a:gd name="connsiteX1" fmla="*/ 105959 w 901943"/>
                    <a:gd name="connsiteY1" fmla="*/ 10716 h 152639"/>
                    <a:gd name="connsiteX2" fmla="*/ 8262 w 901943"/>
                    <a:gd name="connsiteY2" fmla="*/ 99340 h 152639"/>
                    <a:gd name="connsiteX3" fmla="*/ 145011 w 901943"/>
                    <a:gd name="connsiteY3" fmla="*/ 152639 h 152639"/>
                    <a:gd name="connsiteX4" fmla="*/ 826049 w 901943"/>
                    <a:gd name="connsiteY4" fmla="*/ 152639 h 152639"/>
                    <a:gd name="connsiteX5" fmla="*/ 899391 w 901943"/>
                    <a:gd name="connsiteY5" fmla="*/ 96441 h 152639"/>
                    <a:gd name="connsiteX6" fmla="*/ 864149 w 901943"/>
                    <a:gd name="connsiteY6" fmla="*/ 10716 h 152639"/>
                    <a:gd name="connsiteX7" fmla="*/ 844146 w 901943"/>
                    <a:gd name="connsiteY7" fmla="*/ 81201 h 152639"/>
                    <a:gd name="connsiteX8" fmla="*/ 826049 w 901943"/>
                    <a:gd name="connsiteY8" fmla="*/ 95489 h 152639"/>
                    <a:gd name="connsiteX9" fmla="*/ 144059 w 901943"/>
                    <a:gd name="connsiteY9" fmla="*/ 95489 h 152639"/>
                    <a:gd name="connsiteX10" fmla="*/ 125961 w 901943"/>
                    <a:gd name="connsiteY10" fmla="*/ 81201 h 152639"/>
                    <a:gd name="connsiteX11" fmla="*/ 141209 w 901943"/>
                    <a:gd name="connsiteY11" fmla="*/ 42851 h 152639"/>
                    <a:gd name="connsiteX12" fmla="*/ 812213 w 901943"/>
                    <a:gd name="connsiteY12" fmla="*/ 45750 h 152639"/>
                    <a:gd name="connsiteX13" fmla="*/ 844146 w 901943"/>
                    <a:gd name="connsiteY13" fmla="*/ 81201 h 152639"/>
                    <a:gd name="connsiteX0" fmla="*/ 864149 w 950239"/>
                    <a:gd name="connsiteY0" fmla="*/ 10716 h 152639"/>
                    <a:gd name="connsiteX1" fmla="*/ 105959 w 950239"/>
                    <a:gd name="connsiteY1" fmla="*/ 10716 h 152639"/>
                    <a:gd name="connsiteX2" fmla="*/ 8262 w 950239"/>
                    <a:gd name="connsiteY2" fmla="*/ 99340 h 152639"/>
                    <a:gd name="connsiteX3" fmla="*/ 145011 w 950239"/>
                    <a:gd name="connsiteY3" fmla="*/ 152639 h 152639"/>
                    <a:gd name="connsiteX4" fmla="*/ 826049 w 950239"/>
                    <a:gd name="connsiteY4" fmla="*/ 152639 h 152639"/>
                    <a:gd name="connsiteX5" fmla="*/ 949450 w 950239"/>
                    <a:gd name="connsiteY5" fmla="*/ 96441 h 152639"/>
                    <a:gd name="connsiteX6" fmla="*/ 864149 w 950239"/>
                    <a:gd name="connsiteY6" fmla="*/ 10716 h 152639"/>
                    <a:gd name="connsiteX7" fmla="*/ 844146 w 950239"/>
                    <a:gd name="connsiteY7" fmla="*/ 81201 h 152639"/>
                    <a:gd name="connsiteX8" fmla="*/ 826049 w 950239"/>
                    <a:gd name="connsiteY8" fmla="*/ 95489 h 152639"/>
                    <a:gd name="connsiteX9" fmla="*/ 144059 w 950239"/>
                    <a:gd name="connsiteY9" fmla="*/ 95489 h 152639"/>
                    <a:gd name="connsiteX10" fmla="*/ 125961 w 950239"/>
                    <a:gd name="connsiteY10" fmla="*/ 81201 h 152639"/>
                    <a:gd name="connsiteX11" fmla="*/ 141209 w 950239"/>
                    <a:gd name="connsiteY11" fmla="*/ 42851 h 152639"/>
                    <a:gd name="connsiteX12" fmla="*/ 812213 w 950239"/>
                    <a:gd name="connsiteY12" fmla="*/ 45750 h 152639"/>
                    <a:gd name="connsiteX13" fmla="*/ 844146 w 950239"/>
                    <a:gd name="connsiteY13" fmla="*/ 81201 h 152639"/>
                    <a:gd name="connsiteX0" fmla="*/ 884173 w 950802"/>
                    <a:gd name="connsiteY0" fmla="*/ 12275 h 151299"/>
                    <a:gd name="connsiteX1" fmla="*/ 105959 w 950802"/>
                    <a:gd name="connsiteY1" fmla="*/ 9376 h 151299"/>
                    <a:gd name="connsiteX2" fmla="*/ 8262 w 950802"/>
                    <a:gd name="connsiteY2" fmla="*/ 98000 h 151299"/>
                    <a:gd name="connsiteX3" fmla="*/ 145011 w 950802"/>
                    <a:gd name="connsiteY3" fmla="*/ 151299 h 151299"/>
                    <a:gd name="connsiteX4" fmla="*/ 826049 w 950802"/>
                    <a:gd name="connsiteY4" fmla="*/ 151299 h 151299"/>
                    <a:gd name="connsiteX5" fmla="*/ 949450 w 950802"/>
                    <a:gd name="connsiteY5" fmla="*/ 95101 h 151299"/>
                    <a:gd name="connsiteX6" fmla="*/ 884173 w 950802"/>
                    <a:gd name="connsiteY6" fmla="*/ 12275 h 151299"/>
                    <a:gd name="connsiteX7" fmla="*/ 844146 w 950802"/>
                    <a:gd name="connsiteY7" fmla="*/ 79861 h 151299"/>
                    <a:gd name="connsiteX8" fmla="*/ 826049 w 950802"/>
                    <a:gd name="connsiteY8" fmla="*/ 94149 h 151299"/>
                    <a:gd name="connsiteX9" fmla="*/ 144059 w 950802"/>
                    <a:gd name="connsiteY9" fmla="*/ 94149 h 151299"/>
                    <a:gd name="connsiteX10" fmla="*/ 125961 w 950802"/>
                    <a:gd name="connsiteY10" fmla="*/ 79861 h 151299"/>
                    <a:gd name="connsiteX11" fmla="*/ 141209 w 950802"/>
                    <a:gd name="connsiteY11" fmla="*/ 41511 h 151299"/>
                    <a:gd name="connsiteX12" fmla="*/ 812213 w 950802"/>
                    <a:gd name="connsiteY12" fmla="*/ 44410 h 151299"/>
                    <a:gd name="connsiteX13" fmla="*/ 844146 w 950802"/>
                    <a:gd name="connsiteY13" fmla="*/ 79861 h 15129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950802" h="151299">
                      <a:moveTo>
                        <a:pt x="884173" y="12275"/>
                      </a:moveTo>
                      <a:cubicBezTo>
                        <a:pt x="751934" y="-2012"/>
                        <a:pt x="238039" y="-4911"/>
                        <a:pt x="105959" y="9376"/>
                      </a:cubicBezTo>
                      <a:cubicBezTo>
                        <a:pt x="-26121" y="23663"/>
                        <a:pt x="-1263" y="64663"/>
                        <a:pt x="8262" y="98000"/>
                      </a:cubicBezTo>
                      <a:cubicBezTo>
                        <a:pt x="17787" y="131338"/>
                        <a:pt x="110721" y="151299"/>
                        <a:pt x="145011" y="151299"/>
                      </a:cubicBezTo>
                      <a:lnTo>
                        <a:pt x="826049" y="151299"/>
                      </a:lnTo>
                      <a:cubicBezTo>
                        <a:pt x="861291" y="151299"/>
                        <a:pt x="939763" y="118272"/>
                        <a:pt x="949450" y="95101"/>
                      </a:cubicBezTo>
                      <a:cubicBezTo>
                        <a:pt x="959137" y="71930"/>
                        <a:pt x="914653" y="30373"/>
                        <a:pt x="884173" y="12275"/>
                      </a:cubicBezTo>
                      <a:close/>
                      <a:moveTo>
                        <a:pt x="844146" y="79861"/>
                      </a:moveTo>
                      <a:cubicBezTo>
                        <a:pt x="846452" y="88151"/>
                        <a:pt x="838431" y="94149"/>
                        <a:pt x="826049" y="94149"/>
                      </a:cubicBezTo>
                      <a:lnTo>
                        <a:pt x="144059" y="94149"/>
                      </a:lnTo>
                      <a:cubicBezTo>
                        <a:pt x="130724" y="94149"/>
                        <a:pt x="126914" y="84624"/>
                        <a:pt x="125961" y="79861"/>
                      </a:cubicBezTo>
                      <a:cubicBezTo>
                        <a:pt x="125009" y="76051"/>
                        <a:pt x="129779" y="48179"/>
                        <a:pt x="141209" y="41511"/>
                      </a:cubicBezTo>
                      <a:lnTo>
                        <a:pt x="812213" y="44410"/>
                      </a:lnTo>
                      <a:cubicBezTo>
                        <a:pt x="823643" y="51078"/>
                        <a:pt x="841840" y="71571"/>
                        <a:pt x="844146" y="79861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200"/>
                </a:p>
              </p:txBody>
            </p:sp>
            <p:sp>
              <p:nvSpPr>
                <p:cNvPr id="87" name="Rectangle: Rounded Corners 4">
                  <a:extLst>
                    <a:ext uri="{FF2B5EF4-FFF2-40B4-BE49-F238E27FC236}">
                      <a16:creationId xmlns:a16="http://schemas.microsoft.com/office/drawing/2014/main" id="{7C0C9ED7-DAE0-4A93-A193-2D313FE27B25}"/>
                    </a:ext>
                  </a:extLst>
                </p:cNvPr>
                <p:cNvSpPr/>
                <p:nvPr/>
              </p:nvSpPr>
              <p:spPr>
                <a:xfrm>
                  <a:off x="4602336" y="1430104"/>
                  <a:ext cx="3397105" cy="298740"/>
                </a:xfrm>
                <a:custGeom>
                  <a:avLst/>
                  <a:gdLst>
                    <a:gd name="connsiteX0" fmla="*/ 0 w 3397105"/>
                    <a:gd name="connsiteY0" fmla="*/ 71653 h 169907"/>
                    <a:gd name="connsiteX1" fmla="*/ 71653 w 3397105"/>
                    <a:gd name="connsiteY1" fmla="*/ 0 h 169907"/>
                    <a:gd name="connsiteX2" fmla="*/ 3325452 w 3397105"/>
                    <a:gd name="connsiteY2" fmla="*/ 0 h 169907"/>
                    <a:gd name="connsiteX3" fmla="*/ 3397105 w 3397105"/>
                    <a:gd name="connsiteY3" fmla="*/ 71653 h 169907"/>
                    <a:gd name="connsiteX4" fmla="*/ 3397105 w 3397105"/>
                    <a:gd name="connsiteY4" fmla="*/ 98254 h 169907"/>
                    <a:gd name="connsiteX5" fmla="*/ 3325452 w 3397105"/>
                    <a:gd name="connsiteY5" fmla="*/ 169907 h 169907"/>
                    <a:gd name="connsiteX6" fmla="*/ 71653 w 3397105"/>
                    <a:gd name="connsiteY6" fmla="*/ 169907 h 169907"/>
                    <a:gd name="connsiteX7" fmla="*/ 0 w 3397105"/>
                    <a:gd name="connsiteY7" fmla="*/ 98254 h 169907"/>
                    <a:gd name="connsiteX8" fmla="*/ 0 w 3397105"/>
                    <a:gd name="connsiteY8" fmla="*/ 71653 h 169907"/>
                    <a:gd name="connsiteX0" fmla="*/ 0 w 3397105"/>
                    <a:gd name="connsiteY0" fmla="*/ 200486 h 298740"/>
                    <a:gd name="connsiteX1" fmla="*/ 71653 w 3397105"/>
                    <a:gd name="connsiteY1" fmla="*/ 128833 h 298740"/>
                    <a:gd name="connsiteX2" fmla="*/ 1698790 w 3397105"/>
                    <a:gd name="connsiteY2" fmla="*/ 0 h 298740"/>
                    <a:gd name="connsiteX3" fmla="*/ 3325452 w 3397105"/>
                    <a:gd name="connsiteY3" fmla="*/ 128833 h 298740"/>
                    <a:gd name="connsiteX4" fmla="*/ 3397105 w 3397105"/>
                    <a:gd name="connsiteY4" fmla="*/ 200486 h 298740"/>
                    <a:gd name="connsiteX5" fmla="*/ 3397105 w 3397105"/>
                    <a:gd name="connsiteY5" fmla="*/ 227087 h 298740"/>
                    <a:gd name="connsiteX6" fmla="*/ 3325452 w 3397105"/>
                    <a:gd name="connsiteY6" fmla="*/ 298740 h 298740"/>
                    <a:gd name="connsiteX7" fmla="*/ 71653 w 3397105"/>
                    <a:gd name="connsiteY7" fmla="*/ 298740 h 298740"/>
                    <a:gd name="connsiteX8" fmla="*/ 0 w 3397105"/>
                    <a:gd name="connsiteY8" fmla="*/ 227087 h 298740"/>
                    <a:gd name="connsiteX9" fmla="*/ 0 w 3397105"/>
                    <a:gd name="connsiteY9" fmla="*/ 200486 h 2987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397105" h="298740">
                      <a:moveTo>
                        <a:pt x="0" y="200486"/>
                      </a:moveTo>
                      <a:cubicBezTo>
                        <a:pt x="0" y="160913"/>
                        <a:pt x="32080" y="128833"/>
                        <a:pt x="71653" y="128833"/>
                      </a:cubicBezTo>
                      <a:cubicBezTo>
                        <a:pt x="612587" y="127781"/>
                        <a:pt x="1157856" y="1052"/>
                        <a:pt x="1698790" y="0"/>
                      </a:cubicBezTo>
                      <a:cubicBezTo>
                        <a:pt x="2242455" y="1052"/>
                        <a:pt x="2781787" y="127781"/>
                        <a:pt x="3325452" y="128833"/>
                      </a:cubicBezTo>
                      <a:cubicBezTo>
                        <a:pt x="3365025" y="128833"/>
                        <a:pt x="3397105" y="160913"/>
                        <a:pt x="3397105" y="200486"/>
                      </a:cubicBezTo>
                      <a:lnTo>
                        <a:pt x="3397105" y="227087"/>
                      </a:lnTo>
                      <a:cubicBezTo>
                        <a:pt x="3397105" y="266660"/>
                        <a:pt x="3365025" y="298740"/>
                        <a:pt x="3325452" y="298740"/>
                      </a:cubicBezTo>
                      <a:lnTo>
                        <a:pt x="71653" y="298740"/>
                      </a:lnTo>
                      <a:cubicBezTo>
                        <a:pt x="32080" y="298740"/>
                        <a:pt x="0" y="266660"/>
                        <a:pt x="0" y="227087"/>
                      </a:cubicBezTo>
                      <a:lnTo>
                        <a:pt x="0" y="200486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 dirty="0"/>
                </a:p>
              </p:txBody>
            </p:sp>
          </p:grpSp>
        </p:grpSp>
        <p:pic>
          <p:nvPicPr>
            <p:cNvPr id="83" name="Graphic 82" descr="No sign">
              <a:extLst>
                <a:ext uri="{FF2B5EF4-FFF2-40B4-BE49-F238E27FC236}">
                  <a16:creationId xmlns:a16="http://schemas.microsoft.com/office/drawing/2014/main" id="{C4A2FF7D-CAF4-48AE-B13A-F9E3D2104EE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89075" y="1301848"/>
              <a:ext cx="692306" cy="692306"/>
            </a:xfrm>
            <a:prstGeom prst="rect">
              <a:avLst/>
            </a:prstGeom>
          </p:spPr>
        </p:pic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A23FED20-1EDE-4EF4-B159-E97FD79EBC9E}"/>
              </a:ext>
            </a:extLst>
          </p:cNvPr>
          <p:cNvGrpSpPr/>
          <p:nvPr/>
        </p:nvGrpSpPr>
        <p:grpSpPr>
          <a:xfrm>
            <a:off x="262159" y="3172494"/>
            <a:ext cx="599801" cy="576136"/>
            <a:chOff x="895929" y="1239691"/>
            <a:chExt cx="785452" cy="754463"/>
          </a:xfrm>
        </p:grpSpPr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524C601C-682B-4FE5-8C0D-C791B6C571EA}"/>
                </a:ext>
              </a:extLst>
            </p:cNvPr>
            <p:cNvGrpSpPr/>
            <p:nvPr/>
          </p:nvGrpSpPr>
          <p:grpSpPr>
            <a:xfrm>
              <a:off x="895929" y="1239691"/>
              <a:ext cx="591036" cy="714024"/>
              <a:chOff x="9047809" y="983424"/>
              <a:chExt cx="2787481" cy="3367526"/>
            </a:xfrm>
          </p:grpSpPr>
          <p:grpSp>
            <p:nvGrpSpPr>
              <p:cNvPr id="72" name="Group 71">
                <a:extLst>
                  <a:ext uri="{FF2B5EF4-FFF2-40B4-BE49-F238E27FC236}">
                    <a16:creationId xmlns:a16="http://schemas.microsoft.com/office/drawing/2014/main" id="{0848BAB9-42B2-4D2A-BF24-A710D4BBB930}"/>
                  </a:ext>
                </a:extLst>
              </p:cNvPr>
              <p:cNvGrpSpPr/>
              <p:nvPr/>
            </p:nvGrpSpPr>
            <p:grpSpPr>
              <a:xfrm>
                <a:off x="9132386" y="1467295"/>
                <a:ext cx="2619484" cy="2883655"/>
                <a:chOff x="6698362" y="917347"/>
                <a:chExt cx="3688219" cy="4807045"/>
              </a:xfrm>
            </p:grpSpPr>
            <p:sp>
              <p:nvSpPr>
                <p:cNvPr id="76" name="Rectangle: Top Corners Rounded 3">
                  <a:extLst>
                    <a:ext uri="{FF2B5EF4-FFF2-40B4-BE49-F238E27FC236}">
                      <a16:creationId xmlns:a16="http://schemas.microsoft.com/office/drawing/2014/main" id="{2479C4D3-B99B-44CE-83E9-AB7C14E6D45A}"/>
                    </a:ext>
                  </a:extLst>
                </p:cNvPr>
                <p:cNvSpPr/>
                <p:nvPr/>
              </p:nvSpPr>
              <p:spPr>
                <a:xfrm flipV="1">
                  <a:off x="6698362" y="917347"/>
                  <a:ext cx="3688219" cy="4807045"/>
                </a:xfrm>
                <a:custGeom>
                  <a:avLst/>
                  <a:gdLst>
                    <a:gd name="connsiteX0" fmla="*/ 224971 w 2555322"/>
                    <a:gd name="connsiteY0" fmla="*/ 0 h 4147774"/>
                    <a:gd name="connsiteX1" fmla="*/ 2330351 w 2555322"/>
                    <a:gd name="connsiteY1" fmla="*/ 0 h 4147774"/>
                    <a:gd name="connsiteX2" fmla="*/ 2555322 w 2555322"/>
                    <a:gd name="connsiteY2" fmla="*/ 224971 h 4147774"/>
                    <a:gd name="connsiteX3" fmla="*/ 2555322 w 2555322"/>
                    <a:gd name="connsiteY3" fmla="*/ 4147774 h 4147774"/>
                    <a:gd name="connsiteX4" fmla="*/ 2555322 w 2555322"/>
                    <a:gd name="connsiteY4" fmla="*/ 4147774 h 4147774"/>
                    <a:gd name="connsiteX5" fmla="*/ 0 w 2555322"/>
                    <a:gd name="connsiteY5" fmla="*/ 4147774 h 4147774"/>
                    <a:gd name="connsiteX6" fmla="*/ 0 w 2555322"/>
                    <a:gd name="connsiteY6" fmla="*/ 4147774 h 4147774"/>
                    <a:gd name="connsiteX7" fmla="*/ 0 w 2555322"/>
                    <a:gd name="connsiteY7" fmla="*/ 224971 h 4147774"/>
                    <a:gd name="connsiteX8" fmla="*/ 224971 w 2555322"/>
                    <a:gd name="connsiteY8" fmla="*/ 0 h 4147774"/>
                    <a:gd name="connsiteX0" fmla="*/ 224971 w 3110029"/>
                    <a:gd name="connsiteY0" fmla="*/ 0 h 4147774"/>
                    <a:gd name="connsiteX1" fmla="*/ 2330351 w 3110029"/>
                    <a:gd name="connsiteY1" fmla="*/ 0 h 4147774"/>
                    <a:gd name="connsiteX2" fmla="*/ 2555322 w 3110029"/>
                    <a:gd name="connsiteY2" fmla="*/ 224971 h 4147774"/>
                    <a:gd name="connsiteX3" fmla="*/ 2555322 w 3110029"/>
                    <a:gd name="connsiteY3" fmla="*/ 4147774 h 4147774"/>
                    <a:gd name="connsiteX4" fmla="*/ 3110029 w 3110029"/>
                    <a:gd name="connsiteY4" fmla="*/ 3922424 h 4147774"/>
                    <a:gd name="connsiteX5" fmla="*/ 0 w 3110029"/>
                    <a:gd name="connsiteY5" fmla="*/ 4147774 h 4147774"/>
                    <a:gd name="connsiteX6" fmla="*/ 0 w 3110029"/>
                    <a:gd name="connsiteY6" fmla="*/ 4147774 h 4147774"/>
                    <a:gd name="connsiteX7" fmla="*/ 0 w 3110029"/>
                    <a:gd name="connsiteY7" fmla="*/ 224971 h 4147774"/>
                    <a:gd name="connsiteX8" fmla="*/ 224971 w 3110029"/>
                    <a:gd name="connsiteY8" fmla="*/ 0 h 4147774"/>
                    <a:gd name="connsiteX0" fmla="*/ 224971 w 3110029"/>
                    <a:gd name="connsiteY0" fmla="*/ 0 h 4160775"/>
                    <a:gd name="connsiteX1" fmla="*/ 2330351 w 3110029"/>
                    <a:gd name="connsiteY1" fmla="*/ 0 h 4160775"/>
                    <a:gd name="connsiteX2" fmla="*/ 2555322 w 3110029"/>
                    <a:gd name="connsiteY2" fmla="*/ 224971 h 4160775"/>
                    <a:gd name="connsiteX3" fmla="*/ 2880346 w 3110029"/>
                    <a:gd name="connsiteY3" fmla="*/ 4160775 h 4160775"/>
                    <a:gd name="connsiteX4" fmla="*/ 3110029 w 3110029"/>
                    <a:gd name="connsiteY4" fmla="*/ 3922424 h 4160775"/>
                    <a:gd name="connsiteX5" fmla="*/ 0 w 3110029"/>
                    <a:gd name="connsiteY5" fmla="*/ 4147774 h 4160775"/>
                    <a:gd name="connsiteX6" fmla="*/ 0 w 3110029"/>
                    <a:gd name="connsiteY6" fmla="*/ 4147774 h 4160775"/>
                    <a:gd name="connsiteX7" fmla="*/ 0 w 3110029"/>
                    <a:gd name="connsiteY7" fmla="*/ 224971 h 4160775"/>
                    <a:gd name="connsiteX8" fmla="*/ 224971 w 3110029"/>
                    <a:gd name="connsiteY8" fmla="*/ 0 h 4160775"/>
                    <a:gd name="connsiteX0" fmla="*/ 224971 w 2880346"/>
                    <a:gd name="connsiteY0" fmla="*/ 0 h 4160775"/>
                    <a:gd name="connsiteX1" fmla="*/ 2330351 w 2880346"/>
                    <a:gd name="connsiteY1" fmla="*/ 0 h 4160775"/>
                    <a:gd name="connsiteX2" fmla="*/ 2555322 w 2880346"/>
                    <a:gd name="connsiteY2" fmla="*/ 224971 h 4160775"/>
                    <a:gd name="connsiteX3" fmla="*/ 2880346 w 2880346"/>
                    <a:gd name="connsiteY3" fmla="*/ 4160775 h 4160775"/>
                    <a:gd name="connsiteX4" fmla="*/ 0 w 2880346"/>
                    <a:gd name="connsiteY4" fmla="*/ 4147774 h 4160775"/>
                    <a:gd name="connsiteX5" fmla="*/ 0 w 2880346"/>
                    <a:gd name="connsiteY5" fmla="*/ 4147774 h 4160775"/>
                    <a:gd name="connsiteX6" fmla="*/ 0 w 2880346"/>
                    <a:gd name="connsiteY6" fmla="*/ 224971 h 4160775"/>
                    <a:gd name="connsiteX7" fmla="*/ 224971 w 2880346"/>
                    <a:gd name="connsiteY7" fmla="*/ 0 h 4160775"/>
                    <a:gd name="connsiteX0" fmla="*/ 536994 w 3192369"/>
                    <a:gd name="connsiteY0" fmla="*/ 0 h 4160775"/>
                    <a:gd name="connsiteX1" fmla="*/ 2642374 w 3192369"/>
                    <a:gd name="connsiteY1" fmla="*/ 0 h 4160775"/>
                    <a:gd name="connsiteX2" fmla="*/ 2867345 w 3192369"/>
                    <a:gd name="connsiteY2" fmla="*/ 224971 h 4160775"/>
                    <a:gd name="connsiteX3" fmla="*/ 3192369 w 3192369"/>
                    <a:gd name="connsiteY3" fmla="*/ 4160775 h 4160775"/>
                    <a:gd name="connsiteX4" fmla="*/ 312023 w 3192369"/>
                    <a:gd name="connsiteY4" fmla="*/ 4147774 h 4160775"/>
                    <a:gd name="connsiteX5" fmla="*/ 0 w 3192369"/>
                    <a:gd name="connsiteY5" fmla="*/ 4147774 h 4160775"/>
                    <a:gd name="connsiteX6" fmla="*/ 312023 w 3192369"/>
                    <a:gd name="connsiteY6" fmla="*/ 224971 h 4160775"/>
                    <a:gd name="connsiteX7" fmla="*/ 536994 w 3192369"/>
                    <a:gd name="connsiteY7" fmla="*/ 0 h 41607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3192369" h="4160775">
                      <a:moveTo>
                        <a:pt x="536994" y="0"/>
                      </a:moveTo>
                      <a:lnTo>
                        <a:pt x="2642374" y="0"/>
                      </a:lnTo>
                      <a:cubicBezTo>
                        <a:pt x="2766622" y="0"/>
                        <a:pt x="2867345" y="100723"/>
                        <a:pt x="2867345" y="224971"/>
                      </a:cubicBezTo>
                      <a:lnTo>
                        <a:pt x="3192369" y="4160775"/>
                      </a:lnTo>
                      <a:lnTo>
                        <a:pt x="312023" y="4147774"/>
                      </a:lnTo>
                      <a:lnTo>
                        <a:pt x="0" y="4147774"/>
                      </a:lnTo>
                      <a:lnTo>
                        <a:pt x="312023" y="224971"/>
                      </a:lnTo>
                      <a:cubicBezTo>
                        <a:pt x="312023" y="100723"/>
                        <a:pt x="412746" y="0"/>
                        <a:pt x="536994" y="0"/>
                      </a:cubicBez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/>
                </a:p>
              </p:txBody>
            </p:sp>
            <p:sp>
              <p:nvSpPr>
                <p:cNvPr id="77" name="Rectangle: Rounded Corners 76">
                  <a:extLst>
                    <a:ext uri="{FF2B5EF4-FFF2-40B4-BE49-F238E27FC236}">
                      <a16:creationId xmlns:a16="http://schemas.microsoft.com/office/drawing/2014/main" id="{BDA899B2-0CE6-4158-9510-AD64B236AD13}"/>
                    </a:ext>
                  </a:extLst>
                </p:cNvPr>
                <p:cNvSpPr/>
                <p:nvPr/>
              </p:nvSpPr>
              <p:spPr>
                <a:xfrm>
                  <a:off x="8349249" y="1511949"/>
                  <a:ext cx="329076" cy="3371422"/>
                </a:xfrm>
                <a:prstGeom prst="roundRect">
                  <a:avLst>
                    <a:gd name="adj" fmla="val 42443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/>
                </a:p>
              </p:txBody>
            </p:sp>
            <p:sp>
              <p:nvSpPr>
                <p:cNvPr id="78" name="Rectangle: Rounded Corners 77">
                  <a:extLst>
                    <a:ext uri="{FF2B5EF4-FFF2-40B4-BE49-F238E27FC236}">
                      <a16:creationId xmlns:a16="http://schemas.microsoft.com/office/drawing/2014/main" id="{E393606A-0BF8-4278-ACD7-351156FC2225}"/>
                    </a:ext>
                  </a:extLst>
                </p:cNvPr>
                <p:cNvSpPr/>
                <p:nvPr/>
              </p:nvSpPr>
              <p:spPr>
                <a:xfrm rot="21443026">
                  <a:off x="7668346" y="1531322"/>
                  <a:ext cx="329076" cy="3371422"/>
                </a:xfrm>
                <a:prstGeom prst="roundRect">
                  <a:avLst>
                    <a:gd name="adj" fmla="val 42443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/>
                </a:p>
              </p:txBody>
            </p:sp>
            <p:sp>
              <p:nvSpPr>
                <p:cNvPr id="79" name="Rectangle: Rounded Corners 78">
                  <a:extLst>
                    <a:ext uri="{FF2B5EF4-FFF2-40B4-BE49-F238E27FC236}">
                      <a16:creationId xmlns:a16="http://schemas.microsoft.com/office/drawing/2014/main" id="{15F73788-A59A-4D72-8BB0-C62C6E437205}"/>
                    </a:ext>
                  </a:extLst>
                </p:cNvPr>
                <p:cNvSpPr/>
                <p:nvPr/>
              </p:nvSpPr>
              <p:spPr>
                <a:xfrm rot="21350204">
                  <a:off x="7011296" y="1550700"/>
                  <a:ext cx="329076" cy="3371422"/>
                </a:xfrm>
                <a:prstGeom prst="roundRect">
                  <a:avLst>
                    <a:gd name="adj" fmla="val 42443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/>
                </a:p>
              </p:txBody>
            </p:sp>
            <p:sp>
              <p:nvSpPr>
                <p:cNvPr id="80" name="Rectangle: Rounded Corners 79">
                  <a:extLst>
                    <a:ext uri="{FF2B5EF4-FFF2-40B4-BE49-F238E27FC236}">
                      <a16:creationId xmlns:a16="http://schemas.microsoft.com/office/drawing/2014/main" id="{C903087D-09A9-4774-8D43-986A636A066F}"/>
                    </a:ext>
                  </a:extLst>
                </p:cNvPr>
                <p:cNvSpPr/>
                <p:nvPr/>
              </p:nvSpPr>
              <p:spPr>
                <a:xfrm rot="156974" flipH="1">
                  <a:off x="9072816" y="1524834"/>
                  <a:ext cx="329076" cy="3371422"/>
                </a:xfrm>
                <a:prstGeom prst="roundRect">
                  <a:avLst>
                    <a:gd name="adj" fmla="val 42443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 sz="1200"/>
                </a:p>
              </p:txBody>
            </p:sp>
            <p:sp>
              <p:nvSpPr>
                <p:cNvPr id="81" name="Rectangle: Rounded Corners 80">
                  <a:extLst>
                    <a:ext uri="{FF2B5EF4-FFF2-40B4-BE49-F238E27FC236}">
                      <a16:creationId xmlns:a16="http://schemas.microsoft.com/office/drawing/2014/main" id="{8F569EE2-F973-4406-B0F3-33002AAC0BB4}"/>
                    </a:ext>
                  </a:extLst>
                </p:cNvPr>
                <p:cNvSpPr/>
                <p:nvPr/>
              </p:nvSpPr>
              <p:spPr>
                <a:xfrm rot="249796" flipH="1">
                  <a:off x="9729867" y="1544210"/>
                  <a:ext cx="329076" cy="3371422"/>
                </a:xfrm>
                <a:prstGeom prst="roundRect">
                  <a:avLst>
                    <a:gd name="adj" fmla="val 42443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 sz="1200"/>
                </a:p>
              </p:txBody>
            </p:sp>
          </p:grpSp>
          <p:grpSp>
            <p:nvGrpSpPr>
              <p:cNvPr id="73" name="Group 72">
                <a:extLst>
                  <a:ext uri="{FF2B5EF4-FFF2-40B4-BE49-F238E27FC236}">
                    <a16:creationId xmlns:a16="http://schemas.microsoft.com/office/drawing/2014/main" id="{7F4F3A0D-A9CB-406C-AF54-3E679F55E77F}"/>
                  </a:ext>
                </a:extLst>
              </p:cNvPr>
              <p:cNvGrpSpPr/>
              <p:nvPr/>
            </p:nvGrpSpPr>
            <p:grpSpPr>
              <a:xfrm>
                <a:off x="9047809" y="983424"/>
                <a:ext cx="2787481" cy="453711"/>
                <a:chOff x="4602336" y="1175906"/>
                <a:chExt cx="3397105" cy="552938"/>
              </a:xfrm>
              <a:solidFill>
                <a:schemeClr val="bg1">
                  <a:lumMod val="65000"/>
                </a:schemeClr>
              </a:solidFill>
            </p:grpSpPr>
            <p:sp>
              <p:nvSpPr>
                <p:cNvPr id="74" name="Graphic 6" descr="Hanger">
                  <a:extLst>
                    <a:ext uri="{FF2B5EF4-FFF2-40B4-BE49-F238E27FC236}">
                      <a16:creationId xmlns:a16="http://schemas.microsoft.com/office/drawing/2014/main" id="{EA8BD686-6744-4128-B0B6-B1F811195580}"/>
                    </a:ext>
                  </a:extLst>
                </p:cNvPr>
                <p:cNvSpPr/>
                <p:nvPr/>
              </p:nvSpPr>
              <p:spPr>
                <a:xfrm>
                  <a:off x="5828561" y="1175906"/>
                  <a:ext cx="950802" cy="522470"/>
                </a:xfrm>
                <a:custGeom>
                  <a:avLst/>
                  <a:gdLst>
                    <a:gd name="connsiteX0" fmla="*/ 802554 w 838200"/>
                    <a:gd name="connsiteY0" fmla="*/ 465296 h 609600"/>
                    <a:gd name="connsiteX1" fmla="*/ 452034 w 838200"/>
                    <a:gd name="connsiteY1" fmla="*/ 257651 h 609600"/>
                    <a:gd name="connsiteX2" fmla="*/ 452034 w 838200"/>
                    <a:gd name="connsiteY2" fmla="*/ 207169 h 609600"/>
                    <a:gd name="connsiteX3" fmla="*/ 434889 w 838200"/>
                    <a:gd name="connsiteY3" fmla="*/ 180499 h 609600"/>
                    <a:gd name="connsiteX4" fmla="*/ 375834 w 838200"/>
                    <a:gd name="connsiteY4" fmla="*/ 111919 h 609600"/>
                    <a:gd name="connsiteX5" fmla="*/ 423459 w 838200"/>
                    <a:gd name="connsiteY5" fmla="*/ 64294 h 609600"/>
                    <a:gd name="connsiteX6" fmla="*/ 480609 w 838200"/>
                    <a:gd name="connsiteY6" fmla="*/ 111919 h 609600"/>
                    <a:gd name="connsiteX7" fmla="*/ 509184 w 838200"/>
                    <a:gd name="connsiteY7" fmla="*/ 140494 h 609600"/>
                    <a:gd name="connsiteX8" fmla="*/ 537759 w 838200"/>
                    <a:gd name="connsiteY8" fmla="*/ 111919 h 609600"/>
                    <a:gd name="connsiteX9" fmla="*/ 423459 w 838200"/>
                    <a:gd name="connsiteY9" fmla="*/ 7144 h 609600"/>
                    <a:gd name="connsiteX10" fmla="*/ 318684 w 838200"/>
                    <a:gd name="connsiteY10" fmla="*/ 111919 h 609600"/>
                    <a:gd name="connsiteX11" fmla="*/ 394884 w 838200"/>
                    <a:gd name="connsiteY11" fmla="*/ 225266 h 609600"/>
                    <a:gd name="connsiteX12" fmla="*/ 394884 w 838200"/>
                    <a:gd name="connsiteY12" fmla="*/ 257651 h 609600"/>
                    <a:gd name="connsiteX13" fmla="*/ 44364 w 838200"/>
                    <a:gd name="connsiteY13" fmla="*/ 465296 h 609600"/>
                    <a:gd name="connsiteX14" fmla="*/ 10074 w 838200"/>
                    <a:gd name="connsiteY14" fmla="*/ 551021 h 609600"/>
                    <a:gd name="connsiteX15" fmla="*/ 83416 w 838200"/>
                    <a:gd name="connsiteY15" fmla="*/ 607219 h 609600"/>
                    <a:gd name="connsiteX16" fmla="*/ 764454 w 838200"/>
                    <a:gd name="connsiteY16" fmla="*/ 607219 h 609600"/>
                    <a:gd name="connsiteX17" fmla="*/ 837796 w 838200"/>
                    <a:gd name="connsiteY17" fmla="*/ 551021 h 609600"/>
                    <a:gd name="connsiteX18" fmla="*/ 802554 w 838200"/>
                    <a:gd name="connsiteY18" fmla="*/ 465296 h 609600"/>
                    <a:gd name="connsiteX19" fmla="*/ 782551 w 838200"/>
                    <a:gd name="connsiteY19" fmla="*/ 535781 h 609600"/>
                    <a:gd name="connsiteX20" fmla="*/ 764454 w 838200"/>
                    <a:gd name="connsiteY20" fmla="*/ 550069 h 609600"/>
                    <a:gd name="connsiteX21" fmla="*/ 82464 w 838200"/>
                    <a:gd name="connsiteY21" fmla="*/ 550069 h 609600"/>
                    <a:gd name="connsiteX22" fmla="*/ 64366 w 838200"/>
                    <a:gd name="connsiteY22" fmla="*/ 535781 h 609600"/>
                    <a:gd name="connsiteX23" fmla="*/ 72939 w 838200"/>
                    <a:gd name="connsiteY23" fmla="*/ 514826 h 609600"/>
                    <a:gd name="connsiteX24" fmla="*/ 423459 w 838200"/>
                    <a:gd name="connsiteY24" fmla="*/ 307181 h 609600"/>
                    <a:gd name="connsiteX25" fmla="*/ 773979 w 838200"/>
                    <a:gd name="connsiteY25" fmla="*/ 514826 h 609600"/>
                    <a:gd name="connsiteX26" fmla="*/ 782551 w 838200"/>
                    <a:gd name="connsiteY26" fmla="*/ 535781 h 609600"/>
                    <a:gd name="connsiteX0" fmla="*/ 795411 w 833205"/>
                    <a:gd name="connsiteY0" fmla="*/ 458152 h 600075"/>
                    <a:gd name="connsiteX1" fmla="*/ 444891 w 833205"/>
                    <a:gd name="connsiteY1" fmla="*/ 250507 h 600075"/>
                    <a:gd name="connsiteX2" fmla="*/ 444891 w 833205"/>
                    <a:gd name="connsiteY2" fmla="*/ 200025 h 600075"/>
                    <a:gd name="connsiteX3" fmla="*/ 427746 w 833205"/>
                    <a:gd name="connsiteY3" fmla="*/ 173355 h 600075"/>
                    <a:gd name="connsiteX4" fmla="*/ 368691 w 833205"/>
                    <a:gd name="connsiteY4" fmla="*/ 104775 h 600075"/>
                    <a:gd name="connsiteX5" fmla="*/ 416316 w 833205"/>
                    <a:gd name="connsiteY5" fmla="*/ 57150 h 600075"/>
                    <a:gd name="connsiteX6" fmla="*/ 473466 w 833205"/>
                    <a:gd name="connsiteY6" fmla="*/ 104775 h 600075"/>
                    <a:gd name="connsiteX7" fmla="*/ 502041 w 833205"/>
                    <a:gd name="connsiteY7" fmla="*/ 133350 h 600075"/>
                    <a:gd name="connsiteX8" fmla="*/ 530616 w 833205"/>
                    <a:gd name="connsiteY8" fmla="*/ 104775 h 600075"/>
                    <a:gd name="connsiteX9" fmla="*/ 416316 w 833205"/>
                    <a:gd name="connsiteY9" fmla="*/ 0 h 600075"/>
                    <a:gd name="connsiteX10" fmla="*/ 311541 w 833205"/>
                    <a:gd name="connsiteY10" fmla="*/ 104775 h 600075"/>
                    <a:gd name="connsiteX11" fmla="*/ 387741 w 833205"/>
                    <a:gd name="connsiteY11" fmla="*/ 218122 h 600075"/>
                    <a:gd name="connsiteX12" fmla="*/ 37221 w 833205"/>
                    <a:gd name="connsiteY12" fmla="*/ 458152 h 600075"/>
                    <a:gd name="connsiteX13" fmla="*/ 2931 w 833205"/>
                    <a:gd name="connsiteY13" fmla="*/ 543877 h 600075"/>
                    <a:gd name="connsiteX14" fmla="*/ 76273 w 833205"/>
                    <a:gd name="connsiteY14" fmla="*/ 600075 h 600075"/>
                    <a:gd name="connsiteX15" fmla="*/ 757311 w 833205"/>
                    <a:gd name="connsiteY15" fmla="*/ 600075 h 600075"/>
                    <a:gd name="connsiteX16" fmla="*/ 830653 w 833205"/>
                    <a:gd name="connsiteY16" fmla="*/ 543877 h 600075"/>
                    <a:gd name="connsiteX17" fmla="*/ 795411 w 833205"/>
                    <a:gd name="connsiteY17" fmla="*/ 458152 h 600075"/>
                    <a:gd name="connsiteX18" fmla="*/ 775408 w 833205"/>
                    <a:gd name="connsiteY18" fmla="*/ 528637 h 600075"/>
                    <a:gd name="connsiteX19" fmla="*/ 757311 w 833205"/>
                    <a:gd name="connsiteY19" fmla="*/ 542925 h 600075"/>
                    <a:gd name="connsiteX20" fmla="*/ 75321 w 833205"/>
                    <a:gd name="connsiteY20" fmla="*/ 542925 h 600075"/>
                    <a:gd name="connsiteX21" fmla="*/ 57223 w 833205"/>
                    <a:gd name="connsiteY21" fmla="*/ 528637 h 600075"/>
                    <a:gd name="connsiteX22" fmla="*/ 65796 w 833205"/>
                    <a:gd name="connsiteY22" fmla="*/ 507682 h 600075"/>
                    <a:gd name="connsiteX23" fmla="*/ 416316 w 833205"/>
                    <a:gd name="connsiteY23" fmla="*/ 300037 h 600075"/>
                    <a:gd name="connsiteX24" fmla="*/ 766836 w 833205"/>
                    <a:gd name="connsiteY24" fmla="*/ 507682 h 600075"/>
                    <a:gd name="connsiteX25" fmla="*/ 775408 w 833205"/>
                    <a:gd name="connsiteY25" fmla="*/ 528637 h 600075"/>
                    <a:gd name="connsiteX0" fmla="*/ 799378 w 837172"/>
                    <a:gd name="connsiteY0" fmla="*/ 458152 h 600075"/>
                    <a:gd name="connsiteX1" fmla="*/ 448858 w 837172"/>
                    <a:gd name="connsiteY1" fmla="*/ 250507 h 600075"/>
                    <a:gd name="connsiteX2" fmla="*/ 448858 w 837172"/>
                    <a:gd name="connsiteY2" fmla="*/ 200025 h 600075"/>
                    <a:gd name="connsiteX3" fmla="*/ 431713 w 837172"/>
                    <a:gd name="connsiteY3" fmla="*/ 173355 h 600075"/>
                    <a:gd name="connsiteX4" fmla="*/ 372658 w 837172"/>
                    <a:gd name="connsiteY4" fmla="*/ 104775 h 600075"/>
                    <a:gd name="connsiteX5" fmla="*/ 420283 w 837172"/>
                    <a:gd name="connsiteY5" fmla="*/ 57150 h 600075"/>
                    <a:gd name="connsiteX6" fmla="*/ 477433 w 837172"/>
                    <a:gd name="connsiteY6" fmla="*/ 104775 h 600075"/>
                    <a:gd name="connsiteX7" fmla="*/ 506008 w 837172"/>
                    <a:gd name="connsiteY7" fmla="*/ 133350 h 600075"/>
                    <a:gd name="connsiteX8" fmla="*/ 534583 w 837172"/>
                    <a:gd name="connsiteY8" fmla="*/ 104775 h 600075"/>
                    <a:gd name="connsiteX9" fmla="*/ 420283 w 837172"/>
                    <a:gd name="connsiteY9" fmla="*/ 0 h 600075"/>
                    <a:gd name="connsiteX10" fmla="*/ 315508 w 837172"/>
                    <a:gd name="connsiteY10" fmla="*/ 104775 h 600075"/>
                    <a:gd name="connsiteX11" fmla="*/ 41188 w 837172"/>
                    <a:gd name="connsiteY11" fmla="*/ 458152 h 600075"/>
                    <a:gd name="connsiteX12" fmla="*/ 6898 w 837172"/>
                    <a:gd name="connsiteY12" fmla="*/ 543877 h 600075"/>
                    <a:gd name="connsiteX13" fmla="*/ 80240 w 837172"/>
                    <a:gd name="connsiteY13" fmla="*/ 600075 h 600075"/>
                    <a:gd name="connsiteX14" fmla="*/ 761278 w 837172"/>
                    <a:gd name="connsiteY14" fmla="*/ 600075 h 600075"/>
                    <a:gd name="connsiteX15" fmla="*/ 834620 w 837172"/>
                    <a:gd name="connsiteY15" fmla="*/ 543877 h 600075"/>
                    <a:gd name="connsiteX16" fmla="*/ 799378 w 837172"/>
                    <a:gd name="connsiteY16" fmla="*/ 458152 h 600075"/>
                    <a:gd name="connsiteX17" fmla="*/ 779375 w 837172"/>
                    <a:gd name="connsiteY17" fmla="*/ 528637 h 600075"/>
                    <a:gd name="connsiteX18" fmla="*/ 761278 w 837172"/>
                    <a:gd name="connsiteY18" fmla="*/ 542925 h 600075"/>
                    <a:gd name="connsiteX19" fmla="*/ 79288 w 837172"/>
                    <a:gd name="connsiteY19" fmla="*/ 542925 h 600075"/>
                    <a:gd name="connsiteX20" fmla="*/ 61190 w 837172"/>
                    <a:gd name="connsiteY20" fmla="*/ 528637 h 600075"/>
                    <a:gd name="connsiteX21" fmla="*/ 69763 w 837172"/>
                    <a:gd name="connsiteY21" fmla="*/ 507682 h 600075"/>
                    <a:gd name="connsiteX22" fmla="*/ 420283 w 837172"/>
                    <a:gd name="connsiteY22" fmla="*/ 300037 h 600075"/>
                    <a:gd name="connsiteX23" fmla="*/ 770803 w 837172"/>
                    <a:gd name="connsiteY23" fmla="*/ 507682 h 600075"/>
                    <a:gd name="connsiteX24" fmla="*/ 779375 w 837172"/>
                    <a:gd name="connsiteY24" fmla="*/ 528637 h 600075"/>
                    <a:gd name="connsiteX0" fmla="*/ 799378 w 837172"/>
                    <a:gd name="connsiteY0" fmla="*/ 458152 h 600075"/>
                    <a:gd name="connsiteX1" fmla="*/ 448858 w 837172"/>
                    <a:gd name="connsiteY1" fmla="*/ 250507 h 600075"/>
                    <a:gd name="connsiteX2" fmla="*/ 448858 w 837172"/>
                    <a:gd name="connsiteY2" fmla="*/ 200025 h 600075"/>
                    <a:gd name="connsiteX3" fmla="*/ 372658 w 837172"/>
                    <a:gd name="connsiteY3" fmla="*/ 104775 h 600075"/>
                    <a:gd name="connsiteX4" fmla="*/ 420283 w 837172"/>
                    <a:gd name="connsiteY4" fmla="*/ 57150 h 600075"/>
                    <a:gd name="connsiteX5" fmla="*/ 477433 w 837172"/>
                    <a:gd name="connsiteY5" fmla="*/ 104775 h 600075"/>
                    <a:gd name="connsiteX6" fmla="*/ 506008 w 837172"/>
                    <a:gd name="connsiteY6" fmla="*/ 133350 h 600075"/>
                    <a:gd name="connsiteX7" fmla="*/ 534583 w 837172"/>
                    <a:gd name="connsiteY7" fmla="*/ 104775 h 600075"/>
                    <a:gd name="connsiteX8" fmla="*/ 420283 w 837172"/>
                    <a:gd name="connsiteY8" fmla="*/ 0 h 600075"/>
                    <a:gd name="connsiteX9" fmla="*/ 315508 w 837172"/>
                    <a:gd name="connsiteY9" fmla="*/ 104775 h 600075"/>
                    <a:gd name="connsiteX10" fmla="*/ 41188 w 837172"/>
                    <a:gd name="connsiteY10" fmla="*/ 458152 h 600075"/>
                    <a:gd name="connsiteX11" fmla="*/ 6898 w 837172"/>
                    <a:gd name="connsiteY11" fmla="*/ 543877 h 600075"/>
                    <a:gd name="connsiteX12" fmla="*/ 80240 w 837172"/>
                    <a:gd name="connsiteY12" fmla="*/ 600075 h 600075"/>
                    <a:gd name="connsiteX13" fmla="*/ 761278 w 837172"/>
                    <a:gd name="connsiteY13" fmla="*/ 600075 h 600075"/>
                    <a:gd name="connsiteX14" fmla="*/ 834620 w 837172"/>
                    <a:gd name="connsiteY14" fmla="*/ 543877 h 600075"/>
                    <a:gd name="connsiteX15" fmla="*/ 799378 w 837172"/>
                    <a:gd name="connsiteY15" fmla="*/ 458152 h 600075"/>
                    <a:gd name="connsiteX16" fmla="*/ 779375 w 837172"/>
                    <a:gd name="connsiteY16" fmla="*/ 528637 h 600075"/>
                    <a:gd name="connsiteX17" fmla="*/ 761278 w 837172"/>
                    <a:gd name="connsiteY17" fmla="*/ 542925 h 600075"/>
                    <a:gd name="connsiteX18" fmla="*/ 79288 w 837172"/>
                    <a:gd name="connsiteY18" fmla="*/ 542925 h 600075"/>
                    <a:gd name="connsiteX19" fmla="*/ 61190 w 837172"/>
                    <a:gd name="connsiteY19" fmla="*/ 528637 h 600075"/>
                    <a:gd name="connsiteX20" fmla="*/ 69763 w 837172"/>
                    <a:gd name="connsiteY20" fmla="*/ 507682 h 600075"/>
                    <a:gd name="connsiteX21" fmla="*/ 420283 w 837172"/>
                    <a:gd name="connsiteY21" fmla="*/ 300037 h 600075"/>
                    <a:gd name="connsiteX22" fmla="*/ 770803 w 837172"/>
                    <a:gd name="connsiteY22" fmla="*/ 507682 h 600075"/>
                    <a:gd name="connsiteX23" fmla="*/ 779375 w 837172"/>
                    <a:gd name="connsiteY23" fmla="*/ 528637 h 600075"/>
                    <a:gd name="connsiteX0" fmla="*/ 799378 w 837172"/>
                    <a:gd name="connsiteY0" fmla="*/ 458152 h 600075"/>
                    <a:gd name="connsiteX1" fmla="*/ 448858 w 837172"/>
                    <a:gd name="connsiteY1" fmla="*/ 250507 h 600075"/>
                    <a:gd name="connsiteX2" fmla="*/ 372658 w 837172"/>
                    <a:gd name="connsiteY2" fmla="*/ 104775 h 600075"/>
                    <a:gd name="connsiteX3" fmla="*/ 420283 w 837172"/>
                    <a:gd name="connsiteY3" fmla="*/ 57150 h 600075"/>
                    <a:gd name="connsiteX4" fmla="*/ 477433 w 837172"/>
                    <a:gd name="connsiteY4" fmla="*/ 104775 h 600075"/>
                    <a:gd name="connsiteX5" fmla="*/ 506008 w 837172"/>
                    <a:gd name="connsiteY5" fmla="*/ 133350 h 600075"/>
                    <a:gd name="connsiteX6" fmla="*/ 534583 w 837172"/>
                    <a:gd name="connsiteY6" fmla="*/ 104775 h 600075"/>
                    <a:gd name="connsiteX7" fmla="*/ 420283 w 837172"/>
                    <a:gd name="connsiteY7" fmla="*/ 0 h 600075"/>
                    <a:gd name="connsiteX8" fmla="*/ 315508 w 837172"/>
                    <a:gd name="connsiteY8" fmla="*/ 104775 h 600075"/>
                    <a:gd name="connsiteX9" fmla="*/ 41188 w 837172"/>
                    <a:gd name="connsiteY9" fmla="*/ 458152 h 600075"/>
                    <a:gd name="connsiteX10" fmla="*/ 6898 w 837172"/>
                    <a:gd name="connsiteY10" fmla="*/ 543877 h 600075"/>
                    <a:gd name="connsiteX11" fmla="*/ 80240 w 837172"/>
                    <a:gd name="connsiteY11" fmla="*/ 600075 h 600075"/>
                    <a:gd name="connsiteX12" fmla="*/ 761278 w 837172"/>
                    <a:gd name="connsiteY12" fmla="*/ 600075 h 600075"/>
                    <a:gd name="connsiteX13" fmla="*/ 834620 w 837172"/>
                    <a:gd name="connsiteY13" fmla="*/ 543877 h 600075"/>
                    <a:gd name="connsiteX14" fmla="*/ 799378 w 837172"/>
                    <a:gd name="connsiteY14" fmla="*/ 458152 h 600075"/>
                    <a:gd name="connsiteX15" fmla="*/ 779375 w 837172"/>
                    <a:gd name="connsiteY15" fmla="*/ 528637 h 600075"/>
                    <a:gd name="connsiteX16" fmla="*/ 761278 w 837172"/>
                    <a:gd name="connsiteY16" fmla="*/ 542925 h 600075"/>
                    <a:gd name="connsiteX17" fmla="*/ 79288 w 837172"/>
                    <a:gd name="connsiteY17" fmla="*/ 542925 h 600075"/>
                    <a:gd name="connsiteX18" fmla="*/ 61190 w 837172"/>
                    <a:gd name="connsiteY18" fmla="*/ 528637 h 600075"/>
                    <a:gd name="connsiteX19" fmla="*/ 69763 w 837172"/>
                    <a:gd name="connsiteY19" fmla="*/ 507682 h 600075"/>
                    <a:gd name="connsiteX20" fmla="*/ 420283 w 837172"/>
                    <a:gd name="connsiteY20" fmla="*/ 300037 h 600075"/>
                    <a:gd name="connsiteX21" fmla="*/ 770803 w 837172"/>
                    <a:gd name="connsiteY21" fmla="*/ 507682 h 600075"/>
                    <a:gd name="connsiteX22" fmla="*/ 779375 w 837172"/>
                    <a:gd name="connsiteY22" fmla="*/ 528637 h 600075"/>
                    <a:gd name="connsiteX0" fmla="*/ 799378 w 837172"/>
                    <a:gd name="connsiteY0" fmla="*/ 458152 h 600075"/>
                    <a:gd name="connsiteX1" fmla="*/ 372658 w 837172"/>
                    <a:gd name="connsiteY1" fmla="*/ 104775 h 600075"/>
                    <a:gd name="connsiteX2" fmla="*/ 420283 w 837172"/>
                    <a:gd name="connsiteY2" fmla="*/ 57150 h 600075"/>
                    <a:gd name="connsiteX3" fmla="*/ 477433 w 837172"/>
                    <a:gd name="connsiteY3" fmla="*/ 104775 h 600075"/>
                    <a:gd name="connsiteX4" fmla="*/ 506008 w 837172"/>
                    <a:gd name="connsiteY4" fmla="*/ 133350 h 600075"/>
                    <a:gd name="connsiteX5" fmla="*/ 534583 w 837172"/>
                    <a:gd name="connsiteY5" fmla="*/ 104775 h 600075"/>
                    <a:gd name="connsiteX6" fmla="*/ 420283 w 837172"/>
                    <a:gd name="connsiteY6" fmla="*/ 0 h 600075"/>
                    <a:gd name="connsiteX7" fmla="*/ 315508 w 837172"/>
                    <a:gd name="connsiteY7" fmla="*/ 104775 h 600075"/>
                    <a:gd name="connsiteX8" fmla="*/ 41188 w 837172"/>
                    <a:gd name="connsiteY8" fmla="*/ 458152 h 600075"/>
                    <a:gd name="connsiteX9" fmla="*/ 6898 w 837172"/>
                    <a:gd name="connsiteY9" fmla="*/ 543877 h 600075"/>
                    <a:gd name="connsiteX10" fmla="*/ 80240 w 837172"/>
                    <a:gd name="connsiteY10" fmla="*/ 600075 h 600075"/>
                    <a:gd name="connsiteX11" fmla="*/ 761278 w 837172"/>
                    <a:gd name="connsiteY11" fmla="*/ 600075 h 600075"/>
                    <a:gd name="connsiteX12" fmla="*/ 834620 w 837172"/>
                    <a:gd name="connsiteY12" fmla="*/ 543877 h 600075"/>
                    <a:gd name="connsiteX13" fmla="*/ 799378 w 837172"/>
                    <a:gd name="connsiteY13" fmla="*/ 458152 h 600075"/>
                    <a:gd name="connsiteX14" fmla="*/ 779375 w 837172"/>
                    <a:gd name="connsiteY14" fmla="*/ 528637 h 600075"/>
                    <a:gd name="connsiteX15" fmla="*/ 761278 w 837172"/>
                    <a:gd name="connsiteY15" fmla="*/ 542925 h 600075"/>
                    <a:gd name="connsiteX16" fmla="*/ 79288 w 837172"/>
                    <a:gd name="connsiteY16" fmla="*/ 542925 h 600075"/>
                    <a:gd name="connsiteX17" fmla="*/ 61190 w 837172"/>
                    <a:gd name="connsiteY17" fmla="*/ 528637 h 600075"/>
                    <a:gd name="connsiteX18" fmla="*/ 69763 w 837172"/>
                    <a:gd name="connsiteY18" fmla="*/ 507682 h 600075"/>
                    <a:gd name="connsiteX19" fmla="*/ 420283 w 837172"/>
                    <a:gd name="connsiteY19" fmla="*/ 300037 h 600075"/>
                    <a:gd name="connsiteX20" fmla="*/ 770803 w 837172"/>
                    <a:gd name="connsiteY20" fmla="*/ 507682 h 600075"/>
                    <a:gd name="connsiteX21" fmla="*/ 779375 w 837172"/>
                    <a:gd name="connsiteY21" fmla="*/ 528637 h 600075"/>
                    <a:gd name="connsiteX0" fmla="*/ 804847 w 842641"/>
                    <a:gd name="connsiteY0" fmla="*/ 475660 h 617583"/>
                    <a:gd name="connsiteX1" fmla="*/ 378127 w 842641"/>
                    <a:gd name="connsiteY1" fmla="*/ 122283 h 617583"/>
                    <a:gd name="connsiteX2" fmla="*/ 425752 w 842641"/>
                    <a:gd name="connsiteY2" fmla="*/ 74658 h 617583"/>
                    <a:gd name="connsiteX3" fmla="*/ 482902 w 842641"/>
                    <a:gd name="connsiteY3" fmla="*/ 122283 h 617583"/>
                    <a:gd name="connsiteX4" fmla="*/ 511477 w 842641"/>
                    <a:gd name="connsiteY4" fmla="*/ 150858 h 617583"/>
                    <a:gd name="connsiteX5" fmla="*/ 540052 w 842641"/>
                    <a:gd name="connsiteY5" fmla="*/ 122283 h 617583"/>
                    <a:gd name="connsiteX6" fmla="*/ 425752 w 842641"/>
                    <a:gd name="connsiteY6" fmla="*/ 17508 h 617583"/>
                    <a:gd name="connsiteX7" fmla="*/ 46657 w 842641"/>
                    <a:gd name="connsiteY7" fmla="*/ 475660 h 617583"/>
                    <a:gd name="connsiteX8" fmla="*/ 12367 w 842641"/>
                    <a:gd name="connsiteY8" fmla="*/ 561385 h 617583"/>
                    <a:gd name="connsiteX9" fmla="*/ 85709 w 842641"/>
                    <a:gd name="connsiteY9" fmla="*/ 617583 h 617583"/>
                    <a:gd name="connsiteX10" fmla="*/ 766747 w 842641"/>
                    <a:gd name="connsiteY10" fmla="*/ 617583 h 617583"/>
                    <a:gd name="connsiteX11" fmla="*/ 840089 w 842641"/>
                    <a:gd name="connsiteY11" fmla="*/ 561385 h 617583"/>
                    <a:gd name="connsiteX12" fmla="*/ 804847 w 842641"/>
                    <a:gd name="connsiteY12" fmla="*/ 475660 h 617583"/>
                    <a:gd name="connsiteX13" fmla="*/ 784844 w 842641"/>
                    <a:gd name="connsiteY13" fmla="*/ 546145 h 617583"/>
                    <a:gd name="connsiteX14" fmla="*/ 766747 w 842641"/>
                    <a:gd name="connsiteY14" fmla="*/ 560433 h 617583"/>
                    <a:gd name="connsiteX15" fmla="*/ 84757 w 842641"/>
                    <a:gd name="connsiteY15" fmla="*/ 560433 h 617583"/>
                    <a:gd name="connsiteX16" fmla="*/ 66659 w 842641"/>
                    <a:gd name="connsiteY16" fmla="*/ 546145 h 617583"/>
                    <a:gd name="connsiteX17" fmla="*/ 75232 w 842641"/>
                    <a:gd name="connsiteY17" fmla="*/ 525190 h 617583"/>
                    <a:gd name="connsiteX18" fmla="*/ 425752 w 842641"/>
                    <a:gd name="connsiteY18" fmla="*/ 317545 h 617583"/>
                    <a:gd name="connsiteX19" fmla="*/ 776272 w 842641"/>
                    <a:gd name="connsiteY19" fmla="*/ 525190 h 617583"/>
                    <a:gd name="connsiteX20" fmla="*/ 784844 w 842641"/>
                    <a:gd name="connsiteY20" fmla="*/ 546145 h 617583"/>
                    <a:gd name="connsiteX0" fmla="*/ 804847 w 842641"/>
                    <a:gd name="connsiteY0" fmla="*/ 475660 h 617583"/>
                    <a:gd name="connsiteX1" fmla="*/ 425752 w 842641"/>
                    <a:gd name="connsiteY1" fmla="*/ 74658 h 617583"/>
                    <a:gd name="connsiteX2" fmla="*/ 482902 w 842641"/>
                    <a:gd name="connsiteY2" fmla="*/ 122283 h 617583"/>
                    <a:gd name="connsiteX3" fmla="*/ 511477 w 842641"/>
                    <a:gd name="connsiteY3" fmla="*/ 150858 h 617583"/>
                    <a:gd name="connsiteX4" fmla="*/ 540052 w 842641"/>
                    <a:gd name="connsiteY4" fmla="*/ 122283 h 617583"/>
                    <a:gd name="connsiteX5" fmla="*/ 425752 w 842641"/>
                    <a:gd name="connsiteY5" fmla="*/ 17508 h 617583"/>
                    <a:gd name="connsiteX6" fmla="*/ 46657 w 842641"/>
                    <a:gd name="connsiteY6" fmla="*/ 475660 h 617583"/>
                    <a:gd name="connsiteX7" fmla="*/ 12367 w 842641"/>
                    <a:gd name="connsiteY7" fmla="*/ 561385 h 617583"/>
                    <a:gd name="connsiteX8" fmla="*/ 85709 w 842641"/>
                    <a:gd name="connsiteY8" fmla="*/ 617583 h 617583"/>
                    <a:gd name="connsiteX9" fmla="*/ 766747 w 842641"/>
                    <a:gd name="connsiteY9" fmla="*/ 617583 h 617583"/>
                    <a:gd name="connsiteX10" fmla="*/ 840089 w 842641"/>
                    <a:gd name="connsiteY10" fmla="*/ 561385 h 617583"/>
                    <a:gd name="connsiteX11" fmla="*/ 804847 w 842641"/>
                    <a:gd name="connsiteY11" fmla="*/ 475660 h 617583"/>
                    <a:gd name="connsiteX12" fmla="*/ 784844 w 842641"/>
                    <a:gd name="connsiteY12" fmla="*/ 546145 h 617583"/>
                    <a:gd name="connsiteX13" fmla="*/ 766747 w 842641"/>
                    <a:gd name="connsiteY13" fmla="*/ 560433 h 617583"/>
                    <a:gd name="connsiteX14" fmla="*/ 84757 w 842641"/>
                    <a:gd name="connsiteY14" fmla="*/ 560433 h 617583"/>
                    <a:gd name="connsiteX15" fmla="*/ 66659 w 842641"/>
                    <a:gd name="connsiteY15" fmla="*/ 546145 h 617583"/>
                    <a:gd name="connsiteX16" fmla="*/ 75232 w 842641"/>
                    <a:gd name="connsiteY16" fmla="*/ 525190 h 617583"/>
                    <a:gd name="connsiteX17" fmla="*/ 425752 w 842641"/>
                    <a:gd name="connsiteY17" fmla="*/ 317545 h 617583"/>
                    <a:gd name="connsiteX18" fmla="*/ 776272 w 842641"/>
                    <a:gd name="connsiteY18" fmla="*/ 525190 h 617583"/>
                    <a:gd name="connsiteX19" fmla="*/ 784844 w 842641"/>
                    <a:gd name="connsiteY19" fmla="*/ 546145 h 617583"/>
                    <a:gd name="connsiteX0" fmla="*/ 811977 w 849771"/>
                    <a:gd name="connsiteY0" fmla="*/ 401002 h 542925"/>
                    <a:gd name="connsiteX1" fmla="*/ 432882 w 849771"/>
                    <a:gd name="connsiteY1" fmla="*/ 0 h 542925"/>
                    <a:gd name="connsiteX2" fmla="*/ 490032 w 849771"/>
                    <a:gd name="connsiteY2" fmla="*/ 47625 h 542925"/>
                    <a:gd name="connsiteX3" fmla="*/ 518607 w 849771"/>
                    <a:gd name="connsiteY3" fmla="*/ 76200 h 542925"/>
                    <a:gd name="connsiteX4" fmla="*/ 547182 w 849771"/>
                    <a:gd name="connsiteY4" fmla="*/ 47625 h 542925"/>
                    <a:gd name="connsiteX5" fmla="*/ 53787 w 849771"/>
                    <a:gd name="connsiteY5" fmla="*/ 401002 h 542925"/>
                    <a:gd name="connsiteX6" fmla="*/ 19497 w 849771"/>
                    <a:gd name="connsiteY6" fmla="*/ 486727 h 542925"/>
                    <a:gd name="connsiteX7" fmla="*/ 92839 w 849771"/>
                    <a:gd name="connsiteY7" fmla="*/ 542925 h 542925"/>
                    <a:gd name="connsiteX8" fmla="*/ 773877 w 849771"/>
                    <a:gd name="connsiteY8" fmla="*/ 542925 h 542925"/>
                    <a:gd name="connsiteX9" fmla="*/ 847219 w 849771"/>
                    <a:gd name="connsiteY9" fmla="*/ 486727 h 542925"/>
                    <a:gd name="connsiteX10" fmla="*/ 811977 w 849771"/>
                    <a:gd name="connsiteY10" fmla="*/ 401002 h 542925"/>
                    <a:gd name="connsiteX11" fmla="*/ 791974 w 849771"/>
                    <a:gd name="connsiteY11" fmla="*/ 471487 h 542925"/>
                    <a:gd name="connsiteX12" fmla="*/ 773877 w 849771"/>
                    <a:gd name="connsiteY12" fmla="*/ 485775 h 542925"/>
                    <a:gd name="connsiteX13" fmla="*/ 91887 w 849771"/>
                    <a:gd name="connsiteY13" fmla="*/ 485775 h 542925"/>
                    <a:gd name="connsiteX14" fmla="*/ 73789 w 849771"/>
                    <a:gd name="connsiteY14" fmla="*/ 471487 h 542925"/>
                    <a:gd name="connsiteX15" fmla="*/ 82362 w 849771"/>
                    <a:gd name="connsiteY15" fmla="*/ 450532 h 542925"/>
                    <a:gd name="connsiteX16" fmla="*/ 432882 w 849771"/>
                    <a:gd name="connsiteY16" fmla="*/ 242887 h 542925"/>
                    <a:gd name="connsiteX17" fmla="*/ 783402 w 849771"/>
                    <a:gd name="connsiteY17" fmla="*/ 450532 h 542925"/>
                    <a:gd name="connsiteX18" fmla="*/ 791974 w 849771"/>
                    <a:gd name="connsiteY18" fmla="*/ 471487 h 542925"/>
                    <a:gd name="connsiteX0" fmla="*/ 811977 w 849771"/>
                    <a:gd name="connsiteY0" fmla="*/ 401002 h 542925"/>
                    <a:gd name="connsiteX1" fmla="*/ 432882 w 849771"/>
                    <a:gd name="connsiteY1" fmla="*/ 0 h 542925"/>
                    <a:gd name="connsiteX2" fmla="*/ 490032 w 849771"/>
                    <a:gd name="connsiteY2" fmla="*/ 47625 h 542925"/>
                    <a:gd name="connsiteX3" fmla="*/ 547182 w 849771"/>
                    <a:gd name="connsiteY3" fmla="*/ 47625 h 542925"/>
                    <a:gd name="connsiteX4" fmla="*/ 53787 w 849771"/>
                    <a:gd name="connsiteY4" fmla="*/ 401002 h 542925"/>
                    <a:gd name="connsiteX5" fmla="*/ 19497 w 849771"/>
                    <a:gd name="connsiteY5" fmla="*/ 486727 h 542925"/>
                    <a:gd name="connsiteX6" fmla="*/ 92839 w 849771"/>
                    <a:gd name="connsiteY6" fmla="*/ 542925 h 542925"/>
                    <a:gd name="connsiteX7" fmla="*/ 773877 w 849771"/>
                    <a:gd name="connsiteY7" fmla="*/ 542925 h 542925"/>
                    <a:gd name="connsiteX8" fmla="*/ 847219 w 849771"/>
                    <a:gd name="connsiteY8" fmla="*/ 486727 h 542925"/>
                    <a:gd name="connsiteX9" fmla="*/ 811977 w 849771"/>
                    <a:gd name="connsiteY9" fmla="*/ 401002 h 542925"/>
                    <a:gd name="connsiteX10" fmla="*/ 791974 w 849771"/>
                    <a:gd name="connsiteY10" fmla="*/ 471487 h 542925"/>
                    <a:gd name="connsiteX11" fmla="*/ 773877 w 849771"/>
                    <a:gd name="connsiteY11" fmla="*/ 485775 h 542925"/>
                    <a:gd name="connsiteX12" fmla="*/ 91887 w 849771"/>
                    <a:gd name="connsiteY12" fmla="*/ 485775 h 542925"/>
                    <a:gd name="connsiteX13" fmla="*/ 73789 w 849771"/>
                    <a:gd name="connsiteY13" fmla="*/ 471487 h 542925"/>
                    <a:gd name="connsiteX14" fmla="*/ 82362 w 849771"/>
                    <a:gd name="connsiteY14" fmla="*/ 450532 h 542925"/>
                    <a:gd name="connsiteX15" fmla="*/ 432882 w 849771"/>
                    <a:gd name="connsiteY15" fmla="*/ 242887 h 542925"/>
                    <a:gd name="connsiteX16" fmla="*/ 783402 w 849771"/>
                    <a:gd name="connsiteY16" fmla="*/ 450532 h 542925"/>
                    <a:gd name="connsiteX17" fmla="*/ 791974 w 849771"/>
                    <a:gd name="connsiteY17" fmla="*/ 471487 h 542925"/>
                    <a:gd name="connsiteX0" fmla="*/ 808316 w 846110"/>
                    <a:gd name="connsiteY0" fmla="*/ 403561 h 545484"/>
                    <a:gd name="connsiteX1" fmla="*/ 429221 w 846110"/>
                    <a:gd name="connsiteY1" fmla="*/ 2559 h 545484"/>
                    <a:gd name="connsiteX2" fmla="*/ 486371 w 846110"/>
                    <a:gd name="connsiteY2" fmla="*/ 50184 h 545484"/>
                    <a:gd name="connsiteX3" fmla="*/ 50126 w 846110"/>
                    <a:gd name="connsiteY3" fmla="*/ 403561 h 545484"/>
                    <a:gd name="connsiteX4" fmla="*/ 15836 w 846110"/>
                    <a:gd name="connsiteY4" fmla="*/ 489286 h 545484"/>
                    <a:gd name="connsiteX5" fmla="*/ 89178 w 846110"/>
                    <a:gd name="connsiteY5" fmla="*/ 545484 h 545484"/>
                    <a:gd name="connsiteX6" fmla="*/ 770216 w 846110"/>
                    <a:gd name="connsiteY6" fmla="*/ 545484 h 545484"/>
                    <a:gd name="connsiteX7" fmla="*/ 843558 w 846110"/>
                    <a:gd name="connsiteY7" fmla="*/ 489286 h 545484"/>
                    <a:gd name="connsiteX8" fmla="*/ 808316 w 846110"/>
                    <a:gd name="connsiteY8" fmla="*/ 403561 h 545484"/>
                    <a:gd name="connsiteX9" fmla="*/ 788313 w 846110"/>
                    <a:gd name="connsiteY9" fmla="*/ 474046 h 545484"/>
                    <a:gd name="connsiteX10" fmla="*/ 770216 w 846110"/>
                    <a:gd name="connsiteY10" fmla="*/ 488334 h 545484"/>
                    <a:gd name="connsiteX11" fmla="*/ 88226 w 846110"/>
                    <a:gd name="connsiteY11" fmla="*/ 488334 h 545484"/>
                    <a:gd name="connsiteX12" fmla="*/ 70128 w 846110"/>
                    <a:gd name="connsiteY12" fmla="*/ 474046 h 545484"/>
                    <a:gd name="connsiteX13" fmla="*/ 78701 w 846110"/>
                    <a:gd name="connsiteY13" fmla="*/ 453091 h 545484"/>
                    <a:gd name="connsiteX14" fmla="*/ 429221 w 846110"/>
                    <a:gd name="connsiteY14" fmla="*/ 245446 h 545484"/>
                    <a:gd name="connsiteX15" fmla="*/ 779741 w 846110"/>
                    <a:gd name="connsiteY15" fmla="*/ 453091 h 545484"/>
                    <a:gd name="connsiteX16" fmla="*/ 788313 w 846110"/>
                    <a:gd name="connsiteY16" fmla="*/ 474046 h 545484"/>
                    <a:gd name="connsiteX0" fmla="*/ 804848 w 842642"/>
                    <a:gd name="connsiteY0" fmla="*/ 401002 h 542925"/>
                    <a:gd name="connsiteX1" fmla="*/ 425753 w 842642"/>
                    <a:gd name="connsiteY1" fmla="*/ 0 h 542925"/>
                    <a:gd name="connsiteX2" fmla="*/ 46658 w 842642"/>
                    <a:gd name="connsiteY2" fmla="*/ 401002 h 542925"/>
                    <a:gd name="connsiteX3" fmla="*/ 12368 w 842642"/>
                    <a:gd name="connsiteY3" fmla="*/ 486727 h 542925"/>
                    <a:gd name="connsiteX4" fmla="*/ 85710 w 842642"/>
                    <a:gd name="connsiteY4" fmla="*/ 542925 h 542925"/>
                    <a:gd name="connsiteX5" fmla="*/ 766748 w 842642"/>
                    <a:gd name="connsiteY5" fmla="*/ 542925 h 542925"/>
                    <a:gd name="connsiteX6" fmla="*/ 840090 w 842642"/>
                    <a:gd name="connsiteY6" fmla="*/ 486727 h 542925"/>
                    <a:gd name="connsiteX7" fmla="*/ 804848 w 842642"/>
                    <a:gd name="connsiteY7" fmla="*/ 401002 h 542925"/>
                    <a:gd name="connsiteX8" fmla="*/ 784845 w 842642"/>
                    <a:gd name="connsiteY8" fmla="*/ 471487 h 542925"/>
                    <a:gd name="connsiteX9" fmla="*/ 766748 w 842642"/>
                    <a:gd name="connsiteY9" fmla="*/ 485775 h 542925"/>
                    <a:gd name="connsiteX10" fmla="*/ 84758 w 842642"/>
                    <a:gd name="connsiteY10" fmla="*/ 485775 h 542925"/>
                    <a:gd name="connsiteX11" fmla="*/ 66660 w 842642"/>
                    <a:gd name="connsiteY11" fmla="*/ 471487 h 542925"/>
                    <a:gd name="connsiteX12" fmla="*/ 75233 w 842642"/>
                    <a:gd name="connsiteY12" fmla="*/ 450532 h 542925"/>
                    <a:gd name="connsiteX13" fmla="*/ 425753 w 842642"/>
                    <a:gd name="connsiteY13" fmla="*/ 242887 h 542925"/>
                    <a:gd name="connsiteX14" fmla="*/ 776273 w 842642"/>
                    <a:gd name="connsiteY14" fmla="*/ 450532 h 542925"/>
                    <a:gd name="connsiteX15" fmla="*/ 784845 w 842642"/>
                    <a:gd name="connsiteY15" fmla="*/ 471487 h 542925"/>
                    <a:gd name="connsiteX0" fmla="*/ 830163 w 867957"/>
                    <a:gd name="connsiteY0" fmla="*/ 158115 h 300038"/>
                    <a:gd name="connsiteX1" fmla="*/ 71973 w 867957"/>
                    <a:gd name="connsiteY1" fmla="*/ 158115 h 300038"/>
                    <a:gd name="connsiteX2" fmla="*/ 37683 w 867957"/>
                    <a:gd name="connsiteY2" fmla="*/ 243840 h 300038"/>
                    <a:gd name="connsiteX3" fmla="*/ 111025 w 867957"/>
                    <a:gd name="connsiteY3" fmla="*/ 300038 h 300038"/>
                    <a:gd name="connsiteX4" fmla="*/ 792063 w 867957"/>
                    <a:gd name="connsiteY4" fmla="*/ 300038 h 300038"/>
                    <a:gd name="connsiteX5" fmla="*/ 865405 w 867957"/>
                    <a:gd name="connsiteY5" fmla="*/ 243840 h 300038"/>
                    <a:gd name="connsiteX6" fmla="*/ 830163 w 867957"/>
                    <a:gd name="connsiteY6" fmla="*/ 158115 h 300038"/>
                    <a:gd name="connsiteX7" fmla="*/ 810160 w 867957"/>
                    <a:gd name="connsiteY7" fmla="*/ 228600 h 300038"/>
                    <a:gd name="connsiteX8" fmla="*/ 792063 w 867957"/>
                    <a:gd name="connsiteY8" fmla="*/ 242888 h 300038"/>
                    <a:gd name="connsiteX9" fmla="*/ 110073 w 867957"/>
                    <a:gd name="connsiteY9" fmla="*/ 242888 h 300038"/>
                    <a:gd name="connsiteX10" fmla="*/ 91975 w 867957"/>
                    <a:gd name="connsiteY10" fmla="*/ 228600 h 300038"/>
                    <a:gd name="connsiteX11" fmla="*/ 100548 w 867957"/>
                    <a:gd name="connsiteY11" fmla="*/ 207645 h 300038"/>
                    <a:gd name="connsiteX12" fmla="*/ 451068 w 867957"/>
                    <a:gd name="connsiteY12" fmla="*/ 0 h 300038"/>
                    <a:gd name="connsiteX13" fmla="*/ 801588 w 867957"/>
                    <a:gd name="connsiteY13" fmla="*/ 207645 h 300038"/>
                    <a:gd name="connsiteX14" fmla="*/ 810160 w 867957"/>
                    <a:gd name="connsiteY14" fmla="*/ 228600 h 300038"/>
                    <a:gd name="connsiteX0" fmla="*/ 830163 w 867957"/>
                    <a:gd name="connsiteY0" fmla="*/ 10716 h 152639"/>
                    <a:gd name="connsiteX1" fmla="*/ 71973 w 867957"/>
                    <a:gd name="connsiteY1" fmla="*/ 10716 h 152639"/>
                    <a:gd name="connsiteX2" fmla="*/ 37683 w 867957"/>
                    <a:gd name="connsiteY2" fmla="*/ 96441 h 152639"/>
                    <a:gd name="connsiteX3" fmla="*/ 111025 w 867957"/>
                    <a:gd name="connsiteY3" fmla="*/ 152639 h 152639"/>
                    <a:gd name="connsiteX4" fmla="*/ 792063 w 867957"/>
                    <a:gd name="connsiteY4" fmla="*/ 152639 h 152639"/>
                    <a:gd name="connsiteX5" fmla="*/ 865405 w 867957"/>
                    <a:gd name="connsiteY5" fmla="*/ 96441 h 152639"/>
                    <a:gd name="connsiteX6" fmla="*/ 830163 w 867957"/>
                    <a:gd name="connsiteY6" fmla="*/ 10716 h 152639"/>
                    <a:gd name="connsiteX7" fmla="*/ 810160 w 867957"/>
                    <a:gd name="connsiteY7" fmla="*/ 81201 h 152639"/>
                    <a:gd name="connsiteX8" fmla="*/ 792063 w 867957"/>
                    <a:gd name="connsiteY8" fmla="*/ 95489 h 152639"/>
                    <a:gd name="connsiteX9" fmla="*/ 110073 w 867957"/>
                    <a:gd name="connsiteY9" fmla="*/ 95489 h 152639"/>
                    <a:gd name="connsiteX10" fmla="*/ 91975 w 867957"/>
                    <a:gd name="connsiteY10" fmla="*/ 81201 h 152639"/>
                    <a:gd name="connsiteX11" fmla="*/ 100548 w 867957"/>
                    <a:gd name="connsiteY11" fmla="*/ 60246 h 152639"/>
                    <a:gd name="connsiteX12" fmla="*/ 801588 w 867957"/>
                    <a:gd name="connsiteY12" fmla="*/ 60246 h 152639"/>
                    <a:gd name="connsiteX13" fmla="*/ 810160 w 867957"/>
                    <a:gd name="connsiteY13" fmla="*/ 81201 h 152639"/>
                    <a:gd name="connsiteX0" fmla="*/ 847051 w 884845"/>
                    <a:gd name="connsiteY0" fmla="*/ 10716 h 152639"/>
                    <a:gd name="connsiteX1" fmla="*/ 88861 w 884845"/>
                    <a:gd name="connsiteY1" fmla="*/ 10716 h 152639"/>
                    <a:gd name="connsiteX2" fmla="*/ 17862 w 884845"/>
                    <a:gd name="connsiteY2" fmla="*/ 99340 h 152639"/>
                    <a:gd name="connsiteX3" fmla="*/ 127913 w 884845"/>
                    <a:gd name="connsiteY3" fmla="*/ 152639 h 152639"/>
                    <a:gd name="connsiteX4" fmla="*/ 808951 w 884845"/>
                    <a:gd name="connsiteY4" fmla="*/ 152639 h 152639"/>
                    <a:gd name="connsiteX5" fmla="*/ 882293 w 884845"/>
                    <a:gd name="connsiteY5" fmla="*/ 96441 h 152639"/>
                    <a:gd name="connsiteX6" fmla="*/ 847051 w 884845"/>
                    <a:gd name="connsiteY6" fmla="*/ 10716 h 152639"/>
                    <a:gd name="connsiteX7" fmla="*/ 827048 w 884845"/>
                    <a:gd name="connsiteY7" fmla="*/ 81201 h 152639"/>
                    <a:gd name="connsiteX8" fmla="*/ 808951 w 884845"/>
                    <a:gd name="connsiteY8" fmla="*/ 95489 h 152639"/>
                    <a:gd name="connsiteX9" fmla="*/ 126961 w 884845"/>
                    <a:gd name="connsiteY9" fmla="*/ 95489 h 152639"/>
                    <a:gd name="connsiteX10" fmla="*/ 108863 w 884845"/>
                    <a:gd name="connsiteY10" fmla="*/ 81201 h 152639"/>
                    <a:gd name="connsiteX11" fmla="*/ 117436 w 884845"/>
                    <a:gd name="connsiteY11" fmla="*/ 60246 h 152639"/>
                    <a:gd name="connsiteX12" fmla="*/ 818476 w 884845"/>
                    <a:gd name="connsiteY12" fmla="*/ 60246 h 152639"/>
                    <a:gd name="connsiteX13" fmla="*/ 827048 w 884845"/>
                    <a:gd name="connsiteY13" fmla="*/ 81201 h 152639"/>
                    <a:gd name="connsiteX0" fmla="*/ 864149 w 901943"/>
                    <a:gd name="connsiteY0" fmla="*/ 10716 h 152639"/>
                    <a:gd name="connsiteX1" fmla="*/ 105959 w 901943"/>
                    <a:gd name="connsiteY1" fmla="*/ 10716 h 152639"/>
                    <a:gd name="connsiteX2" fmla="*/ 8262 w 901943"/>
                    <a:gd name="connsiteY2" fmla="*/ 99340 h 152639"/>
                    <a:gd name="connsiteX3" fmla="*/ 145011 w 901943"/>
                    <a:gd name="connsiteY3" fmla="*/ 152639 h 152639"/>
                    <a:gd name="connsiteX4" fmla="*/ 826049 w 901943"/>
                    <a:gd name="connsiteY4" fmla="*/ 152639 h 152639"/>
                    <a:gd name="connsiteX5" fmla="*/ 899391 w 901943"/>
                    <a:gd name="connsiteY5" fmla="*/ 96441 h 152639"/>
                    <a:gd name="connsiteX6" fmla="*/ 864149 w 901943"/>
                    <a:gd name="connsiteY6" fmla="*/ 10716 h 152639"/>
                    <a:gd name="connsiteX7" fmla="*/ 844146 w 901943"/>
                    <a:gd name="connsiteY7" fmla="*/ 81201 h 152639"/>
                    <a:gd name="connsiteX8" fmla="*/ 826049 w 901943"/>
                    <a:gd name="connsiteY8" fmla="*/ 95489 h 152639"/>
                    <a:gd name="connsiteX9" fmla="*/ 144059 w 901943"/>
                    <a:gd name="connsiteY9" fmla="*/ 95489 h 152639"/>
                    <a:gd name="connsiteX10" fmla="*/ 125961 w 901943"/>
                    <a:gd name="connsiteY10" fmla="*/ 81201 h 152639"/>
                    <a:gd name="connsiteX11" fmla="*/ 134534 w 901943"/>
                    <a:gd name="connsiteY11" fmla="*/ 60246 h 152639"/>
                    <a:gd name="connsiteX12" fmla="*/ 835574 w 901943"/>
                    <a:gd name="connsiteY12" fmla="*/ 60246 h 152639"/>
                    <a:gd name="connsiteX13" fmla="*/ 844146 w 901943"/>
                    <a:gd name="connsiteY13" fmla="*/ 81201 h 152639"/>
                    <a:gd name="connsiteX0" fmla="*/ 864149 w 901943"/>
                    <a:gd name="connsiteY0" fmla="*/ 10716 h 152639"/>
                    <a:gd name="connsiteX1" fmla="*/ 105959 w 901943"/>
                    <a:gd name="connsiteY1" fmla="*/ 10716 h 152639"/>
                    <a:gd name="connsiteX2" fmla="*/ 8262 w 901943"/>
                    <a:gd name="connsiteY2" fmla="*/ 99340 h 152639"/>
                    <a:gd name="connsiteX3" fmla="*/ 145011 w 901943"/>
                    <a:gd name="connsiteY3" fmla="*/ 152639 h 152639"/>
                    <a:gd name="connsiteX4" fmla="*/ 826049 w 901943"/>
                    <a:gd name="connsiteY4" fmla="*/ 152639 h 152639"/>
                    <a:gd name="connsiteX5" fmla="*/ 899391 w 901943"/>
                    <a:gd name="connsiteY5" fmla="*/ 96441 h 152639"/>
                    <a:gd name="connsiteX6" fmla="*/ 864149 w 901943"/>
                    <a:gd name="connsiteY6" fmla="*/ 10716 h 152639"/>
                    <a:gd name="connsiteX7" fmla="*/ 844146 w 901943"/>
                    <a:gd name="connsiteY7" fmla="*/ 81201 h 152639"/>
                    <a:gd name="connsiteX8" fmla="*/ 826049 w 901943"/>
                    <a:gd name="connsiteY8" fmla="*/ 95489 h 152639"/>
                    <a:gd name="connsiteX9" fmla="*/ 144059 w 901943"/>
                    <a:gd name="connsiteY9" fmla="*/ 95489 h 152639"/>
                    <a:gd name="connsiteX10" fmla="*/ 125961 w 901943"/>
                    <a:gd name="connsiteY10" fmla="*/ 81201 h 152639"/>
                    <a:gd name="connsiteX11" fmla="*/ 141209 w 901943"/>
                    <a:gd name="connsiteY11" fmla="*/ 42851 h 152639"/>
                    <a:gd name="connsiteX12" fmla="*/ 835574 w 901943"/>
                    <a:gd name="connsiteY12" fmla="*/ 60246 h 152639"/>
                    <a:gd name="connsiteX13" fmla="*/ 844146 w 901943"/>
                    <a:gd name="connsiteY13" fmla="*/ 81201 h 152639"/>
                    <a:gd name="connsiteX0" fmla="*/ 864149 w 901943"/>
                    <a:gd name="connsiteY0" fmla="*/ 10716 h 152639"/>
                    <a:gd name="connsiteX1" fmla="*/ 105959 w 901943"/>
                    <a:gd name="connsiteY1" fmla="*/ 10716 h 152639"/>
                    <a:gd name="connsiteX2" fmla="*/ 8262 w 901943"/>
                    <a:gd name="connsiteY2" fmla="*/ 99340 h 152639"/>
                    <a:gd name="connsiteX3" fmla="*/ 145011 w 901943"/>
                    <a:gd name="connsiteY3" fmla="*/ 152639 h 152639"/>
                    <a:gd name="connsiteX4" fmla="*/ 826049 w 901943"/>
                    <a:gd name="connsiteY4" fmla="*/ 152639 h 152639"/>
                    <a:gd name="connsiteX5" fmla="*/ 899391 w 901943"/>
                    <a:gd name="connsiteY5" fmla="*/ 96441 h 152639"/>
                    <a:gd name="connsiteX6" fmla="*/ 864149 w 901943"/>
                    <a:gd name="connsiteY6" fmla="*/ 10716 h 152639"/>
                    <a:gd name="connsiteX7" fmla="*/ 844146 w 901943"/>
                    <a:gd name="connsiteY7" fmla="*/ 81201 h 152639"/>
                    <a:gd name="connsiteX8" fmla="*/ 826049 w 901943"/>
                    <a:gd name="connsiteY8" fmla="*/ 95489 h 152639"/>
                    <a:gd name="connsiteX9" fmla="*/ 144059 w 901943"/>
                    <a:gd name="connsiteY9" fmla="*/ 95489 h 152639"/>
                    <a:gd name="connsiteX10" fmla="*/ 125961 w 901943"/>
                    <a:gd name="connsiteY10" fmla="*/ 81201 h 152639"/>
                    <a:gd name="connsiteX11" fmla="*/ 141209 w 901943"/>
                    <a:gd name="connsiteY11" fmla="*/ 42851 h 152639"/>
                    <a:gd name="connsiteX12" fmla="*/ 812213 w 901943"/>
                    <a:gd name="connsiteY12" fmla="*/ 45750 h 152639"/>
                    <a:gd name="connsiteX13" fmla="*/ 844146 w 901943"/>
                    <a:gd name="connsiteY13" fmla="*/ 81201 h 152639"/>
                    <a:gd name="connsiteX0" fmla="*/ 864149 w 950239"/>
                    <a:gd name="connsiteY0" fmla="*/ 10716 h 152639"/>
                    <a:gd name="connsiteX1" fmla="*/ 105959 w 950239"/>
                    <a:gd name="connsiteY1" fmla="*/ 10716 h 152639"/>
                    <a:gd name="connsiteX2" fmla="*/ 8262 w 950239"/>
                    <a:gd name="connsiteY2" fmla="*/ 99340 h 152639"/>
                    <a:gd name="connsiteX3" fmla="*/ 145011 w 950239"/>
                    <a:gd name="connsiteY3" fmla="*/ 152639 h 152639"/>
                    <a:gd name="connsiteX4" fmla="*/ 826049 w 950239"/>
                    <a:gd name="connsiteY4" fmla="*/ 152639 h 152639"/>
                    <a:gd name="connsiteX5" fmla="*/ 949450 w 950239"/>
                    <a:gd name="connsiteY5" fmla="*/ 96441 h 152639"/>
                    <a:gd name="connsiteX6" fmla="*/ 864149 w 950239"/>
                    <a:gd name="connsiteY6" fmla="*/ 10716 h 152639"/>
                    <a:gd name="connsiteX7" fmla="*/ 844146 w 950239"/>
                    <a:gd name="connsiteY7" fmla="*/ 81201 h 152639"/>
                    <a:gd name="connsiteX8" fmla="*/ 826049 w 950239"/>
                    <a:gd name="connsiteY8" fmla="*/ 95489 h 152639"/>
                    <a:gd name="connsiteX9" fmla="*/ 144059 w 950239"/>
                    <a:gd name="connsiteY9" fmla="*/ 95489 h 152639"/>
                    <a:gd name="connsiteX10" fmla="*/ 125961 w 950239"/>
                    <a:gd name="connsiteY10" fmla="*/ 81201 h 152639"/>
                    <a:gd name="connsiteX11" fmla="*/ 141209 w 950239"/>
                    <a:gd name="connsiteY11" fmla="*/ 42851 h 152639"/>
                    <a:gd name="connsiteX12" fmla="*/ 812213 w 950239"/>
                    <a:gd name="connsiteY12" fmla="*/ 45750 h 152639"/>
                    <a:gd name="connsiteX13" fmla="*/ 844146 w 950239"/>
                    <a:gd name="connsiteY13" fmla="*/ 81201 h 152639"/>
                    <a:gd name="connsiteX0" fmla="*/ 884173 w 950802"/>
                    <a:gd name="connsiteY0" fmla="*/ 12275 h 151299"/>
                    <a:gd name="connsiteX1" fmla="*/ 105959 w 950802"/>
                    <a:gd name="connsiteY1" fmla="*/ 9376 h 151299"/>
                    <a:gd name="connsiteX2" fmla="*/ 8262 w 950802"/>
                    <a:gd name="connsiteY2" fmla="*/ 98000 h 151299"/>
                    <a:gd name="connsiteX3" fmla="*/ 145011 w 950802"/>
                    <a:gd name="connsiteY3" fmla="*/ 151299 h 151299"/>
                    <a:gd name="connsiteX4" fmla="*/ 826049 w 950802"/>
                    <a:gd name="connsiteY4" fmla="*/ 151299 h 151299"/>
                    <a:gd name="connsiteX5" fmla="*/ 949450 w 950802"/>
                    <a:gd name="connsiteY5" fmla="*/ 95101 h 151299"/>
                    <a:gd name="connsiteX6" fmla="*/ 884173 w 950802"/>
                    <a:gd name="connsiteY6" fmla="*/ 12275 h 151299"/>
                    <a:gd name="connsiteX7" fmla="*/ 844146 w 950802"/>
                    <a:gd name="connsiteY7" fmla="*/ 79861 h 151299"/>
                    <a:gd name="connsiteX8" fmla="*/ 826049 w 950802"/>
                    <a:gd name="connsiteY8" fmla="*/ 94149 h 151299"/>
                    <a:gd name="connsiteX9" fmla="*/ 144059 w 950802"/>
                    <a:gd name="connsiteY9" fmla="*/ 94149 h 151299"/>
                    <a:gd name="connsiteX10" fmla="*/ 125961 w 950802"/>
                    <a:gd name="connsiteY10" fmla="*/ 79861 h 151299"/>
                    <a:gd name="connsiteX11" fmla="*/ 141209 w 950802"/>
                    <a:gd name="connsiteY11" fmla="*/ 41511 h 151299"/>
                    <a:gd name="connsiteX12" fmla="*/ 812213 w 950802"/>
                    <a:gd name="connsiteY12" fmla="*/ 44410 h 151299"/>
                    <a:gd name="connsiteX13" fmla="*/ 844146 w 950802"/>
                    <a:gd name="connsiteY13" fmla="*/ 79861 h 15129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950802" h="151299">
                      <a:moveTo>
                        <a:pt x="884173" y="12275"/>
                      </a:moveTo>
                      <a:cubicBezTo>
                        <a:pt x="751934" y="-2012"/>
                        <a:pt x="238039" y="-4911"/>
                        <a:pt x="105959" y="9376"/>
                      </a:cubicBezTo>
                      <a:cubicBezTo>
                        <a:pt x="-26121" y="23663"/>
                        <a:pt x="-1263" y="64663"/>
                        <a:pt x="8262" y="98000"/>
                      </a:cubicBezTo>
                      <a:cubicBezTo>
                        <a:pt x="17787" y="131338"/>
                        <a:pt x="110721" y="151299"/>
                        <a:pt x="145011" y="151299"/>
                      </a:cubicBezTo>
                      <a:lnTo>
                        <a:pt x="826049" y="151299"/>
                      </a:lnTo>
                      <a:cubicBezTo>
                        <a:pt x="861291" y="151299"/>
                        <a:pt x="939763" y="118272"/>
                        <a:pt x="949450" y="95101"/>
                      </a:cubicBezTo>
                      <a:cubicBezTo>
                        <a:pt x="959137" y="71930"/>
                        <a:pt x="914653" y="30373"/>
                        <a:pt x="884173" y="12275"/>
                      </a:cubicBezTo>
                      <a:close/>
                      <a:moveTo>
                        <a:pt x="844146" y="79861"/>
                      </a:moveTo>
                      <a:cubicBezTo>
                        <a:pt x="846452" y="88151"/>
                        <a:pt x="838431" y="94149"/>
                        <a:pt x="826049" y="94149"/>
                      </a:cubicBezTo>
                      <a:lnTo>
                        <a:pt x="144059" y="94149"/>
                      </a:lnTo>
                      <a:cubicBezTo>
                        <a:pt x="130724" y="94149"/>
                        <a:pt x="126914" y="84624"/>
                        <a:pt x="125961" y="79861"/>
                      </a:cubicBezTo>
                      <a:cubicBezTo>
                        <a:pt x="125009" y="76051"/>
                        <a:pt x="129779" y="48179"/>
                        <a:pt x="141209" y="41511"/>
                      </a:cubicBezTo>
                      <a:lnTo>
                        <a:pt x="812213" y="44410"/>
                      </a:lnTo>
                      <a:cubicBezTo>
                        <a:pt x="823643" y="51078"/>
                        <a:pt x="841840" y="71571"/>
                        <a:pt x="844146" y="79861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200"/>
                </a:p>
              </p:txBody>
            </p:sp>
            <p:sp>
              <p:nvSpPr>
                <p:cNvPr id="75" name="Rectangle: Rounded Corners 4">
                  <a:extLst>
                    <a:ext uri="{FF2B5EF4-FFF2-40B4-BE49-F238E27FC236}">
                      <a16:creationId xmlns:a16="http://schemas.microsoft.com/office/drawing/2014/main" id="{7A169369-E477-46B6-A996-B20AE4715D6D}"/>
                    </a:ext>
                  </a:extLst>
                </p:cNvPr>
                <p:cNvSpPr/>
                <p:nvPr/>
              </p:nvSpPr>
              <p:spPr>
                <a:xfrm>
                  <a:off x="4602336" y="1430104"/>
                  <a:ext cx="3397105" cy="298740"/>
                </a:xfrm>
                <a:custGeom>
                  <a:avLst/>
                  <a:gdLst>
                    <a:gd name="connsiteX0" fmla="*/ 0 w 3397105"/>
                    <a:gd name="connsiteY0" fmla="*/ 71653 h 169907"/>
                    <a:gd name="connsiteX1" fmla="*/ 71653 w 3397105"/>
                    <a:gd name="connsiteY1" fmla="*/ 0 h 169907"/>
                    <a:gd name="connsiteX2" fmla="*/ 3325452 w 3397105"/>
                    <a:gd name="connsiteY2" fmla="*/ 0 h 169907"/>
                    <a:gd name="connsiteX3" fmla="*/ 3397105 w 3397105"/>
                    <a:gd name="connsiteY3" fmla="*/ 71653 h 169907"/>
                    <a:gd name="connsiteX4" fmla="*/ 3397105 w 3397105"/>
                    <a:gd name="connsiteY4" fmla="*/ 98254 h 169907"/>
                    <a:gd name="connsiteX5" fmla="*/ 3325452 w 3397105"/>
                    <a:gd name="connsiteY5" fmla="*/ 169907 h 169907"/>
                    <a:gd name="connsiteX6" fmla="*/ 71653 w 3397105"/>
                    <a:gd name="connsiteY6" fmla="*/ 169907 h 169907"/>
                    <a:gd name="connsiteX7" fmla="*/ 0 w 3397105"/>
                    <a:gd name="connsiteY7" fmla="*/ 98254 h 169907"/>
                    <a:gd name="connsiteX8" fmla="*/ 0 w 3397105"/>
                    <a:gd name="connsiteY8" fmla="*/ 71653 h 169907"/>
                    <a:gd name="connsiteX0" fmla="*/ 0 w 3397105"/>
                    <a:gd name="connsiteY0" fmla="*/ 200486 h 298740"/>
                    <a:gd name="connsiteX1" fmla="*/ 71653 w 3397105"/>
                    <a:gd name="connsiteY1" fmla="*/ 128833 h 298740"/>
                    <a:gd name="connsiteX2" fmla="*/ 1698790 w 3397105"/>
                    <a:gd name="connsiteY2" fmla="*/ 0 h 298740"/>
                    <a:gd name="connsiteX3" fmla="*/ 3325452 w 3397105"/>
                    <a:gd name="connsiteY3" fmla="*/ 128833 h 298740"/>
                    <a:gd name="connsiteX4" fmla="*/ 3397105 w 3397105"/>
                    <a:gd name="connsiteY4" fmla="*/ 200486 h 298740"/>
                    <a:gd name="connsiteX5" fmla="*/ 3397105 w 3397105"/>
                    <a:gd name="connsiteY5" fmla="*/ 227087 h 298740"/>
                    <a:gd name="connsiteX6" fmla="*/ 3325452 w 3397105"/>
                    <a:gd name="connsiteY6" fmla="*/ 298740 h 298740"/>
                    <a:gd name="connsiteX7" fmla="*/ 71653 w 3397105"/>
                    <a:gd name="connsiteY7" fmla="*/ 298740 h 298740"/>
                    <a:gd name="connsiteX8" fmla="*/ 0 w 3397105"/>
                    <a:gd name="connsiteY8" fmla="*/ 227087 h 298740"/>
                    <a:gd name="connsiteX9" fmla="*/ 0 w 3397105"/>
                    <a:gd name="connsiteY9" fmla="*/ 200486 h 2987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397105" h="298740">
                      <a:moveTo>
                        <a:pt x="0" y="200486"/>
                      </a:moveTo>
                      <a:cubicBezTo>
                        <a:pt x="0" y="160913"/>
                        <a:pt x="32080" y="128833"/>
                        <a:pt x="71653" y="128833"/>
                      </a:cubicBezTo>
                      <a:cubicBezTo>
                        <a:pt x="612587" y="127781"/>
                        <a:pt x="1157856" y="1052"/>
                        <a:pt x="1698790" y="0"/>
                      </a:cubicBezTo>
                      <a:cubicBezTo>
                        <a:pt x="2242455" y="1052"/>
                        <a:pt x="2781787" y="127781"/>
                        <a:pt x="3325452" y="128833"/>
                      </a:cubicBezTo>
                      <a:cubicBezTo>
                        <a:pt x="3365025" y="128833"/>
                        <a:pt x="3397105" y="160913"/>
                        <a:pt x="3397105" y="200486"/>
                      </a:cubicBezTo>
                      <a:lnTo>
                        <a:pt x="3397105" y="227087"/>
                      </a:lnTo>
                      <a:cubicBezTo>
                        <a:pt x="3397105" y="266660"/>
                        <a:pt x="3365025" y="298740"/>
                        <a:pt x="3325452" y="298740"/>
                      </a:cubicBezTo>
                      <a:lnTo>
                        <a:pt x="71653" y="298740"/>
                      </a:lnTo>
                      <a:cubicBezTo>
                        <a:pt x="32080" y="298740"/>
                        <a:pt x="0" y="266660"/>
                        <a:pt x="0" y="227087"/>
                      </a:cubicBezTo>
                      <a:lnTo>
                        <a:pt x="0" y="200486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 dirty="0"/>
                </a:p>
              </p:txBody>
            </p:sp>
          </p:grpSp>
        </p:grpSp>
        <p:pic>
          <p:nvPicPr>
            <p:cNvPr id="71" name="Graphic 70" descr="No sign">
              <a:extLst>
                <a:ext uri="{FF2B5EF4-FFF2-40B4-BE49-F238E27FC236}">
                  <a16:creationId xmlns:a16="http://schemas.microsoft.com/office/drawing/2014/main" id="{E9036352-80F7-4320-8343-70FFA2A459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89075" y="1301848"/>
              <a:ext cx="692306" cy="692306"/>
            </a:xfrm>
            <a:prstGeom prst="rect">
              <a:avLst/>
            </a:prstGeom>
          </p:spPr>
        </p:pic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E304699A-A842-4AAC-B2DB-C2090F5CBFE0}"/>
              </a:ext>
            </a:extLst>
          </p:cNvPr>
          <p:cNvGrpSpPr/>
          <p:nvPr/>
        </p:nvGrpSpPr>
        <p:grpSpPr>
          <a:xfrm>
            <a:off x="262159" y="2319474"/>
            <a:ext cx="599801" cy="576136"/>
            <a:chOff x="895929" y="1239691"/>
            <a:chExt cx="785452" cy="754463"/>
          </a:xfrm>
        </p:grpSpPr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033BDA5F-4D6E-45BC-B9BE-31EB5D7572FB}"/>
                </a:ext>
              </a:extLst>
            </p:cNvPr>
            <p:cNvGrpSpPr/>
            <p:nvPr/>
          </p:nvGrpSpPr>
          <p:grpSpPr>
            <a:xfrm>
              <a:off x="895929" y="1239691"/>
              <a:ext cx="591036" cy="714024"/>
              <a:chOff x="9047809" y="983424"/>
              <a:chExt cx="2787481" cy="3367526"/>
            </a:xfrm>
          </p:grpSpPr>
          <p:grpSp>
            <p:nvGrpSpPr>
              <p:cNvPr id="60" name="Group 59">
                <a:extLst>
                  <a:ext uri="{FF2B5EF4-FFF2-40B4-BE49-F238E27FC236}">
                    <a16:creationId xmlns:a16="http://schemas.microsoft.com/office/drawing/2014/main" id="{66C3DF88-FC11-45C8-B841-4523EE91C9AF}"/>
                  </a:ext>
                </a:extLst>
              </p:cNvPr>
              <p:cNvGrpSpPr/>
              <p:nvPr/>
            </p:nvGrpSpPr>
            <p:grpSpPr>
              <a:xfrm>
                <a:off x="9132386" y="1467295"/>
                <a:ext cx="2619484" cy="2883655"/>
                <a:chOff x="6698362" y="917347"/>
                <a:chExt cx="3688219" cy="4807045"/>
              </a:xfrm>
            </p:grpSpPr>
            <p:sp>
              <p:nvSpPr>
                <p:cNvPr id="64" name="Rectangle: Top Corners Rounded 3">
                  <a:extLst>
                    <a:ext uri="{FF2B5EF4-FFF2-40B4-BE49-F238E27FC236}">
                      <a16:creationId xmlns:a16="http://schemas.microsoft.com/office/drawing/2014/main" id="{08E17225-F256-4AC9-B2D2-27B0AA7B93BB}"/>
                    </a:ext>
                  </a:extLst>
                </p:cNvPr>
                <p:cNvSpPr/>
                <p:nvPr/>
              </p:nvSpPr>
              <p:spPr>
                <a:xfrm flipV="1">
                  <a:off x="6698362" y="917347"/>
                  <a:ext cx="3688219" cy="4807045"/>
                </a:xfrm>
                <a:custGeom>
                  <a:avLst/>
                  <a:gdLst>
                    <a:gd name="connsiteX0" fmla="*/ 224971 w 2555322"/>
                    <a:gd name="connsiteY0" fmla="*/ 0 h 4147774"/>
                    <a:gd name="connsiteX1" fmla="*/ 2330351 w 2555322"/>
                    <a:gd name="connsiteY1" fmla="*/ 0 h 4147774"/>
                    <a:gd name="connsiteX2" fmla="*/ 2555322 w 2555322"/>
                    <a:gd name="connsiteY2" fmla="*/ 224971 h 4147774"/>
                    <a:gd name="connsiteX3" fmla="*/ 2555322 w 2555322"/>
                    <a:gd name="connsiteY3" fmla="*/ 4147774 h 4147774"/>
                    <a:gd name="connsiteX4" fmla="*/ 2555322 w 2555322"/>
                    <a:gd name="connsiteY4" fmla="*/ 4147774 h 4147774"/>
                    <a:gd name="connsiteX5" fmla="*/ 0 w 2555322"/>
                    <a:gd name="connsiteY5" fmla="*/ 4147774 h 4147774"/>
                    <a:gd name="connsiteX6" fmla="*/ 0 w 2555322"/>
                    <a:gd name="connsiteY6" fmla="*/ 4147774 h 4147774"/>
                    <a:gd name="connsiteX7" fmla="*/ 0 w 2555322"/>
                    <a:gd name="connsiteY7" fmla="*/ 224971 h 4147774"/>
                    <a:gd name="connsiteX8" fmla="*/ 224971 w 2555322"/>
                    <a:gd name="connsiteY8" fmla="*/ 0 h 4147774"/>
                    <a:gd name="connsiteX0" fmla="*/ 224971 w 3110029"/>
                    <a:gd name="connsiteY0" fmla="*/ 0 h 4147774"/>
                    <a:gd name="connsiteX1" fmla="*/ 2330351 w 3110029"/>
                    <a:gd name="connsiteY1" fmla="*/ 0 h 4147774"/>
                    <a:gd name="connsiteX2" fmla="*/ 2555322 w 3110029"/>
                    <a:gd name="connsiteY2" fmla="*/ 224971 h 4147774"/>
                    <a:gd name="connsiteX3" fmla="*/ 2555322 w 3110029"/>
                    <a:gd name="connsiteY3" fmla="*/ 4147774 h 4147774"/>
                    <a:gd name="connsiteX4" fmla="*/ 3110029 w 3110029"/>
                    <a:gd name="connsiteY4" fmla="*/ 3922424 h 4147774"/>
                    <a:gd name="connsiteX5" fmla="*/ 0 w 3110029"/>
                    <a:gd name="connsiteY5" fmla="*/ 4147774 h 4147774"/>
                    <a:gd name="connsiteX6" fmla="*/ 0 w 3110029"/>
                    <a:gd name="connsiteY6" fmla="*/ 4147774 h 4147774"/>
                    <a:gd name="connsiteX7" fmla="*/ 0 w 3110029"/>
                    <a:gd name="connsiteY7" fmla="*/ 224971 h 4147774"/>
                    <a:gd name="connsiteX8" fmla="*/ 224971 w 3110029"/>
                    <a:gd name="connsiteY8" fmla="*/ 0 h 4147774"/>
                    <a:gd name="connsiteX0" fmla="*/ 224971 w 3110029"/>
                    <a:gd name="connsiteY0" fmla="*/ 0 h 4160775"/>
                    <a:gd name="connsiteX1" fmla="*/ 2330351 w 3110029"/>
                    <a:gd name="connsiteY1" fmla="*/ 0 h 4160775"/>
                    <a:gd name="connsiteX2" fmla="*/ 2555322 w 3110029"/>
                    <a:gd name="connsiteY2" fmla="*/ 224971 h 4160775"/>
                    <a:gd name="connsiteX3" fmla="*/ 2880346 w 3110029"/>
                    <a:gd name="connsiteY3" fmla="*/ 4160775 h 4160775"/>
                    <a:gd name="connsiteX4" fmla="*/ 3110029 w 3110029"/>
                    <a:gd name="connsiteY4" fmla="*/ 3922424 h 4160775"/>
                    <a:gd name="connsiteX5" fmla="*/ 0 w 3110029"/>
                    <a:gd name="connsiteY5" fmla="*/ 4147774 h 4160775"/>
                    <a:gd name="connsiteX6" fmla="*/ 0 w 3110029"/>
                    <a:gd name="connsiteY6" fmla="*/ 4147774 h 4160775"/>
                    <a:gd name="connsiteX7" fmla="*/ 0 w 3110029"/>
                    <a:gd name="connsiteY7" fmla="*/ 224971 h 4160775"/>
                    <a:gd name="connsiteX8" fmla="*/ 224971 w 3110029"/>
                    <a:gd name="connsiteY8" fmla="*/ 0 h 4160775"/>
                    <a:gd name="connsiteX0" fmla="*/ 224971 w 2880346"/>
                    <a:gd name="connsiteY0" fmla="*/ 0 h 4160775"/>
                    <a:gd name="connsiteX1" fmla="*/ 2330351 w 2880346"/>
                    <a:gd name="connsiteY1" fmla="*/ 0 h 4160775"/>
                    <a:gd name="connsiteX2" fmla="*/ 2555322 w 2880346"/>
                    <a:gd name="connsiteY2" fmla="*/ 224971 h 4160775"/>
                    <a:gd name="connsiteX3" fmla="*/ 2880346 w 2880346"/>
                    <a:gd name="connsiteY3" fmla="*/ 4160775 h 4160775"/>
                    <a:gd name="connsiteX4" fmla="*/ 0 w 2880346"/>
                    <a:gd name="connsiteY4" fmla="*/ 4147774 h 4160775"/>
                    <a:gd name="connsiteX5" fmla="*/ 0 w 2880346"/>
                    <a:gd name="connsiteY5" fmla="*/ 4147774 h 4160775"/>
                    <a:gd name="connsiteX6" fmla="*/ 0 w 2880346"/>
                    <a:gd name="connsiteY6" fmla="*/ 224971 h 4160775"/>
                    <a:gd name="connsiteX7" fmla="*/ 224971 w 2880346"/>
                    <a:gd name="connsiteY7" fmla="*/ 0 h 4160775"/>
                    <a:gd name="connsiteX0" fmla="*/ 536994 w 3192369"/>
                    <a:gd name="connsiteY0" fmla="*/ 0 h 4160775"/>
                    <a:gd name="connsiteX1" fmla="*/ 2642374 w 3192369"/>
                    <a:gd name="connsiteY1" fmla="*/ 0 h 4160775"/>
                    <a:gd name="connsiteX2" fmla="*/ 2867345 w 3192369"/>
                    <a:gd name="connsiteY2" fmla="*/ 224971 h 4160775"/>
                    <a:gd name="connsiteX3" fmla="*/ 3192369 w 3192369"/>
                    <a:gd name="connsiteY3" fmla="*/ 4160775 h 4160775"/>
                    <a:gd name="connsiteX4" fmla="*/ 312023 w 3192369"/>
                    <a:gd name="connsiteY4" fmla="*/ 4147774 h 4160775"/>
                    <a:gd name="connsiteX5" fmla="*/ 0 w 3192369"/>
                    <a:gd name="connsiteY5" fmla="*/ 4147774 h 4160775"/>
                    <a:gd name="connsiteX6" fmla="*/ 312023 w 3192369"/>
                    <a:gd name="connsiteY6" fmla="*/ 224971 h 4160775"/>
                    <a:gd name="connsiteX7" fmla="*/ 536994 w 3192369"/>
                    <a:gd name="connsiteY7" fmla="*/ 0 h 41607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3192369" h="4160775">
                      <a:moveTo>
                        <a:pt x="536994" y="0"/>
                      </a:moveTo>
                      <a:lnTo>
                        <a:pt x="2642374" y="0"/>
                      </a:lnTo>
                      <a:cubicBezTo>
                        <a:pt x="2766622" y="0"/>
                        <a:pt x="2867345" y="100723"/>
                        <a:pt x="2867345" y="224971"/>
                      </a:cubicBezTo>
                      <a:lnTo>
                        <a:pt x="3192369" y="4160775"/>
                      </a:lnTo>
                      <a:lnTo>
                        <a:pt x="312023" y="4147774"/>
                      </a:lnTo>
                      <a:lnTo>
                        <a:pt x="0" y="4147774"/>
                      </a:lnTo>
                      <a:lnTo>
                        <a:pt x="312023" y="224971"/>
                      </a:lnTo>
                      <a:cubicBezTo>
                        <a:pt x="312023" y="100723"/>
                        <a:pt x="412746" y="0"/>
                        <a:pt x="536994" y="0"/>
                      </a:cubicBez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/>
                </a:p>
              </p:txBody>
            </p:sp>
            <p:sp>
              <p:nvSpPr>
                <p:cNvPr id="65" name="Rectangle: Rounded Corners 64">
                  <a:extLst>
                    <a:ext uri="{FF2B5EF4-FFF2-40B4-BE49-F238E27FC236}">
                      <a16:creationId xmlns:a16="http://schemas.microsoft.com/office/drawing/2014/main" id="{FD652AE7-75C7-4A43-AA31-AE69A015C419}"/>
                    </a:ext>
                  </a:extLst>
                </p:cNvPr>
                <p:cNvSpPr/>
                <p:nvPr/>
              </p:nvSpPr>
              <p:spPr>
                <a:xfrm>
                  <a:off x="8349249" y="1511949"/>
                  <a:ext cx="329076" cy="3371422"/>
                </a:xfrm>
                <a:prstGeom prst="roundRect">
                  <a:avLst>
                    <a:gd name="adj" fmla="val 42443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/>
                </a:p>
              </p:txBody>
            </p:sp>
            <p:sp>
              <p:nvSpPr>
                <p:cNvPr id="66" name="Rectangle: Rounded Corners 65">
                  <a:extLst>
                    <a:ext uri="{FF2B5EF4-FFF2-40B4-BE49-F238E27FC236}">
                      <a16:creationId xmlns:a16="http://schemas.microsoft.com/office/drawing/2014/main" id="{29D4F4BC-5EC2-4802-BF62-CB6BBAADB7B7}"/>
                    </a:ext>
                  </a:extLst>
                </p:cNvPr>
                <p:cNvSpPr/>
                <p:nvPr/>
              </p:nvSpPr>
              <p:spPr>
                <a:xfrm rot="21443026">
                  <a:off x="7668346" y="1531322"/>
                  <a:ext cx="329076" cy="3371422"/>
                </a:xfrm>
                <a:prstGeom prst="roundRect">
                  <a:avLst>
                    <a:gd name="adj" fmla="val 42443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/>
                </a:p>
              </p:txBody>
            </p:sp>
            <p:sp>
              <p:nvSpPr>
                <p:cNvPr id="67" name="Rectangle: Rounded Corners 66">
                  <a:extLst>
                    <a:ext uri="{FF2B5EF4-FFF2-40B4-BE49-F238E27FC236}">
                      <a16:creationId xmlns:a16="http://schemas.microsoft.com/office/drawing/2014/main" id="{5EDC2BE6-B180-4BEE-9B57-B539CFA14F09}"/>
                    </a:ext>
                  </a:extLst>
                </p:cNvPr>
                <p:cNvSpPr/>
                <p:nvPr/>
              </p:nvSpPr>
              <p:spPr>
                <a:xfrm rot="21350204">
                  <a:off x="7011296" y="1550700"/>
                  <a:ext cx="329076" cy="3371422"/>
                </a:xfrm>
                <a:prstGeom prst="roundRect">
                  <a:avLst>
                    <a:gd name="adj" fmla="val 42443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/>
                </a:p>
              </p:txBody>
            </p:sp>
            <p:sp>
              <p:nvSpPr>
                <p:cNvPr id="68" name="Rectangle: Rounded Corners 67">
                  <a:extLst>
                    <a:ext uri="{FF2B5EF4-FFF2-40B4-BE49-F238E27FC236}">
                      <a16:creationId xmlns:a16="http://schemas.microsoft.com/office/drawing/2014/main" id="{C6F6E5AA-0481-4270-B7D9-3F6764CC71B6}"/>
                    </a:ext>
                  </a:extLst>
                </p:cNvPr>
                <p:cNvSpPr/>
                <p:nvPr/>
              </p:nvSpPr>
              <p:spPr>
                <a:xfrm rot="156974" flipH="1">
                  <a:off x="9072816" y="1524834"/>
                  <a:ext cx="329076" cy="3371422"/>
                </a:xfrm>
                <a:prstGeom prst="roundRect">
                  <a:avLst>
                    <a:gd name="adj" fmla="val 42443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 sz="1200"/>
                </a:p>
              </p:txBody>
            </p:sp>
            <p:sp>
              <p:nvSpPr>
                <p:cNvPr id="69" name="Rectangle: Rounded Corners 68">
                  <a:extLst>
                    <a:ext uri="{FF2B5EF4-FFF2-40B4-BE49-F238E27FC236}">
                      <a16:creationId xmlns:a16="http://schemas.microsoft.com/office/drawing/2014/main" id="{B1CCF08F-E133-4024-9D1F-B59696743653}"/>
                    </a:ext>
                  </a:extLst>
                </p:cNvPr>
                <p:cNvSpPr/>
                <p:nvPr/>
              </p:nvSpPr>
              <p:spPr>
                <a:xfrm rot="249796" flipH="1">
                  <a:off x="9729867" y="1544210"/>
                  <a:ext cx="329076" cy="3371422"/>
                </a:xfrm>
                <a:prstGeom prst="roundRect">
                  <a:avLst>
                    <a:gd name="adj" fmla="val 42443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 sz="1200"/>
                </a:p>
              </p:txBody>
            </p:sp>
          </p:grpSp>
          <p:grpSp>
            <p:nvGrpSpPr>
              <p:cNvPr id="61" name="Group 60">
                <a:extLst>
                  <a:ext uri="{FF2B5EF4-FFF2-40B4-BE49-F238E27FC236}">
                    <a16:creationId xmlns:a16="http://schemas.microsoft.com/office/drawing/2014/main" id="{A4F1F3EE-7967-4295-A9E7-30D1239B99B8}"/>
                  </a:ext>
                </a:extLst>
              </p:cNvPr>
              <p:cNvGrpSpPr/>
              <p:nvPr/>
            </p:nvGrpSpPr>
            <p:grpSpPr>
              <a:xfrm>
                <a:off x="9047809" y="983424"/>
                <a:ext cx="2787481" cy="453711"/>
                <a:chOff x="4602336" y="1175906"/>
                <a:chExt cx="3397105" cy="552938"/>
              </a:xfrm>
              <a:solidFill>
                <a:schemeClr val="bg1">
                  <a:lumMod val="65000"/>
                </a:schemeClr>
              </a:solidFill>
            </p:grpSpPr>
            <p:sp>
              <p:nvSpPr>
                <p:cNvPr id="62" name="Graphic 6" descr="Hanger">
                  <a:extLst>
                    <a:ext uri="{FF2B5EF4-FFF2-40B4-BE49-F238E27FC236}">
                      <a16:creationId xmlns:a16="http://schemas.microsoft.com/office/drawing/2014/main" id="{14691FBC-1F08-4C7C-961D-AFF6B478BCA4}"/>
                    </a:ext>
                  </a:extLst>
                </p:cNvPr>
                <p:cNvSpPr/>
                <p:nvPr/>
              </p:nvSpPr>
              <p:spPr>
                <a:xfrm>
                  <a:off x="5828561" y="1175906"/>
                  <a:ext cx="950802" cy="522470"/>
                </a:xfrm>
                <a:custGeom>
                  <a:avLst/>
                  <a:gdLst>
                    <a:gd name="connsiteX0" fmla="*/ 802554 w 838200"/>
                    <a:gd name="connsiteY0" fmla="*/ 465296 h 609600"/>
                    <a:gd name="connsiteX1" fmla="*/ 452034 w 838200"/>
                    <a:gd name="connsiteY1" fmla="*/ 257651 h 609600"/>
                    <a:gd name="connsiteX2" fmla="*/ 452034 w 838200"/>
                    <a:gd name="connsiteY2" fmla="*/ 207169 h 609600"/>
                    <a:gd name="connsiteX3" fmla="*/ 434889 w 838200"/>
                    <a:gd name="connsiteY3" fmla="*/ 180499 h 609600"/>
                    <a:gd name="connsiteX4" fmla="*/ 375834 w 838200"/>
                    <a:gd name="connsiteY4" fmla="*/ 111919 h 609600"/>
                    <a:gd name="connsiteX5" fmla="*/ 423459 w 838200"/>
                    <a:gd name="connsiteY5" fmla="*/ 64294 h 609600"/>
                    <a:gd name="connsiteX6" fmla="*/ 480609 w 838200"/>
                    <a:gd name="connsiteY6" fmla="*/ 111919 h 609600"/>
                    <a:gd name="connsiteX7" fmla="*/ 509184 w 838200"/>
                    <a:gd name="connsiteY7" fmla="*/ 140494 h 609600"/>
                    <a:gd name="connsiteX8" fmla="*/ 537759 w 838200"/>
                    <a:gd name="connsiteY8" fmla="*/ 111919 h 609600"/>
                    <a:gd name="connsiteX9" fmla="*/ 423459 w 838200"/>
                    <a:gd name="connsiteY9" fmla="*/ 7144 h 609600"/>
                    <a:gd name="connsiteX10" fmla="*/ 318684 w 838200"/>
                    <a:gd name="connsiteY10" fmla="*/ 111919 h 609600"/>
                    <a:gd name="connsiteX11" fmla="*/ 394884 w 838200"/>
                    <a:gd name="connsiteY11" fmla="*/ 225266 h 609600"/>
                    <a:gd name="connsiteX12" fmla="*/ 394884 w 838200"/>
                    <a:gd name="connsiteY12" fmla="*/ 257651 h 609600"/>
                    <a:gd name="connsiteX13" fmla="*/ 44364 w 838200"/>
                    <a:gd name="connsiteY13" fmla="*/ 465296 h 609600"/>
                    <a:gd name="connsiteX14" fmla="*/ 10074 w 838200"/>
                    <a:gd name="connsiteY14" fmla="*/ 551021 h 609600"/>
                    <a:gd name="connsiteX15" fmla="*/ 83416 w 838200"/>
                    <a:gd name="connsiteY15" fmla="*/ 607219 h 609600"/>
                    <a:gd name="connsiteX16" fmla="*/ 764454 w 838200"/>
                    <a:gd name="connsiteY16" fmla="*/ 607219 h 609600"/>
                    <a:gd name="connsiteX17" fmla="*/ 837796 w 838200"/>
                    <a:gd name="connsiteY17" fmla="*/ 551021 h 609600"/>
                    <a:gd name="connsiteX18" fmla="*/ 802554 w 838200"/>
                    <a:gd name="connsiteY18" fmla="*/ 465296 h 609600"/>
                    <a:gd name="connsiteX19" fmla="*/ 782551 w 838200"/>
                    <a:gd name="connsiteY19" fmla="*/ 535781 h 609600"/>
                    <a:gd name="connsiteX20" fmla="*/ 764454 w 838200"/>
                    <a:gd name="connsiteY20" fmla="*/ 550069 h 609600"/>
                    <a:gd name="connsiteX21" fmla="*/ 82464 w 838200"/>
                    <a:gd name="connsiteY21" fmla="*/ 550069 h 609600"/>
                    <a:gd name="connsiteX22" fmla="*/ 64366 w 838200"/>
                    <a:gd name="connsiteY22" fmla="*/ 535781 h 609600"/>
                    <a:gd name="connsiteX23" fmla="*/ 72939 w 838200"/>
                    <a:gd name="connsiteY23" fmla="*/ 514826 h 609600"/>
                    <a:gd name="connsiteX24" fmla="*/ 423459 w 838200"/>
                    <a:gd name="connsiteY24" fmla="*/ 307181 h 609600"/>
                    <a:gd name="connsiteX25" fmla="*/ 773979 w 838200"/>
                    <a:gd name="connsiteY25" fmla="*/ 514826 h 609600"/>
                    <a:gd name="connsiteX26" fmla="*/ 782551 w 838200"/>
                    <a:gd name="connsiteY26" fmla="*/ 535781 h 609600"/>
                    <a:gd name="connsiteX0" fmla="*/ 795411 w 833205"/>
                    <a:gd name="connsiteY0" fmla="*/ 458152 h 600075"/>
                    <a:gd name="connsiteX1" fmla="*/ 444891 w 833205"/>
                    <a:gd name="connsiteY1" fmla="*/ 250507 h 600075"/>
                    <a:gd name="connsiteX2" fmla="*/ 444891 w 833205"/>
                    <a:gd name="connsiteY2" fmla="*/ 200025 h 600075"/>
                    <a:gd name="connsiteX3" fmla="*/ 427746 w 833205"/>
                    <a:gd name="connsiteY3" fmla="*/ 173355 h 600075"/>
                    <a:gd name="connsiteX4" fmla="*/ 368691 w 833205"/>
                    <a:gd name="connsiteY4" fmla="*/ 104775 h 600075"/>
                    <a:gd name="connsiteX5" fmla="*/ 416316 w 833205"/>
                    <a:gd name="connsiteY5" fmla="*/ 57150 h 600075"/>
                    <a:gd name="connsiteX6" fmla="*/ 473466 w 833205"/>
                    <a:gd name="connsiteY6" fmla="*/ 104775 h 600075"/>
                    <a:gd name="connsiteX7" fmla="*/ 502041 w 833205"/>
                    <a:gd name="connsiteY7" fmla="*/ 133350 h 600075"/>
                    <a:gd name="connsiteX8" fmla="*/ 530616 w 833205"/>
                    <a:gd name="connsiteY8" fmla="*/ 104775 h 600075"/>
                    <a:gd name="connsiteX9" fmla="*/ 416316 w 833205"/>
                    <a:gd name="connsiteY9" fmla="*/ 0 h 600075"/>
                    <a:gd name="connsiteX10" fmla="*/ 311541 w 833205"/>
                    <a:gd name="connsiteY10" fmla="*/ 104775 h 600075"/>
                    <a:gd name="connsiteX11" fmla="*/ 387741 w 833205"/>
                    <a:gd name="connsiteY11" fmla="*/ 218122 h 600075"/>
                    <a:gd name="connsiteX12" fmla="*/ 37221 w 833205"/>
                    <a:gd name="connsiteY12" fmla="*/ 458152 h 600075"/>
                    <a:gd name="connsiteX13" fmla="*/ 2931 w 833205"/>
                    <a:gd name="connsiteY13" fmla="*/ 543877 h 600075"/>
                    <a:gd name="connsiteX14" fmla="*/ 76273 w 833205"/>
                    <a:gd name="connsiteY14" fmla="*/ 600075 h 600075"/>
                    <a:gd name="connsiteX15" fmla="*/ 757311 w 833205"/>
                    <a:gd name="connsiteY15" fmla="*/ 600075 h 600075"/>
                    <a:gd name="connsiteX16" fmla="*/ 830653 w 833205"/>
                    <a:gd name="connsiteY16" fmla="*/ 543877 h 600075"/>
                    <a:gd name="connsiteX17" fmla="*/ 795411 w 833205"/>
                    <a:gd name="connsiteY17" fmla="*/ 458152 h 600075"/>
                    <a:gd name="connsiteX18" fmla="*/ 775408 w 833205"/>
                    <a:gd name="connsiteY18" fmla="*/ 528637 h 600075"/>
                    <a:gd name="connsiteX19" fmla="*/ 757311 w 833205"/>
                    <a:gd name="connsiteY19" fmla="*/ 542925 h 600075"/>
                    <a:gd name="connsiteX20" fmla="*/ 75321 w 833205"/>
                    <a:gd name="connsiteY20" fmla="*/ 542925 h 600075"/>
                    <a:gd name="connsiteX21" fmla="*/ 57223 w 833205"/>
                    <a:gd name="connsiteY21" fmla="*/ 528637 h 600075"/>
                    <a:gd name="connsiteX22" fmla="*/ 65796 w 833205"/>
                    <a:gd name="connsiteY22" fmla="*/ 507682 h 600075"/>
                    <a:gd name="connsiteX23" fmla="*/ 416316 w 833205"/>
                    <a:gd name="connsiteY23" fmla="*/ 300037 h 600075"/>
                    <a:gd name="connsiteX24" fmla="*/ 766836 w 833205"/>
                    <a:gd name="connsiteY24" fmla="*/ 507682 h 600075"/>
                    <a:gd name="connsiteX25" fmla="*/ 775408 w 833205"/>
                    <a:gd name="connsiteY25" fmla="*/ 528637 h 600075"/>
                    <a:gd name="connsiteX0" fmla="*/ 799378 w 837172"/>
                    <a:gd name="connsiteY0" fmla="*/ 458152 h 600075"/>
                    <a:gd name="connsiteX1" fmla="*/ 448858 w 837172"/>
                    <a:gd name="connsiteY1" fmla="*/ 250507 h 600075"/>
                    <a:gd name="connsiteX2" fmla="*/ 448858 w 837172"/>
                    <a:gd name="connsiteY2" fmla="*/ 200025 h 600075"/>
                    <a:gd name="connsiteX3" fmla="*/ 431713 w 837172"/>
                    <a:gd name="connsiteY3" fmla="*/ 173355 h 600075"/>
                    <a:gd name="connsiteX4" fmla="*/ 372658 w 837172"/>
                    <a:gd name="connsiteY4" fmla="*/ 104775 h 600075"/>
                    <a:gd name="connsiteX5" fmla="*/ 420283 w 837172"/>
                    <a:gd name="connsiteY5" fmla="*/ 57150 h 600075"/>
                    <a:gd name="connsiteX6" fmla="*/ 477433 w 837172"/>
                    <a:gd name="connsiteY6" fmla="*/ 104775 h 600075"/>
                    <a:gd name="connsiteX7" fmla="*/ 506008 w 837172"/>
                    <a:gd name="connsiteY7" fmla="*/ 133350 h 600075"/>
                    <a:gd name="connsiteX8" fmla="*/ 534583 w 837172"/>
                    <a:gd name="connsiteY8" fmla="*/ 104775 h 600075"/>
                    <a:gd name="connsiteX9" fmla="*/ 420283 w 837172"/>
                    <a:gd name="connsiteY9" fmla="*/ 0 h 600075"/>
                    <a:gd name="connsiteX10" fmla="*/ 315508 w 837172"/>
                    <a:gd name="connsiteY10" fmla="*/ 104775 h 600075"/>
                    <a:gd name="connsiteX11" fmla="*/ 41188 w 837172"/>
                    <a:gd name="connsiteY11" fmla="*/ 458152 h 600075"/>
                    <a:gd name="connsiteX12" fmla="*/ 6898 w 837172"/>
                    <a:gd name="connsiteY12" fmla="*/ 543877 h 600075"/>
                    <a:gd name="connsiteX13" fmla="*/ 80240 w 837172"/>
                    <a:gd name="connsiteY13" fmla="*/ 600075 h 600075"/>
                    <a:gd name="connsiteX14" fmla="*/ 761278 w 837172"/>
                    <a:gd name="connsiteY14" fmla="*/ 600075 h 600075"/>
                    <a:gd name="connsiteX15" fmla="*/ 834620 w 837172"/>
                    <a:gd name="connsiteY15" fmla="*/ 543877 h 600075"/>
                    <a:gd name="connsiteX16" fmla="*/ 799378 w 837172"/>
                    <a:gd name="connsiteY16" fmla="*/ 458152 h 600075"/>
                    <a:gd name="connsiteX17" fmla="*/ 779375 w 837172"/>
                    <a:gd name="connsiteY17" fmla="*/ 528637 h 600075"/>
                    <a:gd name="connsiteX18" fmla="*/ 761278 w 837172"/>
                    <a:gd name="connsiteY18" fmla="*/ 542925 h 600075"/>
                    <a:gd name="connsiteX19" fmla="*/ 79288 w 837172"/>
                    <a:gd name="connsiteY19" fmla="*/ 542925 h 600075"/>
                    <a:gd name="connsiteX20" fmla="*/ 61190 w 837172"/>
                    <a:gd name="connsiteY20" fmla="*/ 528637 h 600075"/>
                    <a:gd name="connsiteX21" fmla="*/ 69763 w 837172"/>
                    <a:gd name="connsiteY21" fmla="*/ 507682 h 600075"/>
                    <a:gd name="connsiteX22" fmla="*/ 420283 w 837172"/>
                    <a:gd name="connsiteY22" fmla="*/ 300037 h 600075"/>
                    <a:gd name="connsiteX23" fmla="*/ 770803 w 837172"/>
                    <a:gd name="connsiteY23" fmla="*/ 507682 h 600075"/>
                    <a:gd name="connsiteX24" fmla="*/ 779375 w 837172"/>
                    <a:gd name="connsiteY24" fmla="*/ 528637 h 600075"/>
                    <a:gd name="connsiteX0" fmla="*/ 799378 w 837172"/>
                    <a:gd name="connsiteY0" fmla="*/ 458152 h 600075"/>
                    <a:gd name="connsiteX1" fmla="*/ 448858 w 837172"/>
                    <a:gd name="connsiteY1" fmla="*/ 250507 h 600075"/>
                    <a:gd name="connsiteX2" fmla="*/ 448858 w 837172"/>
                    <a:gd name="connsiteY2" fmla="*/ 200025 h 600075"/>
                    <a:gd name="connsiteX3" fmla="*/ 372658 w 837172"/>
                    <a:gd name="connsiteY3" fmla="*/ 104775 h 600075"/>
                    <a:gd name="connsiteX4" fmla="*/ 420283 w 837172"/>
                    <a:gd name="connsiteY4" fmla="*/ 57150 h 600075"/>
                    <a:gd name="connsiteX5" fmla="*/ 477433 w 837172"/>
                    <a:gd name="connsiteY5" fmla="*/ 104775 h 600075"/>
                    <a:gd name="connsiteX6" fmla="*/ 506008 w 837172"/>
                    <a:gd name="connsiteY6" fmla="*/ 133350 h 600075"/>
                    <a:gd name="connsiteX7" fmla="*/ 534583 w 837172"/>
                    <a:gd name="connsiteY7" fmla="*/ 104775 h 600075"/>
                    <a:gd name="connsiteX8" fmla="*/ 420283 w 837172"/>
                    <a:gd name="connsiteY8" fmla="*/ 0 h 600075"/>
                    <a:gd name="connsiteX9" fmla="*/ 315508 w 837172"/>
                    <a:gd name="connsiteY9" fmla="*/ 104775 h 600075"/>
                    <a:gd name="connsiteX10" fmla="*/ 41188 w 837172"/>
                    <a:gd name="connsiteY10" fmla="*/ 458152 h 600075"/>
                    <a:gd name="connsiteX11" fmla="*/ 6898 w 837172"/>
                    <a:gd name="connsiteY11" fmla="*/ 543877 h 600075"/>
                    <a:gd name="connsiteX12" fmla="*/ 80240 w 837172"/>
                    <a:gd name="connsiteY12" fmla="*/ 600075 h 600075"/>
                    <a:gd name="connsiteX13" fmla="*/ 761278 w 837172"/>
                    <a:gd name="connsiteY13" fmla="*/ 600075 h 600075"/>
                    <a:gd name="connsiteX14" fmla="*/ 834620 w 837172"/>
                    <a:gd name="connsiteY14" fmla="*/ 543877 h 600075"/>
                    <a:gd name="connsiteX15" fmla="*/ 799378 w 837172"/>
                    <a:gd name="connsiteY15" fmla="*/ 458152 h 600075"/>
                    <a:gd name="connsiteX16" fmla="*/ 779375 w 837172"/>
                    <a:gd name="connsiteY16" fmla="*/ 528637 h 600075"/>
                    <a:gd name="connsiteX17" fmla="*/ 761278 w 837172"/>
                    <a:gd name="connsiteY17" fmla="*/ 542925 h 600075"/>
                    <a:gd name="connsiteX18" fmla="*/ 79288 w 837172"/>
                    <a:gd name="connsiteY18" fmla="*/ 542925 h 600075"/>
                    <a:gd name="connsiteX19" fmla="*/ 61190 w 837172"/>
                    <a:gd name="connsiteY19" fmla="*/ 528637 h 600075"/>
                    <a:gd name="connsiteX20" fmla="*/ 69763 w 837172"/>
                    <a:gd name="connsiteY20" fmla="*/ 507682 h 600075"/>
                    <a:gd name="connsiteX21" fmla="*/ 420283 w 837172"/>
                    <a:gd name="connsiteY21" fmla="*/ 300037 h 600075"/>
                    <a:gd name="connsiteX22" fmla="*/ 770803 w 837172"/>
                    <a:gd name="connsiteY22" fmla="*/ 507682 h 600075"/>
                    <a:gd name="connsiteX23" fmla="*/ 779375 w 837172"/>
                    <a:gd name="connsiteY23" fmla="*/ 528637 h 600075"/>
                    <a:gd name="connsiteX0" fmla="*/ 799378 w 837172"/>
                    <a:gd name="connsiteY0" fmla="*/ 458152 h 600075"/>
                    <a:gd name="connsiteX1" fmla="*/ 448858 w 837172"/>
                    <a:gd name="connsiteY1" fmla="*/ 250507 h 600075"/>
                    <a:gd name="connsiteX2" fmla="*/ 372658 w 837172"/>
                    <a:gd name="connsiteY2" fmla="*/ 104775 h 600075"/>
                    <a:gd name="connsiteX3" fmla="*/ 420283 w 837172"/>
                    <a:gd name="connsiteY3" fmla="*/ 57150 h 600075"/>
                    <a:gd name="connsiteX4" fmla="*/ 477433 w 837172"/>
                    <a:gd name="connsiteY4" fmla="*/ 104775 h 600075"/>
                    <a:gd name="connsiteX5" fmla="*/ 506008 w 837172"/>
                    <a:gd name="connsiteY5" fmla="*/ 133350 h 600075"/>
                    <a:gd name="connsiteX6" fmla="*/ 534583 w 837172"/>
                    <a:gd name="connsiteY6" fmla="*/ 104775 h 600075"/>
                    <a:gd name="connsiteX7" fmla="*/ 420283 w 837172"/>
                    <a:gd name="connsiteY7" fmla="*/ 0 h 600075"/>
                    <a:gd name="connsiteX8" fmla="*/ 315508 w 837172"/>
                    <a:gd name="connsiteY8" fmla="*/ 104775 h 600075"/>
                    <a:gd name="connsiteX9" fmla="*/ 41188 w 837172"/>
                    <a:gd name="connsiteY9" fmla="*/ 458152 h 600075"/>
                    <a:gd name="connsiteX10" fmla="*/ 6898 w 837172"/>
                    <a:gd name="connsiteY10" fmla="*/ 543877 h 600075"/>
                    <a:gd name="connsiteX11" fmla="*/ 80240 w 837172"/>
                    <a:gd name="connsiteY11" fmla="*/ 600075 h 600075"/>
                    <a:gd name="connsiteX12" fmla="*/ 761278 w 837172"/>
                    <a:gd name="connsiteY12" fmla="*/ 600075 h 600075"/>
                    <a:gd name="connsiteX13" fmla="*/ 834620 w 837172"/>
                    <a:gd name="connsiteY13" fmla="*/ 543877 h 600075"/>
                    <a:gd name="connsiteX14" fmla="*/ 799378 w 837172"/>
                    <a:gd name="connsiteY14" fmla="*/ 458152 h 600075"/>
                    <a:gd name="connsiteX15" fmla="*/ 779375 w 837172"/>
                    <a:gd name="connsiteY15" fmla="*/ 528637 h 600075"/>
                    <a:gd name="connsiteX16" fmla="*/ 761278 w 837172"/>
                    <a:gd name="connsiteY16" fmla="*/ 542925 h 600075"/>
                    <a:gd name="connsiteX17" fmla="*/ 79288 w 837172"/>
                    <a:gd name="connsiteY17" fmla="*/ 542925 h 600075"/>
                    <a:gd name="connsiteX18" fmla="*/ 61190 w 837172"/>
                    <a:gd name="connsiteY18" fmla="*/ 528637 h 600075"/>
                    <a:gd name="connsiteX19" fmla="*/ 69763 w 837172"/>
                    <a:gd name="connsiteY19" fmla="*/ 507682 h 600075"/>
                    <a:gd name="connsiteX20" fmla="*/ 420283 w 837172"/>
                    <a:gd name="connsiteY20" fmla="*/ 300037 h 600075"/>
                    <a:gd name="connsiteX21" fmla="*/ 770803 w 837172"/>
                    <a:gd name="connsiteY21" fmla="*/ 507682 h 600075"/>
                    <a:gd name="connsiteX22" fmla="*/ 779375 w 837172"/>
                    <a:gd name="connsiteY22" fmla="*/ 528637 h 600075"/>
                    <a:gd name="connsiteX0" fmla="*/ 799378 w 837172"/>
                    <a:gd name="connsiteY0" fmla="*/ 458152 h 600075"/>
                    <a:gd name="connsiteX1" fmla="*/ 372658 w 837172"/>
                    <a:gd name="connsiteY1" fmla="*/ 104775 h 600075"/>
                    <a:gd name="connsiteX2" fmla="*/ 420283 w 837172"/>
                    <a:gd name="connsiteY2" fmla="*/ 57150 h 600075"/>
                    <a:gd name="connsiteX3" fmla="*/ 477433 w 837172"/>
                    <a:gd name="connsiteY3" fmla="*/ 104775 h 600075"/>
                    <a:gd name="connsiteX4" fmla="*/ 506008 w 837172"/>
                    <a:gd name="connsiteY4" fmla="*/ 133350 h 600075"/>
                    <a:gd name="connsiteX5" fmla="*/ 534583 w 837172"/>
                    <a:gd name="connsiteY5" fmla="*/ 104775 h 600075"/>
                    <a:gd name="connsiteX6" fmla="*/ 420283 w 837172"/>
                    <a:gd name="connsiteY6" fmla="*/ 0 h 600075"/>
                    <a:gd name="connsiteX7" fmla="*/ 315508 w 837172"/>
                    <a:gd name="connsiteY7" fmla="*/ 104775 h 600075"/>
                    <a:gd name="connsiteX8" fmla="*/ 41188 w 837172"/>
                    <a:gd name="connsiteY8" fmla="*/ 458152 h 600075"/>
                    <a:gd name="connsiteX9" fmla="*/ 6898 w 837172"/>
                    <a:gd name="connsiteY9" fmla="*/ 543877 h 600075"/>
                    <a:gd name="connsiteX10" fmla="*/ 80240 w 837172"/>
                    <a:gd name="connsiteY10" fmla="*/ 600075 h 600075"/>
                    <a:gd name="connsiteX11" fmla="*/ 761278 w 837172"/>
                    <a:gd name="connsiteY11" fmla="*/ 600075 h 600075"/>
                    <a:gd name="connsiteX12" fmla="*/ 834620 w 837172"/>
                    <a:gd name="connsiteY12" fmla="*/ 543877 h 600075"/>
                    <a:gd name="connsiteX13" fmla="*/ 799378 w 837172"/>
                    <a:gd name="connsiteY13" fmla="*/ 458152 h 600075"/>
                    <a:gd name="connsiteX14" fmla="*/ 779375 w 837172"/>
                    <a:gd name="connsiteY14" fmla="*/ 528637 h 600075"/>
                    <a:gd name="connsiteX15" fmla="*/ 761278 w 837172"/>
                    <a:gd name="connsiteY15" fmla="*/ 542925 h 600075"/>
                    <a:gd name="connsiteX16" fmla="*/ 79288 w 837172"/>
                    <a:gd name="connsiteY16" fmla="*/ 542925 h 600075"/>
                    <a:gd name="connsiteX17" fmla="*/ 61190 w 837172"/>
                    <a:gd name="connsiteY17" fmla="*/ 528637 h 600075"/>
                    <a:gd name="connsiteX18" fmla="*/ 69763 w 837172"/>
                    <a:gd name="connsiteY18" fmla="*/ 507682 h 600075"/>
                    <a:gd name="connsiteX19" fmla="*/ 420283 w 837172"/>
                    <a:gd name="connsiteY19" fmla="*/ 300037 h 600075"/>
                    <a:gd name="connsiteX20" fmla="*/ 770803 w 837172"/>
                    <a:gd name="connsiteY20" fmla="*/ 507682 h 600075"/>
                    <a:gd name="connsiteX21" fmla="*/ 779375 w 837172"/>
                    <a:gd name="connsiteY21" fmla="*/ 528637 h 600075"/>
                    <a:gd name="connsiteX0" fmla="*/ 804847 w 842641"/>
                    <a:gd name="connsiteY0" fmla="*/ 475660 h 617583"/>
                    <a:gd name="connsiteX1" fmla="*/ 378127 w 842641"/>
                    <a:gd name="connsiteY1" fmla="*/ 122283 h 617583"/>
                    <a:gd name="connsiteX2" fmla="*/ 425752 w 842641"/>
                    <a:gd name="connsiteY2" fmla="*/ 74658 h 617583"/>
                    <a:gd name="connsiteX3" fmla="*/ 482902 w 842641"/>
                    <a:gd name="connsiteY3" fmla="*/ 122283 h 617583"/>
                    <a:gd name="connsiteX4" fmla="*/ 511477 w 842641"/>
                    <a:gd name="connsiteY4" fmla="*/ 150858 h 617583"/>
                    <a:gd name="connsiteX5" fmla="*/ 540052 w 842641"/>
                    <a:gd name="connsiteY5" fmla="*/ 122283 h 617583"/>
                    <a:gd name="connsiteX6" fmla="*/ 425752 w 842641"/>
                    <a:gd name="connsiteY6" fmla="*/ 17508 h 617583"/>
                    <a:gd name="connsiteX7" fmla="*/ 46657 w 842641"/>
                    <a:gd name="connsiteY7" fmla="*/ 475660 h 617583"/>
                    <a:gd name="connsiteX8" fmla="*/ 12367 w 842641"/>
                    <a:gd name="connsiteY8" fmla="*/ 561385 h 617583"/>
                    <a:gd name="connsiteX9" fmla="*/ 85709 w 842641"/>
                    <a:gd name="connsiteY9" fmla="*/ 617583 h 617583"/>
                    <a:gd name="connsiteX10" fmla="*/ 766747 w 842641"/>
                    <a:gd name="connsiteY10" fmla="*/ 617583 h 617583"/>
                    <a:gd name="connsiteX11" fmla="*/ 840089 w 842641"/>
                    <a:gd name="connsiteY11" fmla="*/ 561385 h 617583"/>
                    <a:gd name="connsiteX12" fmla="*/ 804847 w 842641"/>
                    <a:gd name="connsiteY12" fmla="*/ 475660 h 617583"/>
                    <a:gd name="connsiteX13" fmla="*/ 784844 w 842641"/>
                    <a:gd name="connsiteY13" fmla="*/ 546145 h 617583"/>
                    <a:gd name="connsiteX14" fmla="*/ 766747 w 842641"/>
                    <a:gd name="connsiteY14" fmla="*/ 560433 h 617583"/>
                    <a:gd name="connsiteX15" fmla="*/ 84757 w 842641"/>
                    <a:gd name="connsiteY15" fmla="*/ 560433 h 617583"/>
                    <a:gd name="connsiteX16" fmla="*/ 66659 w 842641"/>
                    <a:gd name="connsiteY16" fmla="*/ 546145 h 617583"/>
                    <a:gd name="connsiteX17" fmla="*/ 75232 w 842641"/>
                    <a:gd name="connsiteY17" fmla="*/ 525190 h 617583"/>
                    <a:gd name="connsiteX18" fmla="*/ 425752 w 842641"/>
                    <a:gd name="connsiteY18" fmla="*/ 317545 h 617583"/>
                    <a:gd name="connsiteX19" fmla="*/ 776272 w 842641"/>
                    <a:gd name="connsiteY19" fmla="*/ 525190 h 617583"/>
                    <a:gd name="connsiteX20" fmla="*/ 784844 w 842641"/>
                    <a:gd name="connsiteY20" fmla="*/ 546145 h 617583"/>
                    <a:gd name="connsiteX0" fmla="*/ 804847 w 842641"/>
                    <a:gd name="connsiteY0" fmla="*/ 475660 h 617583"/>
                    <a:gd name="connsiteX1" fmla="*/ 425752 w 842641"/>
                    <a:gd name="connsiteY1" fmla="*/ 74658 h 617583"/>
                    <a:gd name="connsiteX2" fmla="*/ 482902 w 842641"/>
                    <a:gd name="connsiteY2" fmla="*/ 122283 h 617583"/>
                    <a:gd name="connsiteX3" fmla="*/ 511477 w 842641"/>
                    <a:gd name="connsiteY3" fmla="*/ 150858 h 617583"/>
                    <a:gd name="connsiteX4" fmla="*/ 540052 w 842641"/>
                    <a:gd name="connsiteY4" fmla="*/ 122283 h 617583"/>
                    <a:gd name="connsiteX5" fmla="*/ 425752 w 842641"/>
                    <a:gd name="connsiteY5" fmla="*/ 17508 h 617583"/>
                    <a:gd name="connsiteX6" fmla="*/ 46657 w 842641"/>
                    <a:gd name="connsiteY6" fmla="*/ 475660 h 617583"/>
                    <a:gd name="connsiteX7" fmla="*/ 12367 w 842641"/>
                    <a:gd name="connsiteY7" fmla="*/ 561385 h 617583"/>
                    <a:gd name="connsiteX8" fmla="*/ 85709 w 842641"/>
                    <a:gd name="connsiteY8" fmla="*/ 617583 h 617583"/>
                    <a:gd name="connsiteX9" fmla="*/ 766747 w 842641"/>
                    <a:gd name="connsiteY9" fmla="*/ 617583 h 617583"/>
                    <a:gd name="connsiteX10" fmla="*/ 840089 w 842641"/>
                    <a:gd name="connsiteY10" fmla="*/ 561385 h 617583"/>
                    <a:gd name="connsiteX11" fmla="*/ 804847 w 842641"/>
                    <a:gd name="connsiteY11" fmla="*/ 475660 h 617583"/>
                    <a:gd name="connsiteX12" fmla="*/ 784844 w 842641"/>
                    <a:gd name="connsiteY12" fmla="*/ 546145 h 617583"/>
                    <a:gd name="connsiteX13" fmla="*/ 766747 w 842641"/>
                    <a:gd name="connsiteY13" fmla="*/ 560433 h 617583"/>
                    <a:gd name="connsiteX14" fmla="*/ 84757 w 842641"/>
                    <a:gd name="connsiteY14" fmla="*/ 560433 h 617583"/>
                    <a:gd name="connsiteX15" fmla="*/ 66659 w 842641"/>
                    <a:gd name="connsiteY15" fmla="*/ 546145 h 617583"/>
                    <a:gd name="connsiteX16" fmla="*/ 75232 w 842641"/>
                    <a:gd name="connsiteY16" fmla="*/ 525190 h 617583"/>
                    <a:gd name="connsiteX17" fmla="*/ 425752 w 842641"/>
                    <a:gd name="connsiteY17" fmla="*/ 317545 h 617583"/>
                    <a:gd name="connsiteX18" fmla="*/ 776272 w 842641"/>
                    <a:gd name="connsiteY18" fmla="*/ 525190 h 617583"/>
                    <a:gd name="connsiteX19" fmla="*/ 784844 w 842641"/>
                    <a:gd name="connsiteY19" fmla="*/ 546145 h 617583"/>
                    <a:gd name="connsiteX0" fmla="*/ 811977 w 849771"/>
                    <a:gd name="connsiteY0" fmla="*/ 401002 h 542925"/>
                    <a:gd name="connsiteX1" fmla="*/ 432882 w 849771"/>
                    <a:gd name="connsiteY1" fmla="*/ 0 h 542925"/>
                    <a:gd name="connsiteX2" fmla="*/ 490032 w 849771"/>
                    <a:gd name="connsiteY2" fmla="*/ 47625 h 542925"/>
                    <a:gd name="connsiteX3" fmla="*/ 518607 w 849771"/>
                    <a:gd name="connsiteY3" fmla="*/ 76200 h 542925"/>
                    <a:gd name="connsiteX4" fmla="*/ 547182 w 849771"/>
                    <a:gd name="connsiteY4" fmla="*/ 47625 h 542925"/>
                    <a:gd name="connsiteX5" fmla="*/ 53787 w 849771"/>
                    <a:gd name="connsiteY5" fmla="*/ 401002 h 542925"/>
                    <a:gd name="connsiteX6" fmla="*/ 19497 w 849771"/>
                    <a:gd name="connsiteY6" fmla="*/ 486727 h 542925"/>
                    <a:gd name="connsiteX7" fmla="*/ 92839 w 849771"/>
                    <a:gd name="connsiteY7" fmla="*/ 542925 h 542925"/>
                    <a:gd name="connsiteX8" fmla="*/ 773877 w 849771"/>
                    <a:gd name="connsiteY8" fmla="*/ 542925 h 542925"/>
                    <a:gd name="connsiteX9" fmla="*/ 847219 w 849771"/>
                    <a:gd name="connsiteY9" fmla="*/ 486727 h 542925"/>
                    <a:gd name="connsiteX10" fmla="*/ 811977 w 849771"/>
                    <a:gd name="connsiteY10" fmla="*/ 401002 h 542925"/>
                    <a:gd name="connsiteX11" fmla="*/ 791974 w 849771"/>
                    <a:gd name="connsiteY11" fmla="*/ 471487 h 542925"/>
                    <a:gd name="connsiteX12" fmla="*/ 773877 w 849771"/>
                    <a:gd name="connsiteY12" fmla="*/ 485775 h 542925"/>
                    <a:gd name="connsiteX13" fmla="*/ 91887 w 849771"/>
                    <a:gd name="connsiteY13" fmla="*/ 485775 h 542925"/>
                    <a:gd name="connsiteX14" fmla="*/ 73789 w 849771"/>
                    <a:gd name="connsiteY14" fmla="*/ 471487 h 542925"/>
                    <a:gd name="connsiteX15" fmla="*/ 82362 w 849771"/>
                    <a:gd name="connsiteY15" fmla="*/ 450532 h 542925"/>
                    <a:gd name="connsiteX16" fmla="*/ 432882 w 849771"/>
                    <a:gd name="connsiteY16" fmla="*/ 242887 h 542925"/>
                    <a:gd name="connsiteX17" fmla="*/ 783402 w 849771"/>
                    <a:gd name="connsiteY17" fmla="*/ 450532 h 542925"/>
                    <a:gd name="connsiteX18" fmla="*/ 791974 w 849771"/>
                    <a:gd name="connsiteY18" fmla="*/ 471487 h 542925"/>
                    <a:gd name="connsiteX0" fmla="*/ 811977 w 849771"/>
                    <a:gd name="connsiteY0" fmla="*/ 401002 h 542925"/>
                    <a:gd name="connsiteX1" fmla="*/ 432882 w 849771"/>
                    <a:gd name="connsiteY1" fmla="*/ 0 h 542925"/>
                    <a:gd name="connsiteX2" fmla="*/ 490032 w 849771"/>
                    <a:gd name="connsiteY2" fmla="*/ 47625 h 542925"/>
                    <a:gd name="connsiteX3" fmla="*/ 547182 w 849771"/>
                    <a:gd name="connsiteY3" fmla="*/ 47625 h 542925"/>
                    <a:gd name="connsiteX4" fmla="*/ 53787 w 849771"/>
                    <a:gd name="connsiteY4" fmla="*/ 401002 h 542925"/>
                    <a:gd name="connsiteX5" fmla="*/ 19497 w 849771"/>
                    <a:gd name="connsiteY5" fmla="*/ 486727 h 542925"/>
                    <a:gd name="connsiteX6" fmla="*/ 92839 w 849771"/>
                    <a:gd name="connsiteY6" fmla="*/ 542925 h 542925"/>
                    <a:gd name="connsiteX7" fmla="*/ 773877 w 849771"/>
                    <a:gd name="connsiteY7" fmla="*/ 542925 h 542925"/>
                    <a:gd name="connsiteX8" fmla="*/ 847219 w 849771"/>
                    <a:gd name="connsiteY8" fmla="*/ 486727 h 542925"/>
                    <a:gd name="connsiteX9" fmla="*/ 811977 w 849771"/>
                    <a:gd name="connsiteY9" fmla="*/ 401002 h 542925"/>
                    <a:gd name="connsiteX10" fmla="*/ 791974 w 849771"/>
                    <a:gd name="connsiteY10" fmla="*/ 471487 h 542925"/>
                    <a:gd name="connsiteX11" fmla="*/ 773877 w 849771"/>
                    <a:gd name="connsiteY11" fmla="*/ 485775 h 542925"/>
                    <a:gd name="connsiteX12" fmla="*/ 91887 w 849771"/>
                    <a:gd name="connsiteY12" fmla="*/ 485775 h 542925"/>
                    <a:gd name="connsiteX13" fmla="*/ 73789 w 849771"/>
                    <a:gd name="connsiteY13" fmla="*/ 471487 h 542925"/>
                    <a:gd name="connsiteX14" fmla="*/ 82362 w 849771"/>
                    <a:gd name="connsiteY14" fmla="*/ 450532 h 542925"/>
                    <a:gd name="connsiteX15" fmla="*/ 432882 w 849771"/>
                    <a:gd name="connsiteY15" fmla="*/ 242887 h 542925"/>
                    <a:gd name="connsiteX16" fmla="*/ 783402 w 849771"/>
                    <a:gd name="connsiteY16" fmla="*/ 450532 h 542925"/>
                    <a:gd name="connsiteX17" fmla="*/ 791974 w 849771"/>
                    <a:gd name="connsiteY17" fmla="*/ 471487 h 542925"/>
                    <a:gd name="connsiteX0" fmla="*/ 808316 w 846110"/>
                    <a:gd name="connsiteY0" fmla="*/ 403561 h 545484"/>
                    <a:gd name="connsiteX1" fmla="*/ 429221 w 846110"/>
                    <a:gd name="connsiteY1" fmla="*/ 2559 h 545484"/>
                    <a:gd name="connsiteX2" fmla="*/ 486371 w 846110"/>
                    <a:gd name="connsiteY2" fmla="*/ 50184 h 545484"/>
                    <a:gd name="connsiteX3" fmla="*/ 50126 w 846110"/>
                    <a:gd name="connsiteY3" fmla="*/ 403561 h 545484"/>
                    <a:gd name="connsiteX4" fmla="*/ 15836 w 846110"/>
                    <a:gd name="connsiteY4" fmla="*/ 489286 h 545484"/>
                    <a:gd name="connsiteX5" fmla="*/ 89178 w 846110"/>
                    <a:gd name="connsiteY5" fmla="*/ 545484 h 545484"/>
                    <a:gd name="connsiteX6" fmla="*/ 770216 w 846110"/>
                    <a:gd name="connsiteY6" fmla="*/ 545484 h 545484"/>
                    <a:gd name="connsiteX7" fmla="*/ 843558 w 846110"/>
                    <a:gd name="connsiteY7" fmla="*/ 489286 h 545484"/>
                    <a:gd name="connsiteX8" fmla="*/ 808316 w 846110"/>
                    <a:gd name="connsiteY8" fmla="*/ 403561 h 545484"/>
                    <a:gd name="connsiteX9" fmla="*/ 788313 w 846110"/>
                    <a:gd name="connsiteY9" fmla="*/ 474046 h 545484"/>
                    <a:gd name="connsiteX10" fmla="*/ 770216 w 846110"/>
                    <a:gd name="connsiteY10" fmla="*/ 488334 h 545484"/>
                    <a:gd name="connsiteX11" fmla="*/ 88226 w 846110"/>
                    <a:gd name="connsiteY11" fmla="*/ 488334 h 545484"/>
                    <a:gd name="connsiteX12" fmla="*/ 70128 w 846110"/>
                    <a:gd name="connsiteY12" fmla="*/ 474046 h 545484"/>
                    <a:gd name="connsiteX13" fmla="*/ 78701 w 846110"/>
                    <a:gd name="connsiteY13" fmla="*/ 453091 h 545484"/>
                    <a:gd name="connsiteX14" fmla="*/ 429221 w 846110"/>
                    <a:gd name="connsiteY14" fmla="*/ 245446 h 545484"/>
                    <a:gd name="connsiteX15" fmla="*/ 779741 w 846110"/>
                    <a:gd name="connsiteY15" fmla="*/ 453091 h 545484"/>
                    <a:gd name="connsiteX16" fmla="*/ 788313 w 846110"/>
                    <a:gd name="connsiteY16" fmla="*/ 474046 h 545484"/>
                    <a:gd name="connsiteX0" fmla="*/ 804848 w 842642"/>
                    <a:gd name="connsiteY0" fmla="*/ 401002 h 542925"/>
                    <a:gd name="connsiteX1" fmla="*/ 425753 w 842642"/>
                    <a:gd name="connsiteY1" fmla="*/ 0 h 542925"/>
                    <a:gd name="connsiteX2" fmla="*/ 46658 w 842642"/>
                    <a:gd name="connsiteY2" fmla="*/ 401002 h 542925"/>
                    <a:gd name="connsiteX3" fmla="*/ 12368 w 842642"/>
                    <a:gd name="connsiteY3" fmla="*/ 486727 h 542925"/>
                    <a:gd name="connsiteX4" fmla="*/ 85710 w 842642"/>
                    <a:gd name="connsiteY4" fmla="*/ 542925 h 542925"/>
                    <a:gd name="connsiteX5" fmla="*/ 766748 w 842642"/>
                    <a:gd name="connsiteY5" fmla="*/ 542925 h 542925"/>
                    <a:gd name="connsiteX6" fmla="*/ 840090 w 842642"/>
                    <a:gd name="connsiteY6" fmla="*/ 486727 h 542925"/>
                    <a:gd name="connsiteX7" fmla="*/ 804848 w 842642"/>
                    <a:gd name="connsiteY7" fmla="*/ 401002 h 542925"/>
                    <a:gd name="connsiteX8" fmla="*/ 784845 w 842642"/>
                    <a:gd name="connsiteY8" fmla="*/ 471487 h 542925"/>
                    <a:gd name="connsiteX9" fmla="*/ 766748 w 842642"/>
                    <a:gd name="connsiteY9" fmla="*/ 485775 h 542925"/>
                    <a:gd name="connsiteX10" fmla="*/ 84758 w 842642"/>
                    <a:gd name="connsiteY10" fmla="*/ 485775 h 542925"/>
                    <a:gd name="connsiteX11" fmla="*/ 66660 w 842642"/>
                    <a:gd name="connsiteY11" fmla="*/ 471487 h 542925"/>
                    <a:gd name="connsiteX12" fmla="*/ 75233 w 842642"/>
                    <a:gd name="connsiteY12" fmla="*/ 450532 h 542925"/>
                    <a:gd name="connsiteX13" fmla="*/ 425753 w 842642"/>
                    <a:gd name="connsiteY13" fmla="*/ 242887 h 542925"/>
                    <a:gd name="connsiteX14" fmla="*/ 776273 w 842642"/>
                    <a:gd name="connsiteY14" fmla="*/ 450532 h 542925"/>
                    <a:gd name="connsiteX15" fmla="*/ 784845 w 842642"/>
                    <a:gd name="connsiteY15" fmla="*/ 471487 h 542925"/>
                    <a:gd name="connsiteX0" fmla="*/ 830163 w 867957"/>
                    <a:gd name="connsiteY0" fmla="*/ 158115 h 300038"/>
                    <a:gd name="connsiteX1" fmla="*/ 71973 w 867957"/>
                    <a:gd name="connsiteY1" fmla="*/ 158115 h 300038"/>
                    <a:gd name="connsiteX2" fmla="*/ 37683 w 867957"/>
                    <a:gd name="connsiteY2" fmla="*/ 243840 h 300038"/>
                    <a:gd name="connsiteX3" fmla="*/ 111025 w 867957"/>
                    <a:gd name="connsiteY3" fmla="*/ 300038 h 300038"/>
                    <a:gd name="connsiteX4" fmla="*/ 792063 w 867957"/>
                    <a:gd name="connsiteY4" fmla="*/ 300038 h 300038"/>
                    <a:gd name="connsiteX5" fmla="*/ 865405 w 867957"/>
                    <a:gd name="connsiteY5" fmla="*/ 243840 h 300038"/>
                    <a:gd name="connsiteX6" fmla="*/ 830163 w 867957"/>
                    <a:gd name="connsiteY6" fmla="*/ 158115 h 300038"/>
                    <a:gd name="connsiteX7" fmla="*/ 810160 w 867957"/>
                    <a:gd name="connsiteY7" fmla="*/ 228600 h 300038"/>
                    <a:gd name="connsiteX8" fmla="*/ 792063 w 867957"/>
                    <a:gd name="connsiteY8" fmla="*/ 242888 h 300038"/>
                    <a:gd name="connsiteX9" fmla="*/ 110073 w 867957"/>
                    <a:gd name="connsiteY9" fmla="*/ 242888 h 300038"/>
                    <a:gd name="connsiteX10" fmla="*/ 91975 w 867957"/>
                    <a:gd name="connsiteY10" fmla="*/ 228600 h 300038"/>
                    <a:gd name="connsiteX11" fmla="*/ 100548 w 867957"/>
                    <a:gd name="connsiteY11" fmla="*/ 207645 h 300038"/>
                    <a:gd name="connsiteX12" fmla="*/ 451068 w 867957"/>
                    <a:gd name="connsiteY12" fmla="*/ 0 h 300038"/>
                    <a:gd name="connsiteX13" fmla="*/ 801588 w 867957"/>
                    <a:gd name="connsiteY13" fmla="*/ 207645 h 300038"/>
                    <a:gd name="connsiteX14" fmla="*/ 810160 w 867957"/>
                    <a:gd name="connsiteY14" fmla="*/ 228600 h 300038"/>
                    <a:gd name="connsiteX0" fmla="*/ 830163 w 867957"/>
                    <a:gd name="connsiteY0" fmla="*/ 10716 h 152639"/>
                    <a:gd name="connsiteX1" fmla="*/ 71973 w 867957"/>
                    <a:gd name="connsiteY1" fmla="*/ 10716 h 152639"/>
                    <a:gd name="connsiteX2" fmla="*/ 37683 w 867957"/>
                    <a:gd name="connsiteY2" fmla="*/ 96441 h 152639"/>
                    <a:gd name="connsiteX3" fmla="*/ 111025 w 867957"/>
                    <a:gd name="connsiteY3" fmla="*/ 152639 h 152639"/>
                    <a:gd name="connsiteX4" fmla="*/ 792063 w 867957"/>
                    <a:gd name="connsiteY4" fmla="*/ 152639 h 152639"/>
                    <a:gd name="connsiteX5" fmla="*/ 865405 w 867957"/>
                    <a:gd name="connsiteY5" fmla="*/ 96441 h 152639"/>
                    <a:gd name="connsiteX6" fmla="*/ 830163 w 867957"/>
                    <a:gd name="connsiteY6" fmla="*/ 10716 h 152639"/>
                    <a:gd name="connsiteX7" fmla="*/ 810160 w 867957"/>
                    <a:gd name="connsiteY7" fmla="*/ 81201 h 152639"/>
                    <a:gd name="connsiteX8" fmla="*/ 792063 w 867957"/>
                    <a:gd name="connsiteY8" fmla="*/ 95489 h 152639"/>
                    <a:gd name="connsiteX9" fmla="*/ 110073 w 867957"/>
                    <a:gd name="connsiteY9" fmla="*/ 95489 h 152639"/>
                    <a:gd name="connsiteX10" fmla="*/ 91975 w 867957"/>
                    <a:gd name="connsiteY10" fmla="*/ 81201 h 152639"/>
                    <a:gd name="connsiteX11" fmla="*/ 100548 w 867957"/>
                    <a:gd name="connsiteY11" fmla="*/ 60246 h 152639"/>
                    <a:gd name="connsiteX12" fmla="*/ 801588 w 867957"/>
                    <a:gd name="connsiteY12" fmla="*/ 60246 h 152639"/>
                    <a:gd name="connsiteX13" fmla="*/ 810160 w 867957"/>
                    <a:gd name="connsiteY13" fmla="*/ 81201 h 152639"/>
                    <a:gd name="connsiteX0" fmla="*/ 847051 w 884845"/>
                    <a:gd name="connsiteY0" fmla="*/ 10716 h 152639"/>
                    <a:gd name="connsiteX1" fmla="*/ 88861 w 884845"/>
                    <a:gd name="connsiteY1" fmla="*/ 10716 h 152639"/>
                    <a:gd name="connsiteX2" fmla="*/ 17862 w 884845"/>
                    <a:gd name="connsiteY2" fmla="*/ 99340 h 152639"/>
                    <a:gd name="connsiteX3" fmla="*/ 127913 w 884845"/>
                    <a:gd name="connsiteY3" fmla="*/ 152639 h 152639"/>
                    <a:gd name="connsiteX4" fmla="*/ 808951 w 884845"/>
                    <a:gd name="connsiteY4" fmla="*/ 152639 h 152639"/>
                    <a:gd name="connsiteX5" fmla="*/ 882293 w 884845"/>
                    <a:gd name="connsiteY5" fmla="*/ 96441 h 152639"/>
                    <a:gd name="connsiteX6" fmla="*/ 847051 w 884845"/>
                    <a:gd name="connsiteY6" fmla="*/ 10716 h 152639"/>
                    <a:gd name="connsiteX7" fmla="*/ 827048 w 884845"/>
                    <a:gd name="connsiteY7" fmla="*/ 81201 h 152639"/>
                    <a:gd name="connsiteX8" fmla="*/ 808951 w 884845"/>
                    <a:gd name="connsiteY8" fmla="*/ 95489 h 152639"/>
                    <a:gd name="connsiteX9" fmla="*/ 126961 w 884845"/>
                    <a:gd name="connsiteY9" fmla="*/ 95489 h 152639"/>
                    <a:gd name="connsiteX10" fmla="*/ 108863 w 884845"/>
                    <a:gd name="connsiteY10" fmla="*/ 81201 h 152639"/>
                    <a:gd name="connsiteX11" fmla="*/ 117436 w 884845"/>
                    <a:gd name="connsiteY11" fmla="*/ 60246 h 152639"/>
                    <a:gd name="connsiteX12" fmla="*/ 818476 w 884845"/>
                    <a:gd name="connsiteY12" fmla="*/ 60246 h 152639"/>
                    <a:gd name="connsiteX13" fmla="*/ 827048 w 884845"/>
                    <a:gd name="connsiteY13" fmla="*/ 81201 h 152639"/>
                    <a:gd name="connsiteX0" fmla="*/ 864149 w 901943"/>
                    <a:gd name="connsiteY0" fmla="*/ 10716 h 152639"/>
                    <a:gd name="connsiteX1" fmla="*/ 105959 w 901943"/>
                    <a:gd name="connsiteY1" fmla="*/ 10716 h 152639"/>
                    <a:gd name="connsiteX2" fmla="*/ 8262 w 901943"/>
                    <a:gd name="connsiteY2" fmla="*/ 99340 h 152639"/>
                    <a:gd name="connsiteX3" fmla="*/ 145011 w 901943"/>
                    <a:gd name="connsiteY3" fmla="*/ 152639 h 152639"/>
                    <a:gd name="connsiteX4" fmla="*/ 826049 w 901943"/>
                    <a:gd name="connsiteY4" fmla="*/ 152639 h 152639"/>
                    <a:gd name="connsiteX5" fmla="*/ 899391 w 901943"/>
                    <a:gd name="connsiteY5" fmla="*/ 96441 h 152639"/>
                    <a:gd name="connsiteX6" fmla="*/ 864149 w 901943"/>
                    <a:gd name="connsiteY6" fmla="*/ 10716 h 152639"/>
                    <a:gd name="connsiteX7" fmla="*/ 844146 w 901943"/>
                    <a:gd name="connsiteY7" fmla="*/ 81201 h 152639"/>
                    <a:gd name="connsiteX8" fmla="*/ 826049 w 901943"/>
                    <a:gd name="connsiteY8" fmla="*/ 95489 h 152639"/>
                    <a:gd name="connsiteX9" fmla="*/ 144059 w 901943"/>
                    <a:gd name="connsiteY9" fmla="*/ 95489 h 152639"/>
                    <a:gd name="connsiteX10" fmla="*/ 125961 w 901943"/>
                    <a:gd name="connsiteY10" fmla="*/ 81201 h 152639"/>
                    <a:gd name="connsiteX11" fmla="*/ 134534 w 901943"/>
                    <a:gd name="connsiteY11" fmla="*/ 60246 h 152639"/>
                    <a:gd name="connsiteX12" fmla="*/ 835574 w 901943"/>
                    <a:gd name="connsiteY12" fmla="*/ 60246 h 152639"/>
                    <a:gd name="connsiteX13" fmla="*/ 844146 w 901943"/>
                    <a:gd name="connsiteY13" fmla="*/ 81201 h 152639"/>
                    <a:gd name="connsiteX0" fmla="*/ 864149 w 901943"/>
                    <a:gd name="connsiteY0" fmla="*/ 10716 h 152639"/>
                    <a:gd name="connsiteX1" fmla="*/ 105959 w 901943"/>
                    <a:gd name="connsiteY1" fmla="*/ 10716 h 152639"/>
                    <a:gd name="connsiteX2" fmla="*/ 8262 w 901943"/>
                    <a:gd name="connsiteY2" fmla="*/ 99340 h 152639"/>
                    <a:gd name="connsiteX3" fmla="*/ 145011 w 901943"/>
                    <a:gd name="connsiteY3" fmla="*/ 152639 h 152639"/>
                    <a:gd name="connsiteX4" fmla="*/ 826049 w 901943"/>
                    <a:gd name="connsiteY4" fmla="*/ 152639 h 152639"/>
                    <a:gd name="connsiteX5" fmla="*/ 899391 w 901943"/>
                    <a:gd name="connsiteY5" fmla="*/ 96441 h 152639"/>
                    <a:gd name="connsiteX6" fmla="*/ 864149 w 901943"/>
                    <a:gd name="connsiteY6" fmla="*/ 10716 h 152639"/>
                    <a:gd name="connsiteX7" fmla="*/ 844146 w 901943"/>
                    <a:gd name="connsiteY7" fmla="*/ 81201 h 152639"/>
                    <a:gd name="connsiteX8" fmla="*/ 826049 w 901943"/>
                    <a:gd name="connsiteY8" fmla="*/ 95489 h 152639"/>
                    <a:gd name="connsiteX9" fmla="*/ 144059 w 901943"/>
                    <a:gd name="connsiteY9" fmla="*/ 95489 h 152639"/>
                    <a:gd name="connsiteX10" fmla="*/ 125961 w 901943"/>
                    <a:gd name="connsiteY10" fmla="*/ 81201 h 152639"/>
                    <a:gd name="connsiteX11" fmla="*/ 141209 w 901943"/>
                    <a:gd name="connsiteY11" fmla="*/ 42851 h 152639"/>
                    <a:gd name="connsiteX12" fmla="*/ 835574 w 901943"/>
                    <a:gd name="connsiteY12" fmla="*/ 60246 h 152639"/>
                    <a:gd name="connsiteX13" fmla="*/ 844146 w 901943"/>
                    <a:gd name="connsiteY13" fmla="*/ 81201 h 152639"/>
                    <a:gd name="connsiteX0" fmla="*/ 864149 w 901943"/>
                    <a:gd name="connsiteY0" fmla="*/ 10716 h 152639"/>
                    <a:gd name="connsiteX1" fmla="*/ 105959 w 901943"/>
                    <a:gd name="connsiteY1" fmla="*/ 10716 h 152639"/>
                    <a:gd name="connsiteX2" fmla="*/ 8262 w 901943"/>
                    <a:gd name="connsiteY2" fmla="*/ 99340 h 152639"/>
                    <a:gd name="connsiteX3" fmla="*/ 145011 w 901943"/>
                    <a:gd name="connsiteY3" fmla="*/ 152639 h 152639"/>
                    <a:gd name="connsiteX4" fmla="*/ 826049 w 901943"/>
                    <a:gd name="connsiteY4" fmla="*/ 152639 h 152639"/>
                    <a:gd name="connsiteX5" fmla="*/ 899391 w 901943"/>
                    <a:gd name="connsiteY5" fmla="*/ 96441 h 152639"/>
                    <a:gd name="connsiteX6" fmla="*/ 864149 w 901943"/>
                    <a:gd name="connsiteY6" fmla="*/ 10716 h 152639"/>
                    <a:gd name="connsiteX7" fmla="*/ 844146 w 901943"/>
                    <a:gd name="connsiteY7" fmla="*/ 81201 h 152639"/>
                    <a:gd name="connsiteX8" fmla="*/ 826049 w 901943"/>
                    <a:gd name="connsiteY8" fmla="*/ 95489 h 152639"/>
                    <a:gd name="connsiteX9" fmla="*/ 144059 w 901943"/>
                    <a:gd name="connsiteY9" fmla="*/ 95489 h 152639"/>
                    <a:gd name="connsiteX10" fmla="*/ 125961 w 901943"/>
                    <a:gd name="connsiteY10" fmla="*/ 81201 h 152639"/>
                    <a:gd name="connsiteX11" fmla="*/ 141209 w 901943"/>
                    <a:gd name="connsiteY11" fmla="*/ 42851 h 152639"/>
                    <a:gd name="connsiteX12" fmla="*/ 812213 w 901943"/>
                    <a:gd name="connsiteY12" fmla="*/ 45750 h 152639"/>
                    <a:gd name="connsiteX13" fmla="*/ 844146 w 901943"/>
                    <a:gd name="connsiteY13" fmla="*/ 81201 h 152639"/>
                    <a:gd name="connsiteX0" fmla="*/ 864149 w 950239"/>
                    <a:gd name="connsiteY0" fmla="*/ 10716 h 152639"/>
                    <a:gd name="connsiteX1" fmla="*/ 105959 w 950239"/>
                    <a:gd name="connsiteY1" fmla="*/ 10716 h 152639"/>
                    <a:gd name="connsiteX2" fmla="*/ 8262 w 950239"/>
                    <a:gd name="connsiteY2" fmla="*/ 99340 h 152639"/>
                    <a:gd name="connsiteX3" fmla="*/ 145011 w 950239"/>
                    <a:gd name="connsiteY3" fmla="*/ 152639 h 152639"/>
                    <a:gd name="connsiteX4" fmla="*/ 826049 w 950239"/>
                    <a:gd name="connsiteY4" fmla="*/ 152639 h 152639"/>
                    <a:gd name="connsiteX5" fmla="*/ 949450 w 950239"/>
                    <a:gd name="connsiteY5" fmla="*/ 96441 h 152639"/>
                    <a:gd name="connsiteX6" fmla="*/ 864149 w 950239"/>
                    <a:gd name="connsiteY6" fmla="*/ 10716 h 152639"/>
                    <a:gd name="connsiteX7" fmla="*/ 844146 w 950239"/>
                    <a:gd name="connsiteY7" fmla="*/ 81201 h 152639"/>
                    <a:gd name="connsiteX8" fmla="*/ 826049 w 950239"/>
                    <a:gd name="connsiteY8" fmla="*/ 95489 h 152639"/>
                    <a:gd name="connsiteX9" fmla="*/ 144059 w 950239"/>
                    <a:gd name="connsiteY9" fmla="*/ 95489 h 152639"/>
                    <a:gd name="connsiteX10" fmla="*/ 125961 w 950239"/>
                    <a:gd name="connsiteY10" fmla="*/ 81201 h 152639"/>
                    <a:gd name="connsiteX11" fmla="*/ 141209 w 950239"/>
                    <a:gd name="connsiteY11" fmla="*/ 42851 h 152639"/>
                    <a:gd name="connsiteX12" fmla="*/ 812213 w 950239"/>
                    <a:gd name="connsiteY12" fmla="*/ 45750 h 152639"/>
                    <a:gd name="connsiteX13" fmla="*/ 844146 w 950239"/>
                    <a:gd name="connsiteY13" fmla="*/ 81201 h 152639"/>
                    <a:gd name="connsiteX0" fmla="*/ 884173 w 950802"/>
                    <a:gd name="connsiteY0" fmla="*/ 12275 h 151299"/>
                    <a:gd name="connsiteX1" fmla="*/ 105959 w 950802"/>
                    <a:gd name="connsiteY1" fmla="*/ 9376 h 151299"/>
                    <a:gd name="connsiteX2" fmla="*/ 8262 w 950802"/>
                    <a:gd name="connsiteY2" fmla="*/ 98000 h 151299"/>
                    <a:gd name="connsiteX3" fmla="*/ 145011 w 950802"/>
                    <a:gd name="connsiteY3" fmla="*/ 151299 h 151299"/>
                    <a:gd name="connsiteX4" fmla="*/ 826049 w 950802"/>
                    <a:gd name="connsiteY4" fmla="*/ 151299 h 151299"/>
                    <a:gd name="connsiteX5" fmla="*/ 949450 w 950802"/>
                    <a:gd name="connsiteY5" fmla="*/ 95101 h 151299"/>
                    <a:gd name="connsiteX6" fmla="*/ 884173 w 950802"/>
                    <a:gd name="connsiteY6" fmla="*/ 12275 h 151299"/>
                    <a:gd name="connsiteX7" fmla="*/ 844146 w 950802"/>
                    <a:gd name="connsiteY7" fmla="*/ 79861 h 151299"/>
                    <a:gd name="connsiteX8" fmla="*/ 826049 w 950802"/>
                    <a:gd name="connsiteY8" fmla="*/ 94149 h 151299"/>
                    <a:gd name="connsiteX9" fmla="*/ 144059 w 950802"/>
                    <a:gd name="connsiteY9" fmla="*/ 94149 h 151299"/>
                    <a:gd name="connsiteX10" fmla="*/ 125961 w 950802"/>
                    <a:gd name="connsiteY10" fmla="*/ 79861 h 151299"/>
                    <a:gd name="connsiteX11" fmla="*/ 141209 w 950802"/>
                    <a:gd name="connsiteY11" fmla="*/ 41511 h 151299"/>
                    <a:gd name="connsiteX12" fmla="*/ 812213 w 950802"/>
                    <a:gd name="connsiteY12" fmla="*/ 44410 h 151299"/>
                    <a:gd name="connsiteX13" fmla="*/ 844146 w 950802"/>
                    <a:gd name="connsiteY13" fmla="*/ 79861 h 15129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950802" h="151299">
                      <a:moveTo>
                        <a:pt x="884173" y="12275"/>
                      </a:moveTo>
                      <a:cubicBezTo>
                        <a:pt x="751934" y="-2012"/>
                        <a:pt x="238039" y="-4911"/>
                        <a:pt x="105959" y="9376"/>
                      </a:cubicBezTo>
                      <a:cubicBezTo>
                        <a:pt x="-26121" y="23663"/>
                        <a:pt x="-1263" y="64663"/>
                        <a:pt x="8262" y="98000"/>
                      </a:cubicBezTo>
                      <a:cubicBezTo>
                        <a:pt x="17787" y="131338"/>
                        <a:pt x="110721" y="151299"/>
                        <a:pt x="145011" y="151299"/>
                      </a:cubicBezTo>
                      <a:lnTo>
                        <a:pt x="826049" y="151299"/>
                      </a:lnTo>
                      <a:cubicBezTo>
                        <a:pt x="861291" y="151299"/>
                        <a:pt x="939763" y="118272"/>
                        <a:pt x="949450" y="95101"/>
                      </a:cubicBezTo>
                      <a:cubicBezTo>
                        <a:pt x="959137" y="71930"/>
                        <a:pt x="914653" y="30373"/>
                        <a:pt x="884173" y="12275"/>
                      </a:cubicBezTo>
                      <a:close/>
                      <a:moveTo>
                        <a:pt x="844146" y="79861"/>
                      </a:moveTo>
                      <a:cubicBezTo>
                        <a:pt x="846452" y="88151"/>
                        <a:pt x="838431" y="94149"/>
                        <a:pt x="826049" y="94149"/>
                      </a:cubicBezTo>
                      <a:lnTo>
                        <a:pt x="144059" y="94149"/>
                      </a:lnTo>
                      <a:cubicBezTo>
                        <a:pt x="130724" y="94149"/>
                        <a:pt x="126914" y="84624"/>
                        <a:pt x="125961" y="79861"/>
                      </a:cubicBezTo>
                      <a:cubicBezTo>
                        <a:pt x="125009" y="76051"/>
                        <a:pt x="129779" y="48179"/>
                        <a:pt x="141209" y="41511"/>
                      </a:cubicBezTo>
                      <a:lnTo>
                        <a:pt x="812213" y="44410"/>
                      </a:lnTo>
                      <a:cubicBezTo>
                        <a:pt x="823643" y="51078"/>
                        <a:pt x="841840" y="71571"/>
                        <a:pt x="844146" y="79861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200"/>
                </a:p>
              </p:txBody>
            </p:sp>
            <p:sp>
              <p:nvSpPr>
                <p:cNvPr id="63" name="Rectangle: Rounded Corners 4">
                  <a:extLst>
                    <a:ext uri="{FF2B5EF4-FFF2-40B4-BE49-F238E27FC236}">
                      <a16:creationId xmlns:a16="http://schemas.microsoft.com/office/drawing/2014/main" id="{6913FE18-703E-4E01-9AC3-74422A54E3BA}"/>
                    </a:ext>
                  </a:extLst>
                </p:cNvPr>
                <p:cNvSpPr/>
                <p:nvPr/>
              </p:nvSpPr>
              <p:spPr>
                <a:xfrm>
                  <a:off x="4602336" y="1430104"/>
                  <a:ext cx="3397105" cy="298740"/>
                </a:xfrm>
                <a:custGeom>
                  <a:avLst/>
                  <a:gdLst>
                    <a:gd name="connsiteX0" fmla="*/ 0 w 3397105"/>
                    <a:gd name="connsiteY0" fmla="*/ 71653 h 169907"/>
                    <a:gd name="connsiteX1" fmla="*/ 71653 w 3397105"/>
                    <a:gd name="connsiteY1" fmla="*/ 0 h 169907"/>
                    <a:gd name="connsiteX2" fmla="*/ 3325452 w 3397105"/>
                    <a:gd name="connsiteY2" fmla="*/ 0 h 169907"/>
                    <a:gd name="connsiteX3" fmla="*/ 3397105 w 3397105"/>
                    <a:gd name="connsiteY3" fmla="*/ 71653 h 169907"/>
                    <a:gd name="connsiteX4" fmla="*/ 3397105 w 3397105"/>
                    <a:gd name="connsiteY4" fmla="*/ 98254 h 169907"/>
                    <a:gd name="connsiteX5" fmla="*/ 3325452 w 3397105"/>
                    <a:gd name="connsiteY5" fmla="*/ 169907 h 169907"/>
                    <a:gd name="connsiteX6" fmla="*/ 71653 w 3397105"/>
                    <a:gd name="connsiteY6" fmla="*/ 169907 h 169907"/>
                    <a:gd name="connsiteX7" fmla="*/ 0 w 3397105"/>
                    <a:gd name="connsiteY7" fmla="*/ 98254 h 169907"/>
                    <a:gd name="connsiteX8" fmla="*/ 0 w 3397105"/>
                    <a:gd name="connsiteY8" fmla="*/ 71653 h 169907"/>
                    <a:gd name="connsiteX0" fmla="*/ 0 w 3397105"/>
                    <a:gd name="connsiteY0" fmla="*/ 200486 h 298740"/>
                    <a:gd name="connsiteX1" fmla="*/ 71653 w 3397105"/>
                    <a:gd name="connsiteY1" fmla="*/ 128833 h 298740"/>
                    <a:gd name="connsiteX2" fmla="*/ 1698790 w 3397105"/>
                    <a:gd name="connsiteY2" fmla="*/ 0 h 298740"/>
                    <a:gd name="connsiteX3" fmla="*/ 3325452 w 3397105"/>
                    <a:gd name="connsiteY3" fmla="*/ 128833 h 298740"/>
                    <a:gd name="connsiteX4" fmla="*/ 3397105 w 3397105"/>
                    <a:gd name="connsiteY4" fmla="*/ 200486 h 298740"/>
                    <a:gd name="connsiteX5" fmla="*/ 3397105 w 3397105"/>
                    <a:gd name="connsiteY5" fmla="*/ 227087 h 298740"/>
                    <a:gd name="connsiteX6" fmla="*/ 3325452 w 3397105"/>
                    <a:gd name="connsiteY6" fmla="*/ 298740 h 298740"/>
                    <a:gd name="connsiteX7" fmla="*/ 71653 w 3397105"/>
                    <a:gd name="connsiteY7" fmla="*/ 298740 h 298740"/>
                    <a:gd name="connsiteX8" fmla="*/ 0 w 3397105"/>
                    <a:gd name="connsiteY8" fmla="*/ 227087 h 298740"/>
                    <a:gd name="connsiteX9" fmla="*/ 0 w 3397105"/>
                    <a:gd name="connsiteY9" fmla="*/ 200486 h 2987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397105" h="298740">
                      <a:moveTo>
                        <a:pt x="0" y="200486"/>
                      </a:moveTo>
                      <a:cubicBezTo>
                        <a:pt x="0" y="160913"/>
                        <a:pt x="32080" y="128833"/>
                        <a:pt x="71653" y="128833"/>
                      </a:cubicBezTo>
                      <a:cubicBezTo>
                        <a:pt x="612587" y="127781"/>
                        <a:pt x="1157856" y="1052"/>
                        <a:pt x="1698790" y="0"/>
                      </a:cubicBezTo>
                      <a:cubicBezTo>
                        <a:pt x="2242455" y="1052"/>
                        <a:pt x="2781787" y="127781"/>
                        <a:pt x="3325452" y="128833"/>
                      </a:cubicBezTo>
                      <a:cubicBezTo>
                        <a:pt x="3365025" y="128833"/>
                        <a:pt x="3397105" y="160913"/>
                        <a:pt x="3397105" y="200486"/>
                      </a:cubicBezTo>
                      <a:lnTo>
                        <a:pt x="3397105" y="227087"/>
                      </a:lnTo>
                      <a:cubicBezTo>
                        <a:pt x="3397105" y="266660"/>
                        <a:pt x="3365025" y="298740"/>
                        <a:pt x="3325452" y="298740"/>
                      </a:cubicBezTo>
                      <a:lnTo>
                        <a:pt x="71653" y="298740"/>
                      </a:lnTo>
                      <a:cubicBezTo>
                        <a:pt x="32080" y="298740"/>
                        <a:pt x="0" y="266660"/>
                        <a:pt x="0" y="227087"/>
                      </a:cubicBezTo>
                      <a:lnTo>
                        <a:pt x="0" y="200486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 dirty="0"/>
                </a:p>
              </p:txBody>
            </p:sp>
          </p:grpSp>
        </p:grpSp>
        <p:pic>
          <p:nvPicPr>
            <p:cNvPr id="59" name="Graphic 58" descr="No sign">
              <a:extLst>
                <a:ext uri="{FF2B5EF4-FFF2-40B4-BE49-F238E27FC236}">
                  <a16:creationId xmlns:a16="http://schemas.microsoft.com/office/drawing/2014/main" id="{421726D3-6815-483E-8849-68B82744E2C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89075" y="1301848"/>
              <a:ext cx="692306" cy="692306"/>
            </a:xfrm>
            <a:prstGeom prst="rect">
              <a:avLst/>
            </a:prstGeom>
          </p:spPr>
        </p:pic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2BDF2DF0-21F7-4FE6-948B-1FFE0FA45ED5}"/>
              </a:ext>
            </a:extLst>
          </p:cNvPr>
          <p:cNvGrpSpPr/>
          <p:nvPr userDrawn="1"/>
        </p:nvGrpSpPr>
        <p:grpSpPr>
          <a:xfrm>
            <a:off x="8384416" y="2149519"/>
            <a:ext cx="3327376" cy="792286"/>
            <a:chOff x="8384416" y="2305407"/>
            <a:chExt cx="3327376" cy="792286"/>
          </a:xfrm>
        </p:grpSpPr>
        <p:sp>
          <p:nvSpPr>
            <p:cNvPr id="95" name="Arrow: Up 57">
              <a:extLst>
                <a:ext uri="{FF2B5EF4-FFF2-40B4-BE49-F238E27FC236}">
                  <a16:creationId xmlns:a16="http://schemas.microsoft.com/office/drawing/2014/main" id="{3C6506D3-452E-4092-A4A9-525F9525C838}"/>
                </a:ext>
              </a:extLst>
            </p:cNvPr>
            <p:cNvSpPr/>
            <p:nvPr/>
          </p:nvSpPr>
          <p:spPr>
            <a:xfrm rot="5400000">
              <a:off x="10463045" y="2547474"/>
              <a:ext cx="350208" cy="383245"/>
            </a:xfrm>
            <a:custGeom>
              <a:avLst/>
              <a:gdLst>
                <a:gd name="connsiteX0" fmla="*/ 0 w 583975"/>
                <a:gd name="connsiteY0" fmla="*/ 291988 h 650389"/>
                <a:gd name="connsiteX1" fmla="*/ 291988 w 583975"/>
                <a:gd name="connsiteY1" fmla="*/ 0 h 650389"/>
                <a:gd name="connsiteX2" fmla="*/ 583975 w 583975"/>
                <a:gd name="connsiteY2" fmla="*/ 291988 h 650389"/>
                <a:gd name="connsiteX3" fmla="*/ 437981 w 583975"/>
                <a:gd name="connsiteY3" fmla="*/ 291988 h 650389"/>
                <a:gd name="connsiteX4" fmla="*/ 437981 w 583975"/>
                <a:gd name="connsiteY4" fmla="*/ 650389 h 650389"/>
                <a:gd name="connsiteX5" fmla="*/ 145994 w 583975"/>
                <a:gd name="connsiteY5" fmla="*/ 650389 h 650389"/>
                <a:gd name="connsiteX6" fmla="*/ 145994 w 583975"/>
                <a:gd name="connsiteY6" fmla="*/ 291988 h 650389"/>
                <a:gd name="connsiteX7" fmla="*/ 0 w 583975"/>
                <a:gd name="connsiteY7" fmla="*/ 291988 h 650389"/>
                <a:gd name="connsiteX0" fmla="*/ 0 w 583975"/>
                <a:gd name="connsiteY0" fmla="*/ 291988 h 650389"/>
                <a:gd name="connsiteX1" fmla="*/ 291988 w 583975"/>
                <a:gd name="connsiteY1" fmla="*/ 0 h 650389"/>
                <a:gd name="connsiteX2" fmla="*/ 583975 w 583975"/>
                <a:gd name="connsiteY2" fmla="*/ 291988 h 650389"/>
                <a:gd name="connsiteX3" fmla="*/ 437981 w 583975"/>
                <a:gd name="connsiteY3" fmla="*/ 291988 h 650389"/>
                <a:gd name="connsiteX4" fmla="*/ 437981 w 583975"/>
                <a:gd name="connsiteY4" fmla="*/ 650389 h 650389"/>
                <a:gd name="connsiteX5" fmla="*/ 284270 w 583975"/>
                <a:gd name="connsiteY5" fmla="*/ 588142 h 650389"/>
                <a:gd name="connsiteX6" fmla="*/ 145994 w 583975"/>
                <a:gd name="connsiteY6" fmla="*/ 650389 h 650389"/>
                <a:gd name="connsiteX7" fmla="*/ 145994 w 583975"/>
                <a:gd name="connsiteY7" fmla="*/ 291988 h 650389"/>
                <a:gd name="connsiteX8" fmla="*/ 0 w 583975"/>
                <a:gd name="connsiteY8" fmla="*/ 291988 h 650389"/>
                <a:gd name="connsiteX0" fmla="*/ 284270 w 583975"/>
                <a:gd name="connsiteY0" fmla="*/ 588142 h 679582"/>
                <a:gd name="connsiteX1" fmla="*/ 145994 w 583975"/>
                <a:gd name="connsiteY1" fmla="*/ 650389 h 679582"/>
                <a:gd name="connsiteX2" fmla="*/ 145994 w 583975"/>
                <a:gd name="connsiteY2" fmla="*/ 291988 h 679582"/>
                <a:gd name="connsiteX3" fmla="*/ 0 w 583975"/>
                <a:gd name="connsiteY3" fmla="*/ 291988 h 679582"/>
                <a:gd name="connsiteX4" fmla="*/ 291988 w 583975"/>
                <a:gd name="connsiteY4" fmla="*/ 0 h 679582"/>
                <a:gd name="connsiteX5" fmla="*/ 583975 w 583975"/>
                <a:gd name="connsiteY5" fmla="*/ 291988 h 679582"/>
                <a:gd name="connsiteX6" fmla="*/ 437981 w 583975"/>
                <a:gd name="connsiteY6" fmla="*/ 291988 h 679582"/>
                <a:gd name="connsiteX7" fmla="*/ 437981 w 583975"/>
                <a:gd name="connsiteY7" fmla="*/ 650389 h 679582"/>
                <a:gd name="connsiteX8" fmla="*/ 375710 w 583975"/>
                <a:gd name="connsiteY8" fmla="*/ 679582 h 679582"/>
                <a:gd name="connsiteX0" fmla="*/ 284270 w 583975"/>
                <a:gd name="connsiteY0" fmla="*/ 588142 h 650389"/>
                <a:gd name="connsiteX1" fmla="*/ 145994 w 583975"/>
                <a:gd name="connsiteY1" fmla="*/ 650389 h 650389"/>
                <a:gd name="connsiteX2" fmla="*/ 145994 w 583975"/>
                <a:gd name="connsiteY2" fmla="*/ 291988 h 650389"/>
                <a:gd name="connsiteX3" fmla="*/ 0 w 583975"/>
                <a:gd name="connsiteY3" fmla="*/ 291988 h 650389"/>
                <a:gd name="connsiteX4" fmla="*/ 291988 w 583975"/>
                <a:gd name="connsiteY4" fmla="*/ 0 h 650389"/>
                <a:gd name="connsiteX5" fmla="*/ 583975 w 583975"/>
                <a:gd name="connsiteY5" fmla="*/ 291988 h 650389"/>
                <a:gd name="connsiteX6" fmla="*/ 437981 w 583975"/>
                <a:gd name="connsiteY6" fmla="*/ 291988 h 650389"/>
                <a:gd name="connsiteX7" fmla="*/ 437981 w 583975"/>
                <a:gd name="connsiteY7" fmla="*/ 650389 h 650389"/>
                <a:gd name="connsiteX0" fmla="*/ 145994 w 583975"/>
                <a:gd name="connsiteY0" fmla="*/ 650389 h 650389"/>
                <a:gd name="connsiteX1" fmla="*/ 145994 w 583975"/>
                <a:gd name="connsiteY1" fmla="*/ 291988 h 650389"/>
                <a:gd name="connsiteX2" fmla="*/ 0 w 583975"/>
                <a:gd name="connsiteY2" fmla="*/ 291988 h 650389"/>
                <a:gd name="connsiteX3" fmla="*/ 291988 w 583975"/>
                <a:gd name="connsiteY3" fmla="*/ 0 h 650389"/>
                <a:gd name="connsiteX4" fmla="*/ 583975 w 583975"/>
                <a:gd name="connsiteY4" fmla="*/ 291988 h 650389"/>
                <a:gd name="connsiteX5" fmla="*/ 437981 w 583975"/>
                <a:gd name="connsiteY5" fmla="*/ 291988 h 650389"/>
                <a:gd name="connsiteX6" fmla="*/ 437981 w 583975"/>
                <a:gd name="connsiteY6" fmla="*/ 650389 h 650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3975" h="650389">
                  <a:moveTo>
                    <a:pt x="145994" y="650389"/>
                  </a:moveTo>
                  <a:lnTo>
                    <a:pt x="145994" y="291988"/>
                  </a:lnTo>
                  <a:lnTo>
                    <a:pt x="0" y="291988"/>
                  </a:lnTo>
                  <a:lnTo>
                    <a:pt x="291988" y="0"/>
                  </a:lnTo>
                  <a:lnTo>
                    <a:pt x="583975" y="291988"/>
                  </a:lnTo>
                  <a:lnTo>
                    <a:pt x="437981" y="291988"/>
                  </a:lnTo>
                  <a:lnTo>
                    <a:pt x="437981" y="650389"/>
                  </a:lnTo>
                </a:path>
              </a:pathLst>
            </a:cu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Arrow: Up 57">
              <a:extLst>
                <a:ext uri="{FF2B5EF4-FFF2-40B4-BE49-F238E27FC236}">
                  <a16:creationId xmlns:a16="http://schemas.microsoft.com/office/drawing/2014/main" id="{DF8465E6-642B-485D-BBD6-7D4C21443E36}"/>
                </a:ext>
              </a:extLst>
            </p:cNvPr>
            <p:cNvSpPr/>
            <p:nvPr/>
          </p:nvSpPr>
          <p:spPr>
            <a:xfrm rot="5400000">
              <a:off x="9560288" y="2547473"/>
              <a:ext cx="350208" cy="383245"/>
            </a:xfrm>
            <a:custGeom>
              <a:avLst/>
              <a:gdLst>
                <a:gd name="connsiteX0" fmla="*/ 0 w 583975"/>
                <a:gd name="connsiteY0" fmla="*/ 291988 h 650389"/>
                <a:gd name="connsiteX1" fmla="*/ 291988 w 583975"/>
                <a:gd name="connsiteY1" fmla="*/ 0 h 650389"/>
                <a:gd name="connsiteX2" fmla="*/ 583975 w 583975"/>
                <a:gd name="connsiteY2" fmla="*/ 291988 h 650389"/>
                <a:gd name="connsiteX3" fmla="*/ 437981 w 583975"/>
                <a:gd name="connsiteY3" fmla="*/ 291988 h 650389"/>
                <a:gd name="connsiteX4" fmla="*/ 437981 w 583975"/>
                <a:gd name="connsiteY4" fmla="*/ 650389 h 650389"/>
                <a:gd name="connsiteX5" fmla="*/ 145994 w 583975"/>
                <a:gd name="connsiteY5" fmla="*/ 650389 h 650389"/>
                <a:gd name="connsiteX6" fmla="*/ 145994 w 583975"/>
                <a:gd name="connsiteY6" fmla="*/ 291988 h 650389"/>
                <a:gd name="connsiteX7" fmla="*/ 0 w 583975"/>
                <a:gd name="connsiteY7" fmla="*/ 291988 h 650389"/>
                <a:gd name="connsiteX0" fmla="*/ 0 w 583975"/>
                <a:gd name="connsiteY0" fmla="*/ 291988 h 650389"/>
                <a:gd name="connsiteX1" fmla="*/ 291988 w 583975"/>
                <a:gd name="connsiteY1" fmla="*/ 0 h 650389"/>
                <a:gd name="connsiteX2" fmla="*/ 583975 w 583975"/>
                <a:gd name="connsiteY2" fmla="*/ 291988 h 650389"/>
                <a:gd name="connsiteX3" fmla="*/ 437981 w 583975"/>
                <a:gd name="connsiteY3" fmla="*/ 291988 h 650389"/>
                <a:gd name="connsiteX4" fmla="*/ 437981 w 583975"/>
                <a:gd name="connsiteY4" fmla="*/ 650389 h 650389"/>
                <a:gd name="connsiteX5" fmla="*/ 284270 w 583975"/>
                <a:gd name="connsiteY5" fmla="*/ 588142 h 650389"/>
                <a:gd name="connsiteX6" fmla="*/ 145994 w 583975"/>
                <a:gd name="connsiteY6" fmla="*/ 650389 h 650389"/>
                <a:gd name="connsiteX7" fmla="*/ 145994 w 583975"/>
                <a:gd name="connsiteY7" fmla="*/ 291988 h 650389"/>
                <a:gd name="connsiteX8" fmla="*/ 0 w 583975"/>
                <a:gd name="connsiteY8" fmla="*/ 291988 h 650389"/>
                <a:gd name="connsiteX0" fmla="*/ 284270 w 583975"/>
                <a:gd name="connsiteY0" fmla="*/ 588142 h 679582"/>
                <a:gd name="connsiteX1" fmla="*/ 145994 w 583975"/>
                <a:gd name="connsiteY1" fmla="*/ 650389 h 679582"/>
                <a:gd name="connsiteX2" fmla="*/ 145994 w 583975"/>
                <a:gd name="connsiteY2" fmla="*/ 291988 h 679582"/>
                <a:gd name="connsiteX3" fmla="*/ 0 w 583975"/>
                <a:gd name="connsiteY3" fmla="*/ 291988 h 679582"/>
                <a:gd name="connsiteX4" fmla="*/ 291988 w 583975"/>
                <a:gd name="connsiteY4" fmla="*/ 0 h 679582"/>
                <a:gd name="connsiteX5" fmla="*/ 583975 w 583975"/>
                <a:gd name="connsiteY5" fmla="*/ 291988 h 679582"/>
                <a:gd name="connsiteX6" fmla="*/ 437981 w 583975"/>
                <a:gd name="connsiteY6" fmla="*/ 291988 h 679582"/>
                <a:gd name="connsiteX7" fmla="*/ 437981 w 583975"/>
                <a:gd name="connsiteY7" fmla="*/ 650389 h 679582"/>
                <a:gd name="connsiteX8" fmla="*/ 375710 w 583975"/>
                <a:gd name="connsiteY8" fmla="*/ 679582 h 679582"/>
                <a:gd name="connsiteX0" fmla="*/ 284270 w 583975"/>
                <a:gd name="connsiteY0" fmla="*/ 588142 h 650389"/>
                <a:gd name="connsiteX1" fmla="*/ 145994 w 583975"/>
                <a:gd name="connsiteY1" fmla="*/ 650389 h 650389"/>
                <a:gd name="connsiteX2" fmla="*/ 145994 w 583975"/>
                <a:gd name="connsiteY2" fmla="*/ 291988 h 650389"/>
                <a:gd name="connsiteX3" fmla="*/ 0 w 583975"/>
                <a:gd name="connsiteY3" fmla="*/ 291988 h 650389"/>
                <a:gd name="connsiteX4" fmla="*/ 291988 w 583975"/>
                <a:gd name="connsiteY4" fmla="*/ 0 h 650389"/>
                <a:gd name="connsiteX5" fmla="*/ 583975 w 583975"/>
                <a:gd name="connsiteY5" fmla="*/ 291988 h 650389"/>
                <a:gd name="connsiteX6" fmla="*/ 437981 w 583975"/>
                <a:gd name="connsiteY6" fmla="*/ 291988 h 650389"/>
                <a:gd name="connsiteX7" fmla="*/ 437981 w 583975"/>
                <a:gd name="connsiteY7" fmla="*/ 650389 h 650389"/>
                <a:gd name="connsiteX0" fmla="*/ 145994 w 583975"/>
                <a:gd name="connsiteY0" fmla="*/ 650389 h 650389"/>
                <a:gd name="connsiteX1" fmla="*/ 145994 w 583975"/>
                <a:gd name="connsiteY1" fmla="*/ 291988 h 650389"/>
                <a:gd name="connsiteX2" fmla="*/ 0 w 583975"/>
                <a:gd name="connsiteY2" fmla="*/ 291988 h 650389"/>
                <a:gd name="connsiteX3" fmla="*/ 291988 w 583975"/>
                <a:gd name="connsiteY3" fmla="*/ 0 h 650389"/>
                <a:gd name="connsiteX4" fmla="*/ 583975 w 583975"/>
                <a:gd name="connsiteY4" fmla="*/ 291988 h 650389"/>
                <a:gd name="connsiteX5" fmla="*/ 437981 w 583975"/>
                <a:gd name="connsiteY5" fmla="*/ 291988 h 650389"/>
                <a:gd name="connsiteX6" fmla="*/ 437981 w 583975"/>
                <a:gd name="connsiteY6" fmla="*/ 650389 h 650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3975" h="650389">
                  <a:moveTo>
                    <a:pt x="145994" y="650389"/>
                  </a:moveTo>
                  <a:lnTo>
                    <a:pt x="145994" y="291988"/>
                  </a:lnTo>
                  <a:lnTo>
                    <a:pt x="0" y="291988"/>
                  </a:lnTo>
                  <a:lnTo>
                    <a:pt x="291988" y="0"/>
                  </a:lnTo>
                  <a:lnTo>
                    <a:pt x="583975" y="291988"/>
                  </a:lnTo>
                  <a:lnTo>
                    <a:pt x="437981" y="291988"/>
                  </a:lnTo>
                  <a:lnTo>
                    <a:pt x="437981" y="650389"/>
                  </a:lnTo>
                </a:path>
              </a:pathLst>
            </a:cu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Arrow: Up 57">
              <a:extLst>
                <a:ext uri="{FF2B5EF4-FFF2-40B4-BE49-F238E27FC236}">
                  <a16:creationId xmlns:a16="http://schemas.microsoft.com/office/drawing/2014/main" id="{A6C564D7-E339-44FA-BB35-0583774FE4C5}"/>
                </a:ext>
              </a:extLst>
            </p:cNvPr>
            <p:cNvSpPr/>
            <p:nvPr/>
          </p:nvSpPr>
          <p:spPr>
            <a:xfrm rot="5400000">
              <a:off x="8623556" y="2547474"/>
              <a:ext cx="350208" cy="383245"/>
            </a:xfrm>
            <a:custGeom>
              <a:avLst/>
              <a:gdLst>
                <a:gd name="connsiteX0" fmla="*/ 0 w 583975"/>
                <a:gd name="connsiteY0" fmla="*/ 291988 h 650389"/>
                <a:gd name="connsiteX1" fmla="*/ 291988 w 583975"/>
                <a:gd name="connsiteY1" fmla="*/ 0 h 650389"/>
                <a:gd name="connsiteX2" fmla="*/ 583975 w 583975"/>
                <a:gd name="connsiteY2" fmla="*/ 291988 h 650389"/>
                <a:gd name="connsiteX3" fmla="*/ 437981 w 583975"/>
                <a:gd name="connsiteY3" fmla="*/ 291988 h 650389"/>
                <a:gd name="connsiteX4" fmla="*/ 437981 w 583975"/>
                <a:gd name="connsiteY4" fmla="*/ 650389 h 650389"/>
                <a:gd name="connsiteX5" fmla="*/ 145994 w 583975"/>
                <a:gd name="connsiteY5" fmla="*/ 650389 h 650389"/>
                <a:gd name="connsiteX6" fmla="*/ 145994 w 583975"/>
                <a:gd name="connsiteY6" fmla="*/ 291988 h 650389"/>
                <a:gd name="connsiteX7" fmla="*/ 0 w 583975"/>
                <a:gd name="connsiteY7" fmla="*/ 291988 h 650389"/>
                <a:gd name="connsiteX0" fmla="*/ 0 w 583975"/>
                <a:gd name="connsiteY0" fmla="*/ 291988 h 650389"/>
                <a:gd name="connsiteX1" fmla="*/ 291988 w 583975"/>
                <a:gd name="connsiteY1" fmla="*/ 0 h 650389"/>
                <a:gd name="connsiteX2" fmla="*/ 583975 w 583975"/>
                <a:gd name="connsiteY2" fmla="*/ 291988 h 650389"/>
                <a:gd name="connsiteX3" fmla="*/ 437981 w 583975"/>
                <a:gd name="connsiteY3" fmla="*/ 291988 h 650389"/>
                <a:gd name="connsiteX4" fmla="*/ 437981 w 583975"/>
                <a:gd name="connsiteY4" fmla="*/ 650389 h 650389"/>
                <a:gd name="connsiteX5" fmla="*/ 284270 w 583975"/>
                <a:gd name="connsiteY5" fmla="*/ 588142 h 650389"/>
                <a:gd name="connsiteX6" fmla="*/ 145994 w 583975"/>
                <a:gd name="connsiteY6" fmla="*/ 650389 h 650389"/>
                <a:gd name="connsiteX7" fmla="*/ 145994 w 583975"/>
                <a:gd name="connsiteY7" fmla="*/ 291988 h 650389"/>
                <a:gd name="connsiteX8" fmla="*/ 0 w 583975"/>
                <a:gd name="connsiteY8" fmla="*/ 291988 h 650389"/>
                <a:gd name="connsiteX0" fmla="*/ 284270 w 583975"/>
                <a:gd name="connsiteY0" fmla="*/ 588142 h 679582"/>
                <a:gd name="connsiteX1" fmla="*/ 145994 w 583975"/>
                <a:gd name="connsiteY1" fmla="*/ 650389 h 679582"/>
                <a:gd name="connsiteX2" fmla="*/ 145994 w 583975"/>
                <a:gd name="connsiteY2" fmla="*/ 291988 h 679582"/>
                <a:gd name="connsiteX3" fmla="*/ 0 w 583975"/>
                <a:gd name="connsiteY3" fmla="*/ 291988 h 679582"/>
                <a:gd name="connsiteX4" fmla="*/ 291988 w 583975"/>
                <a:gd name="connsiteY4" fmla="*/ 0 h 679582"/>
                <a:gd name="connsiteX5" fmla="*/ 583975 w 583975"/>
                <a:gd name="connsiteY5" fmla="*/ 291988 h 679582"/>
                <a:gd name="connsiteX6" fmla="*/ 437981 w 583975"/>
                <a:gd name="connsiteY6" fmla="*/ 291988 h 679582"/>
                <a:gd name="connsiteX7" fmla="*/ 437981 w 583975"/>
                <a:gd name="connsiteY7" fmla="*/ 650389 h 679582"/>
                <a:gd name="connsiteX8" fmla="*/ 375710 w 583975"/>
                <a:gd name="connsiteY8" fmla="*/ 679582 h 679582"/>
                <a:gd name="connsiteX0" fmla="*/ 284270 w 583975"/>
                <a:gd name="connsiteY0" fmla="*/ 588142 h 650389"/>
                <a:gd name="connsiteX1" fmla="*/ 145994 w 583975"/>
                <a:gd name="connsiteY1" fmla="*/ 650389 h 650389"/>
                <a:gd name="connsiteX2" fmla="*/ 145994 w 583975"/>
                <a:gd name="connsiteY2" fmla="*/ 291988 h 650389"/>
                <a:gd name="connsiteX3" fmla="*/ 0 w 583975"/>
                <a:gd name="connsiteY3" fmla="*/ 291988 h 650389"/>
                <a:gd name="connsiteX4" fmla="*/ 291988 w 583975"/>
                <a:gd name="connsiteY4" fmla="*/ 0 h 650389"/>
                <a:gd name="connsiteX5" fmla="*/ 583975 w 583975"/>
                <a:gd name="connsiteY5" fmla="*/ 291988 h 650389"/>
                <a:gd name="connsiteX6" fmla="*/ 437981 w 583975"/>
                <a:gd name="connsiteY6" fmla="*/ 291988 h 650389"/>
                <a:gd name="connsiteX7" fmla="*/ 437981 w 583975"/>
                <a:gd name="connsiteY7" fmla="*/ 650389 h 650389"/>
                <a:gd name="connsiteX0" fmla="*/ 145994 w 583975"/>
                <a:gd name="connsiteY0" fmla="*/ 650389 h 650389"/>
                <a:gd name="connsiteX1" fmla="*/ 145994 w 583975"/>
                <a:gd name="connsiteY1" fmla="*/ 291988 h 650389"/>
                <a:gd name="connsiteX2" fmla="*/ 0 w 583975"/>
                <a:gd name="connsiteY2" fmla="*/ 291988 h 650389"/>
                <a:gd name="connsiteX3" fmla="*/ 291988 w 583975"/>
                <a:gd name="connsiteY3" fmla="*/ 0 h 650389"/>
                <a:gd name="connsiteX4" fmla="*/ 583975 w 583975"/>
                <a:gd name="connsiteY4" fmla="*/ 291988 h 650389"/>
                <a:gd name="connsiteX5" fmla="*/ 437981 w 583975"/>
                <a:gd name="connsiteY5" fmla="*/ 291988 h 650389"/>
                <a:gd name="connsiteX6" fmla="*/ 437981 w 583975"/>
                <a:gd name="connsiteY6" fmla="*/ 650389 h 650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3975" h="650389">
                  <a:moveTo>
                    <a:pt x="145994" y="650389"/>
                  </a:moveTo>
                  <a:lnTo>
                    <a:pt x="145994" y="291988"/>
                  </a:lnTo>
                  <a:lnTo>
                    <a:pt x="0" y="291988"/>
                  </a:lnTo>
                  <a:lnTo>
                    <a:pt x="291988" y="0"/>
                  </a:lnTo>
                  <a:lnTo>
                    <a:pt x="583975" y="291988"/>
                  </a:lnTo>
                  <a:lnTo>
                    <a:pt x="437981" y="291988"/>
                  </a:lnTo>
                  <a:lnTo>
                    <a:pt x="437981" y="650389"/>
                  </a:lnTo>
                </a:path>
              </a:pathLst>
            </a:cu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DC7295A9-1AE6-4CDB-AAF0-0A6026F2B4C0}"/>
                </a:ext>
              </a:extLst>
            </p:cNvPr>
            <p:cNvGrpSpPr/>
            <p:nvPr/>
          </p:nvGrpSpPr>
          <p:grpSpPr>
            <a:xfrm>
              <a:off x="9208261" y="2481494"/>
              <a:ext cx="533577" cy="470344"/>
              <a:chOff x="3770219" y="1279043"/>
              <a:chExt cx="4732354" cy="4171535"/>
            </a:xfrm>
          </p:grpSpPr>
          <p:sp>
            <p:nvSpPr>
              <p:cNvPr id="122" name="Graphic 8" descr="High Voltage">
                <a:extLst>
                  <a:ext uri="{FF2B5EF4-FFF2-40B4-BE49-F238E27FC236}">
                    <a16:creationId xmlns:a16="http://schemas.microsoft.com/office/drawing/2014/main" id="{D3721039-5898-4562-80D0-321149C979EE}"/>
                  </a:ext>
                </a:extLst>
              </p:cNvPr>
              <p:cNvSpPr/>
              <p:nvPr/>
            </p:nvSpPr>
            <p:spPr>
              <a:xfrm>
                <a:off x="3770219" y="1279043"/>
                <a:ext cx="4732354" cy="4171535"/>
              </a:xfrm>
              <a:custGeom>
                <a:avLst/>
                <a:gdLst>
                  <a:gd name="connsiteX0" fmla="*/ 4940720 w 5157830"/>
                  <a:gd name="connsiteY0" fmla="*/ 4079368 h 4609125"/>
                  <a:gd name="connsiteX1" fmla="*/ 2795282 w 5157830"/>
                  <a:gd name="connsiteY1" fmla="*/ 348171 h 4609125"/>
                  <a:gd name="connsiteX2" fmla="*/ 2416675 w 5157830"/>
                  <a:gd name="connsiteY2" fmla="*/ 348171 h 4609125"/>
                  <a:gd name="connsiteX3" fmla="*/ 265750 w 5157830"/>
                  <a:gd name="connsiteY3" fmla="*/ 4079368 h 4609125"/>
                  <a:gd name="connsiteX4" fmla="*/ 457797 w 5157830"/>
                  <a:gd name="connsiteY4" fmla="*/ 4408591 h 4609125"/>
                  <a:gd name="connsiteX5" fmla="*/ 2603235 w 5157830"/>
                  <a:gd name="connsiteY5" fmla="*/ 4408591 h 4609125"/>
                  <a:gd name="connsiteX6" fmla="*/ 4748673 w 5157830"/>
                  <a:gd name="connsiteY6" fmla="*/ 4408591 h 4609125"/>
                  <a:gd name="connsiteX7" fmla="*/ 4940720 w 5157830"/>
                  <a:gd name="connsiteY7" fmla="*/ 4079368 h 4609125"/>
                  <a:gd name="connsiteX8" fmla="*/ 2241089 w 5157830"/>
                  <a:gd name="connsiteY8" fmla="*/ 3920243 h 4609125"/>
                  <a:gd name="connsiteX9" fmla="*/ 2553851 w 5157830"/>
                  <a:gd name="connsiteY9" fmla="*/ 2652734 h 4609125"/>
                  <a:gd name="connsiteX10" fmla="*/ 2103913 w 5157830"/>
                  <a:gd name="connsiteY10" fmla="*/ 2652734 h 4609125"/>
                  <a:gd name="connsiteX11" fmla="*/ 2323395 w 5157830"/>
                  <a:gd name="connsiteY11" fmla="*/ 1280970 h 4609125"/>
                  <a:gd name="connsiteX12" fmla="*/ 2981842 w 5157830"/>
                  <a:gd name="connsiteY12" fmla="*/ 1280970 h 4609125"/>
                  <a:gd name="connsiteX13" fmla="*/ 2691028 w 5157830"/>
                  <a:gd name="connsiteY13" fmla="*/ 2323510 h 4609125"/>
                  <a:gd name="connsiteX14" fmla="*/ 3151940 w 5157830"/>
                  <a:gd name="connsiteY14" fmla="*/ 2323510 h 4609125"/>
                  <a:gd name="connsiteX15" fmla="*/ 2241089 w 5157830"/>
                  <a:gd name="connsiteY15" fmla="*/ 3920243 h 4609125"/>
                  <a:gd name="connsiteX0" fmla="*/ 4703662 w 4732353"/>
                  <a:gd name="connsiteY0" fmla="*/ 3842311 h 4171534"/>
                  <a:gd name="connsiteX1" fmla="*/ 2558224 w 4732353"/>
                  <a:gd name="connsiteY1" fmla="*/ 111114 h 4171534"/>
                  <a:gd name="connsiteX2" fmla="*/ 2179617 w 4732353"/>
                  <a:gd name="connsiteY2" fmla="*/ 111114 h 4171534"/>
                  <a:gd name="connsiteX3" fmla="*/ 28692 w 4732353"/>
                  <a:gd name="connsiteY3" fmla="*/ 3842311 h 4171534"/>
                  <a:gd name="connsiteX4" fmla="*/ 220739 w 4732353"/>
                  <a:gd name="connsiteY4" fmla="*/ 4171534 h 4171534"/>
                  <a:gd name="connsiteX5" fmla="*/ 2366177 w 4732353"/>
                  <a:gd name="connsiteY5" fmla="*/ 4171534 h 4171534"/>
                  <a:gd name="connsiteX6" fmla="*/ 4511615 w 4732353"/>
                  <a:gd name="connsiteY6" fmla="*/ 4171534 h 4171534"/>
                  <a:gd name="connsiteX7" fmla="*/ 4703662 w 4732353"/>
                  <a:gd name="connsiteY7" fmla="*/ 3842311 h 4171534"/>
                  <a:gd name="connsiteX8" fmla="*/ 2004031 w 4732353"/>
                  <a:gd name="connsiteY8" fmla="*/ 3683186 h 4171534"/>
                  <a:gd name="connsiteX9" fmla="*/ 2316793 w 4732353"/>
                  <a:gd name="connsiteY9" fmla="*/ 2415677 h 4171534"/>
                  <a:gd name="connsiteX10" fmla="*/ 1866855 w 4732353"/>
                  <a:gd name="connsiteY10" fmla="*/ 2415677 h 4171534"/>
                  <a:gd name="connsiteX11" fmla="*/ 2086337 w 4732353"/>
                  <a:gd name="connsiteY11" fmla="*/ 1043913 h 4171534"/>
                  <a:gd name="connsiteX12" fmla="*/ 2453970 w 4732353"/>
                  <a:gd name="connsiteY12" fmla="*/ 2086453 h 4171534"/>
                  <a:gd name="connsiteX13" fmla="*/ 2914882 w 4732353"/>
                  <a:gd name="connsiteY13" fmla="*/ 2086453 h 4171534"/>
                  <a:gd name="connsiteX14" fmla="*/ 2004031 w 4732353"/>
                  <a:gd name="connsiteY14" fmla="*/ 3683186 h 4171534"/>
                  <a:gd name="connsiteX0" fmla="*/ 4703662 w 4732353"/>
                  <a:gd name="connsiteY0" fmla="*/ 3842311 h 4171534"/>
                  <a:gd name="connsiteX1" fmla="*/ 2558224 w 4732353"/>
                  <a:gd name="connsiteY1" fmla="*/ 111114 h 4171534"/>
                  <a:gd name="connsiteX2" fmla="*/ 2179617 w 4732353"/>
                  <a:gd name="connsiteY2" fmla="*/ 111114 h 4171534"/>
                  <a:gd name="connsiteX3" fmla="*/ 28692 w 4732353"/>
                  <a:gd name="connsiteY3" fmla="*/ 3842311 h 4171534"/>
                  <a:gd name="connsiteX4" fmla="*/ 220739 w 4732353"/>
                  <a:gd name="connsiteY4" fmla="*/ 4171534 h 4171534"/>
                  <a:gd name="connsiteX5" fmla="*/ 2366177 w 4732353"/>
                  <a:gd name="connsiteY5" fmla="*/ 4171534 h 4171534"/>
                  <a:gd name="connsiteX6" fmla="*/ 4511615 w 4732353"/>
                  <a:gd name="connsiteY6" fmla="*/ 4171534 h 4171534"/>
                  <a:gd name="connsiteX7" fmla="*/ 4703662 w 4732353"/>
                  <a:gd name="connsiteY7" fmla="*/ 3842311 h 4171534"/>
                  <a:gd name="connsiteX8" fmla="*/ 2004031 w 4732353"/>
                  <a:gd name="connsiteY8" fmla="*/ 3683186 h 4171534"/>
                  <a:gd name="connsiteX9" fmla="*/ 2316793 w 4732353"/>
                  <a:gd name="connsiteY9" fmla="*/ 2415677 h 4171534"/>
                  <a:gd name="connsiteX10" fmla="*/ 1866855 w 4732353"/>
                  <a:gd name="connsiteY10" fmla="*/ 2415677 h 4171534"/>
                  <a:gd name="connsiteX11" fmla="*/ 2453970 w 4732353"/>
                  <a:gd name="connsiteY11" fmla="*/ 2086453 h 4171534"/>
                  <a:gd name="connsiteX12" fmla="*/ 2914882 w 4732353"/>
                  <a:gd name="connsiteY12" fmla="*/ 2086453 h 4171534"/>
                  <a:gd name="connsiteX13" fmla="*/ 2004031 w 4732353"/>
                  <a:gd name="connsiteY13" fmla="*/ 3683186 h 4171534"/>
                  <a:gd name="connsiteX0" fmla="*/ 4703662 w 4732353"/>
                  <a:gd name="connsiteY0" fmla="*/ 3842311 h 4171534"/>
                  <a:gd name="connsiteX1" fmla="*/ 2558224 w 4732353"/>
                  <a:gd name="connsiteY1" fmla="*/ 111114 h 4171534"/>
                  <a:gd name="connsiteX2" fmla="*/ 2179617 w 4732353"/>
                  <a:gd name="connsiteY2" fmla="*/ 111114 h 4171534"/>
                  <a:gd name="connsiteX3" fmla="*/ 28692 w 4732353"/>
                  <a:gd name="connsiteY3" fmla="*/ 3842311 h 4171534"/>
                  <a:gd name="connsiteX4" fmla="*/ 220739 w 4732353"/>
                  <a:gd name="connsiteY4" fmla="*/ 4171534 h 4171534"/>
                  <a:gd name="connsiteX5" fmla="*/ 2366177 w 4732353"/>
                  <a:gd name="connsiteY5" fmla="*/ 4171534 h 4171534"/>
                  <a:gd name="connsiteX6" fmla="*/ 4511615 w 4732353"/>
                  <a:gd name="connsiteY6" fmla="*/ 4171534 h 4171534"/>
                  <a:gd name="connsiteX7" fmla="*/ 4703662 w 4732353"/>
                  <a:gd name="connsiteY7" fmla="*/ 3842311 h 4171534"/>
                  <a:gd name="connsiteX8" fmla="*/ 2004031 w 4732353"/>
                  <a:gd name="connsiteY8" fmla="*/ 3683186 h 4171534"/>
                  <a:gd name="connsiteX9" fmla="*/ 2316793 w 4732353"/>
                  <a:gd name="connsiteY9" fmla="*/ 2415677 h 4171534"/>
                  <a:gd name="connsiteX10" fmla="*/ 2453970 w 4732353"/>
                  <a:gd name="connsiteY10" fmla="*/ 2086453 h 4171534"/>
                  <a:gd name="connsiteX11" fmla="*/ 2914882 w 4732353"/>
                  <a:gd name="connsiteY11" fmla="*/ 2086453 h 4171534"/>
                  <a:gd name="connsiteX12" fmla="*/ 2004031 w 4732353"/>
                  <a:gd name="connsiteY12" fmla="*/ 3683186 h 4171534"/>
                  <a:gd name="connsiteX0" fmla="*/ 4703662 w 4732353"/>
                  <a:gd name="connsiteY0" fmla="*/ 3842311 h 4171534"/>
                  <a:gd name="connsiteX1" fmla="*/ 2558224 w 4732353"/>
                  <a:gd name="connsiteY1" fmla="*/ 111114 h 4171534"/>
                  <a:gd name="connsiteX2" fmla="*/ 2179617 w 4732353"/>
                  <a:gd name="connsiteY2" fmla="*/ 111114 h 4171534"/>
                  <a:gd name="connsiteX3" fmla="*/ 28692 w 4732353"/>
                  <a:gd name="connsiteY3" fmla="*/ 3842311 h 4171534"/>
                  <a:gd name="connsiteX4" fmla="*/ 220739 w 4732353"/>
                  <a:gd name="connsiteY4" fmla="*/ 4171534 h 4171534"/>
                  <a:gd name="connsiteX5" fmla="*/ 2366177 w 4732353"/>
                  <a:gd name="connsiteY5" fmla="*/ 4171534 h 4171534"/>
                  <a:gd name="connsiteX6" fmla="*/ 4511615 w 4732353"/>
                  <a:gd name="connsiteY6" fmla="*/ 4171534 h 4171534"/>
                  <a:gd name="connsiteX7" fmla="*/ 4703662 w 4732353"/>
                  <a:gd name="connsiteY7" fmla="*/ 3842311 h 4171534"/>
                  <a:gd name="connsiteX8" fmla="*/ 2004031 w 4732353"/>
                  <a:gd name="connsiteY8" fmla="*/ 3683186 h 4171534"/>
                  <a:gd name="connsiteX9" fmla="*/ 2316793 w 4732353"/>
                  <a:gd name="connsiteY9" fmla="*/ 2415677 h 4171534"/>
                  <a:gd name="connsiteX10" fmla="*/ 2914882 w 4732353"/>
                  <a:gd name="connsiteY10" fmla="*/ 2086453 h 4171534"/>
                  <a:gd name="connsiteX11" fmla="*/ 2004031 w 4732353"/>
                  <a:gd name="connsiteY11" fmla="*/ 3683186 h 4171534"/>
                  <a:gd name="connsiteX0" fmla="*/ 4703662 w 4732353"/>
                  <a:gd name="connsiteY0" fmla="*/ 3842311 h 4171534"/>
                  <a:gd name="connsiteX1" fmla="*/ 2558224 w 4732353"/>
                  <a:gd name="connsiteY1" fmla="*/ 111114 h 4171534"/>
                  <a:gd name="connsiteX2" fmla="*/ 2179617 w 4732353"/>
                  <a:gd name="connsiteY2" fmla="*/ 111114 h 4171534"/>
                  <a:gd name="connsiteX3" fmla="*/ 28692 w 4732353"/>
                  <a:gd name="connsiteY3" fmla="*/ 3842311 h 4171534"/>
                  <a:gd name="connsiteX4" fmla="*/ 220739 w 4732353"/>
                  <a:gd name="connsiteY4" fmla="*/ 4171534 h 4171534"/>
                  <a:gd name="connsiteX5" fmla="*/ 2366177 w 4732353"/>
                  <a:gd name="connsiteY5" fmla="*/ 4171534 h 4171534"/>
                  <a:gd name="connsiteX6" fmla="*/ 4511615 w 4732353"/>
                  <a:gd name="connsiteY6" fmla="*/ 4171534 h 4171534"/>
                  <a:gd name="connsiteX7" fmla="*/ 4703662 w 4732353"/>
                  <a:gd name="connsiteY7" fmla="*/ 3842311 h 4171534"/>
                  <a:gd name="connsiteX8" fmla="*/ 2004031 w 4732353"/>
                  <a:gd name="connsiteY8" fmla="*/ 3683186 h 4171534"/>
                  <a:gd name="connsiteX9" fmla="*/ 2316793 w 4732353"/>
                  <a:gd name="connsiteY9" fmla="*/ 2415677 h 4171534"/>
                  <a:gd name="connsiteX10" fmla="*/ 2004031 w 4732353"/>
                  <a:gd name="connsiteY10" fmla="*/ 3683186 h 4171534"/>
                  <a:gd name="connsiteX0" fmla="*/ 4703662 w 4732353"/>
                  <a:gd name="connsiteY0" fmla="*/ 3842311 h 4171534"/>
                  <a:gd name="connsiteX1" fmla="*/ 2558224 w 4732353"/>
                  <a:gd name="connsiteY1" fmla="*/ 111114 h 4171534"/>
                  <a:gd name="connsiteX2" fmla="*/ 2179617 w 4732353"/>
                  <a:gd name="connsiteY2" fmla="*/ 111114 h 4171534"/>
                  <a:gd name="connsiteX3" fmla="*/ 28692 w 4732353"/>
                  <a:gd name="connsiteY3" fmla="*/ 3842311 h 4171534"/>
                  <a:gd name="connsiteX4" fmla="*/ 220739 w 4732353"/>
                  <a:gd name="connsiteY4" fmla="*/ 4171534 h 4171534"/>
                  <a:gd name="connsiteX5" fmla="*/ 2366177 w 4732353"/>
                  <a:gd name="connsiteY5" fmla="*/ 4171534 h 4171534"/>
                  <a:gd name="connsiteX6" fmla="*/ 4511615 w 4732353"/>
                  <a:gd name="connsiteY6" fmla="*/ 4171534 h 4171534"/>
                  <a:gd name="connsiteX7" fmla="*/ 4703662 w 4732353"/>
                  <a:gd name="connsiteY7" fmla="*/ 3842311 h 4171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732353" h="4171534">
                    <a:moveTo>
                      <a:pt x="4703662" y="3842311"/>
                    </a:moveTo>
                    <a:lnTo>
                      <a:pt x="2558224" y="111114"/>
                    </a:lnTo>
                    <a:cubicBezTo>
                      <a:pt x="2475918" y="-37037"/>
                      <a:pt x="2261923" y="-37037"/>
                      <a:pt x="2179617" y="111114"/>
                    </a:cubicBezTo>
                    <a:lnTo>
                      <a:pt x="28692" y="3842311"/>
                    </a:lnTo>
                    <a:cubicBezTo>
                      <a:pt x="-53614" y="3990461"/>
                      <a:pt x="50640" y="4171534"/>
                      <a:pt x="220739" y="4171534"/>
                    </a:cubicBezTo>
                    <a:lnTo>
                      <a:pt x="2366177" y="4171534"/>
                    </a:lnTo>
                    <a:lnTo>
                      <a:pt x="4511615" y="4171534"/>
                    </a:lnTo>
                    <a:cubicBezTo>
                      <a:pt x="4681714" y="4171534"/>
                      <a:pt x="4785968" y="3990461"/>
                      <a:pt x="4703662" y="3842311"/>
                    </a:cubicBezTo>
                    <a:close/>
                  </a:path>
                </a:pathLst>
              </a:custGeom>
              <a:solidFill>
                <a:schemeClr val="tx1"/>
              </a:solidFill>
              <a:ln w="5486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3" name="Isosceles Triangle 122">
                <a:extLst>
                  <a:ext uri="{FF2B5EF4-FFF2-40B4-BE49-F238E27FC236}">
                    <a16:creationId xmlns:a16="http://schemas.microsoft.com/office/drawing/2014/main" id="{2CE30093-9CE2-42E6-BD07-9A37E05CADB7}"/>
                  </a:ext>
                </a:extLst>
              </p:cNvPr>
              <p:cNvSpPr/>
              <p:nvPr/>
            </p:nvSpPr>
            <p:spPr>
              <a:xfrm>
                <a:off x="4412101" y="2018828"/>
                <a:ext cx="3448590" cy="2966600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DD68BDD9-93A0-47A9-938A-85B0A471F66F}"/>
                  </a:ext>
                </a:extLst>
              </p:cNvPr>
              <p:cNvSpPr/>
              <p:nvPr/>
            </p:nvSpPr>
            <p:spPr>
              <a:xfrm>
                <a:off x="6346354" y="4000035"/>
                <a:ext cx="1175658" cy="897361"/>
              </a:xfrm>
              <a:custGeom>
                <a:avLst/>
                <a:gdLst>
                  <a:gd name="connsiteX0" fmla="*/ 1175658 w 1175658"/>
                  <a:gd name="connsiteY0" fmla="*/ 897361 h 897361"/>
                  <a:gd name="connsiteX1" fmla="*/ 715618 w 1175658"/>
                  <a:gd name="connsiteY1" fmla="*/ 0 h 897361"/>
                  <a:gd name="connsiteX2" fmla="*/ 494117 w 1175658"/>
                  <a:gd name="connsiteY2" fmla="*/ 255577 h 897361"/>
                  <a:gd name="connsiteX3" fmla="*/ 374848 w 1175658"/>
                  <a:gd name="connsiteY3" fmla="*/ 425962 h 897361"/>
                  <a:gd name="connsiteX4" fmla="*/ 198783 w 1175658"/>
                  <a:gd name="connsiteY4" fmla="*/ 488437 h 897361"/>
                  <a:gd name="connsiteX5" fmla="*/ 0 w 1175658"/>
                  <a:gd name="connsiteY5" fmla="*/ 874643 h 897361"/>
                  <a:gd name="connsiteX6" fmla="*/ 1118863 w 1175658"/>
                  <a:gd name="connsiteY6" fmla="*/ 886002 h 897361"/>
                  <a:gd name="connsiteX7" fmla="*/ 1118863 w 1175658"/>
                  <a:gd name="connsiteY7" fmla="*/ 886002 h 8973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175658" h="897361">
                    <a:moveTo>
                      <a:pt x="1175658" y="897361"/>
                    </a:moveTo>
                    <a:lnTo>
                      <a:pt x="715618" y="0"/>
                    </a:lnTo>
                    <a:lnTo>
                      <a:pt x="494117" y="255577"/>
                    </a:lnTo>
                    <a:lnTo>
                      <a:pt x="374848" y="425962"/>
                    </a:lnTo>
                    <a:lnTo>
                      <a:pt x="198783" y="488437"/>
                    </a:lnTo>
                    <a:lnTo>
                      <a:pt x="0" y="874643"/>
                    </a:lnTo>
                    <a:lnTo>
                      <a:pt x="1118863" y="886002"/>
                    </a:lnTo>
                    <a:lnTo>
                      <a:pt x="1118863" y="886002"/>
                    </a:lnTo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B7DD0A7B-4C1D-4C5F-AA13-017808EFDD3E}"/>
                  </a:ext>
                </a:extLst>
              </p:cNvPr>
              <p:cNvSpPr/>
              <p:nvPr/>
            </p:nvSpPr>
            <p:spPr>
              <a:xfrm>
                <a:off x="5401937" y="3139807"/>
                <a:ext cx="1112704" cy="910728"/>
              </a:xfrm>
              <a:custGeom>
                <a:avLst/>
                <a:gdLst>
                  <a:gd name="connsiteX0" fmla="*/ 664685 w 1112704"/>
                  <a:gd name="connsiteY0" fmla="*/ 0 h 910728"/>
                  <a:gd name="connsiteX1" fmla="*/ 976829 w 1112704"/>
                  <a:gd name="connsiteY1" fmla="*/ 260733 h 910728"/>
                  <a:gd name="connsiteX2" fmla="*/ 1112704 w 1112704"/>
                  <a:gd name="connsiteY2" fmla="*/ 910728 h 910728"/>
                  <a:gd name="connsiteX3" fmla="*/ 907056 w 1112704"/>
                  <a:gd name="connsiteY3" fmla="*/ 826265 h 910728"/>
                  <a:gd name="connsiteX4" fmla="*/ 826265 w 1112704"/>
                  <a:gd name="connsiteY4" fmla="*/ 495759 h 910728"/>
                  <a:gd name="connsiteX5" fmla="*/ 653668 w 1112704"/>
                  <a:gd name="connsiteY5" fmla="*/ 694063 h 910728"/>
                  <a:gd name="connsiteX6" fmla="*/ 242371 w 1112704"/>
                  <a:gd name="connsiteY6" fmla="*/ 506776 h 910728"/>
                  <a:gd name="connsiteX7" fmla="*/ 440675 w 1112704"/>
                  <a:gd name="connsiteY7" fmla="*/ 238699 h 910728"/>
                  <a:gd name="connsiteX8" fmla="*/ 352540 w 1112704"/>
                  <a:gd name="connsiteY8" fmla="*/ 257060 h 910728"/>
                  <a:gd name="connsiteX9" fmla="*/ 117514 w 1112704"/>
                  <a:gd name="connsiteY9" fmla="*/ 422313 h 910728"/>
                  <a:gd name="connsiteX10" fmla="*/ 0 w 1112704"/>
                  <a:gd name="connsiteY10" fmla="*/ 370901 h 910728"/>
                  <a:gd name="connsiteX11" fmla="*/ 304800 w 1112704"/>
                  <a:gd name="connsiteY11" fmla="*/ 77118 h 910728"/>
                  <a:gd name="connsiteX12" fmla="*/ 664685 w 1112704"/>
                  <a:gd name="connsiteY12" fmla="*/ 0 h 910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12704" h="910728">
                    <a:moveTo>
                      <a:pt x="664685" y="0"/>
                    </a:moveTo>
                    <a:lnTo>
                      <a:pt x="976829" y="260733"/>
                    </a:lnTo>
                    <a:lnTo>
                      <a:pt x="1112704" y="910728"/>
                    </a:lnTo>
                    <a:lnTo>
                      <a:pt x="907056" y="826265"/>
                    </a:lnTo>
                    <a:lnTo>
                      <a:pt x="826265" y="495759"/>
                    </a:lnTo>
                    <a:lnTo>
                      <a:pt x="653668" y="694063"/>
                    </a:lnTo>
                    <a:lnTo>
                      <a:pt x="242371" y="506776"/>
                    </a:lnTo>
                    <a:lnTo>
                      <a:pt x="440675" y="238699"/>
                    </a:lnTo>
                    <a:lnTo>
                      <a:pt x="352540" y="257060"/>
                    </a:lnTo>
                    <a:lnTo>
                      <a:pt x="117514" y="422313"/>
                    </a:lnTo>
                    <a:lnTo>
                      <a:pt x="0" y="370901"/>
                    </a:lnTo>
                    <a:lnTo>
                      <a:pt x="304800" y="77118"/>
                    </a:lnTo>
                    <a:lnTo>
                      <a:pt x="664685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6" name="Oval 125">
                <a:extLst>
                  <a:ext uri="{FF2B5EF4-FFF2-40B4-BE49-F238E27FC236}">
                    <a16:creationId xmlns:a16="http://schemas.microsoft.com/office/drawing/2014/main" id="{B1884C9A-EB1B-4BC1-9C83-B452E60E5FA4}"/>
                  </a:ext>
                </a:extLst>
              </p:cNvPr>
              <p:cNvSpPr/>
              <p:nvPr/>
            </p:nvSpPr>
            <p:spPr>
              <a:xfrm>
                <a:off x="6136396" y="2831336"/>
                <a:ext cx="348867" cy="34886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D6D62D27-9DDF-4647-B585-DA2054B92BA9}"/>
                  </a:ext>
                </a:extLst>
              </p:cNvPr>
              <p:cNvSpPr/>
              <p:nvPr/>
            </p:nvSpPr>
            <p:spPr>
              <a:xfrm>
                <a:off x="5283904" y="3854993"/>
                <a:ext cx="929609" cy="1039720"/>
              </a:xfrm>
              <a:custGeom>
                <a:avLst/>
                <a:gdLst>
                  <a:gd name="connsiteX0" fmla="*/ 157908 w 932761"/>
                  <a:gd name="connsiteY0" fmla="*/ 1017225 h 1017225"/>
                  <a:gd name="connsiteX1" fmla="*/ 477397 w 932761"/>
                  <a:gd name="connsiteY1" fmla="*/ 242372 h 1017225"/>
                  <a:gd name="connsiteX2" fmla="*/ 672029 w 932761"/>
                  <a:gd name="connsiteY2" fmla="*/ 470053 h 1017225"/>
                  <a:gd name="connsiteX3" fmla="*/ 778525 w 932761"/>
                  <a:gd name="connsiteY3" fmla="*/ 980502 h 1017225"/>
                  <a:gd name="connsiteX4" fmla="*/ 932761 w 932761"/>
                  <a:gd name="connsiteY4" fmla="*/ 969485 h 1017225"/>
                  <a:gd name="connsiteX5" fmla="*/ 892366 w 932761"/>
                  <a:gd name="connsiteY5" fmla="*/ 473726 h 1017225"/>
                  <a:gd name="connsiteX6" fmla="*/ 767508 w 932761"/>
                  <a:gd name="connsiteY6" fmla="*/ 224010 h 1017225"/>
                  <a:gd name="connsiteX7" fmla="*/ 268077 w 932761"/>
                  <a:gd name="connsiteY7" fmla="*/ 0 h 1017225"/>
                  <a:gd name="connsiteX8" fmla="*/ 0 w 932761"/>
                  <a:gd name="connsiteY8" fmla="*/ 918073 h 1017225"/>
                  <a:gd name="connsiteX9" fmla="*/ 157908 w 932761"/>
                  <a:gd name="connsiteY9" fmla="*/ 1017225 h 1017225"/>
                  <a:gd name="connsiteX0" fmla="*/ 154045 w 928898"/>
                  <a:gd name="connsiteY0" fmla="*/ 1017225 h 1017225"/>
                  <a:gd name="connsiteX1" fmla="*/ 473534 w 928898"/>
                  <a:gd name="connsiteY1" fmla="*/ 242372 h 1017225"/>
                  <a:gd name="connsiteX2" fmla="*/ 668166 w 928898"/>
                  <a:gd name="connsiteY2" fmla="*/ 470053 h 1017225"/>
                  <a:gd name="connsiteX3" fmla="*/ 774662 w 928898"/>
                  <a:gd name="connsiteY3" fmla="*/ 980502 h 1017225"/>
                  <a:gd name="connsiteX4" fmla="*/ 928898 w 928898"/>
                  <a:gd name="connsiteY4" fmla="*/ 969485 h 1017225"/>
                  <a:gd name="connsiteX5" fmla="*/ 888503 w 928898"/>
                  <a:gd name="connsiteY5" fmla="*/ 473726 h 1017225"/>
                  <a:gd name="connsiteX6" fmla="*/ 763645 w 928898"/>
                  <a:gd name="connsiteY6" fmla="*/ 224010 h 1017225"/>
                  <a:gd name="connsiteX7" fmla="*/ 264214 w 928898"/>
                  <a:gd name="connsiteY7" fmla="*/ 0 h 1017225"/>
                  <a:gd name="connsiteX8" fmla="*/ 0 w 928898"/>
                  <a:gd name="connsiteY8" fmla="*/ 924513 h 1017225"/>
                  <a:gd name="connsiteX9" fmla="*/ 154045 w 928898"/>
                  <a:gd name="connsiteY9" fmla="*/ 1017225 h 1017225"/>
                  <a:gd name="connsiteX0" fmla="*/ 154886 w 929739"/>
                  <a:gd name="connsiteY0" fmla="*/ 1017225 h 1017225"/>
                  <a:gd name="connsiteX1" fmla="*/ 474375 w 929739"/>
                  <a:gd name="connsiteY1" fmla="*/ 242372 h 1017225"/>
                  <a:gd name="connsiteX2" fmla="*/ 669007 w 929739"/>
                  <a:gd name="connsiteY2" fmla="*/ 470053 h 1017225"/>
                  <a:gd name="connsiteX3" fmla="*/ 775503 w 929739"/>
                  <a:gd name="connsiteY3" fmla="*/ 980502 h 1017225"/>
                  <a:gd name="connsiteX4" fmla="*/ 929739 w 929739"/>
                  <a:gd name="connsiteY4" fmla="*/ 969485 h 1017225"/>
                  <a:gd name="connsiteX5" fmla="*/ 889344 w 929739"/>
                  <a:gd name="connsiteY5" fmla="*/ 473726 h 1017225"/>
                  <a:gd name="connsiteX6" fmla="*/ 764486 w 929739"/>
                  <a:gd name="connsiteY6" fmla="*/ 224010 h 1017225"/>
                  <a:gd name="connsiteX7" fmla="*/ 265055 w 929739"/>
                  <a:gd name="connsiteY7" fmla="*/ 0 h 1017225"/>
                  <a:gd name="connsiteX8" fmla="*/ 841 w 929739"/>
                  <a:gd name="connsiteY8" fmla="*/ 924513 h 1017225"/>
                  <a:gd name="connsiteX9" fmla="*/ 154886 w 929739"/>
                  <a:gd name="connsiteY9" fmla="*/ 1017225 h 1017225"/>
                  <a:gd name="connsiteX0" fmla="*/ 154756 w 929609"/>
                  <a:gd name="connsiteY0" fmla="*/ 1017225 h 1027793"/>
                  <a:gd name="connsiteX1" fmla="*/ 474245 w 929609"/>
                  <a:gd name="connsiteY1" fmla="*/ 242372 h 1027793"/>
                  <a:gd name="connsiteX2" fmla="*/ 668877 w 929609"/>
                  <a:gd name="connsiteY2" fmla="*/ 470053 h 1027793"/>
                  <a:gd name="connsiteX3" fmla="*/ 775373 w 929609"/>
                  <a:gd name="connsiteY3" fmla="*/ 980502 h 1027793"/>
                  <a:gd name="connsiteX4" fmla="*/ 929609 w 929609"/>
                  <a:gd name="connsiteY4" fmla="*/ 969485 h 1027793"/>
                  <a:gd name="connsiteX5" fmla="*/ 889214 w 929609"/>
                  <a:gd name="connsiteY5" fmla="*/ 473726 h 1027793"/>
                  <a:gd name="connsiteX6" fmla="*/ 764356 w 929609"/>
                  <a:gd name="connsiteY6" fmla="*/ 224010 h 1027793"/>
                  <a:gd name="connsiteX7" fmla="*/ 264925 w 929609"/>
                  <a:gd name="connsiteY7" fmla="*/ 0 h 1027793"/>
                  <a:gd name="connsiteX8" fmla="*/ 711 w 929609"/>
                  <a:gd name="connsiteY8" fmla="*/ 924513 h 1027793"/>
                  <a:gd name="connsiteX9" fmla="*/ 154756 w 929609"/>
                  <a:gd name="connsiteY9" fmla="*/ 1017225 h 1027793"/>
                  <a:gd name="connsiteX0" fmla="*/ 154756 w 929609"/>
                  <a:gd name="connsiteY0" fmla="*/ 1017225 h 1027793"/>
                  <a:gd name="connsiteX1" fmla="*/ 474245 w 929609"/>
                  <a:gd name="connsiteY1" fmla="*/ 242372 h 1027793"/>
                  <a:gd name="connsiteX2" fmla="*/ 668877 w 929609"/>
                  <a:gd name="connsiteY2" fmla="*/ 470053 h 1027793"/>
                  <a:gd name="connsiteX3" fmla="*/ 775373 w 929609"/>
                  <a:gd name="connsiteY3" fmla="*/ 980502 h 1027793"/>
                  <a:gd name="connsiteX4" fmla="*/ 929609 w 929609"/>
                  <a:gd name="connsiteY4" fmla="*/ 969485 h 1027793"/>
                  <a:gd name="connsiteX5" fmla="*/ 889214 w 929609"/>
                  <a:gd name="connsiteY5" fmla="*/ 473726 h 1027793"/>
                  <a:gd name="connsiteX6" fmla="*/ 764356 w 929609"/>
                  <a:gd name="connsiteY6" fmla="*/ 224010 h 1027793"/>
                  <a:gd name="connsiteX7" fmla="*/ 264925 w 929609"/>
                  <a:gd name="connsiteY7" fmla="*/ 0 h 1027793"/>
                  <a:gd name="connsiteX8" fmla="*/ 711 w 929609"/>
                  <a:gd name="connsiteY8" fmla="*/ 924513 h 1027793"/>
                  <a:gd name="connsiteX9" fmla="*/ 154756 w 929609"/>
                  <a:gd name="connsiteY9" fmla="*/ 1017225 h 1027793"/>
                  <a:gd name="connsiteX0" fmla="*/ 154756 w 929609"/>
                  <a:gd name="connsiteY0" fmla="*/ 1017225 h 1027793"/>
                  <a:gd name="connsiteX1" fmla="*/ 474245 w 929609"/>
                  <a:gd name="connsiteY1" fmla="*/ 242372 h 1027793"/>
                  <a:gd name="connsiteX2" fmla="*/ 668877 w 929609"/>
                  <a:gd name="connsiteY2" fmla="*/ 470053 h 1027793"/>
                  <a:gd name="connsiteX3" fmla="*/ 775373 w 929609"/>
                  <a:gd name="connsiteY3" fmla="*/ 980502 h 1027793"/>
                  <a:gd name="connsiteX4" fmla="*/ 929609 w 929609"/>
                  <a:gd name="connsiteY4" fmla="*/ 969485 h 1027793"/>
                  <a:gd name="connsiteX5" fmla="*/ 889214 w 929609"/>
                  <a:gd name="connsiteY5" fmla="*/ 473726 h 1027793"/>
                  <a:gd name="connsiteX6" fmla="*/ 764356 w 929609"/>
                  <a:gd name="connsiteY6" fmla="*/ 224010 h 1027793"/>
                  <a:gd name="connsiteX7" fmla="*/ 264925 w 929609"/>
                  <a:gd name="connsiteY7" fmla="*/ 0 h 1027793"/>
                  <a:gd name="connsiteX8" fmla="*/ 711 w 929609"/>
                  <a:gd name="connsiteY8" fmla="*/ 924513 h 1027793"/>
                  <a:gd name="connsiteX9" fmla="*/ 154756 w 929609"/>
                  <a:gd name="connsiteY9" fmla="*/ 1017225 h 1027793"/>
                  <a:gd name="connsiteX0" fmla="*/ 154756 w 929609"/>
                  <a:gd name="connsiteY0" fmla="*/ 1029152 h 1039720"/>
                  <a:gd name="connsiteX1" fmla="*/ 474245 w 929609"/>
                  <a:gd name="connsiteY1" fmla="*/ 254299 h 1039720"/>
                  <a:gd name="connsiteX2" fmla="*/ 668877 w 929609"/>
                  <a:gd name="connsiteY2" fmla="*/ 481980 h 1039720"/>
                  <a:gd name="connsiteX3" fmla="*/ 775373 w 929609"/>
                  <a:gd name="connsiteY3" fmla="*/ 992429 h 1039720"/>
                  <a:gd name="connsiteX4" fmla="*/ 929609 w 929609"/>
                  <a:gd name="connsiteY4" fmla="*/ 981412 h 1039720"/>
                  <a:gd name="connsiteX5" fmla="*/ 889214 w 929609"/>
                  <a:gd name="connsiteY5" fmla="*/ 485653 h 1039720"/>
                  <a:gd name="connsiteX6" fmla="*/ 764356 w 929609"/>
                  <a:gd name="connsiteY6" fmla="*/ 235937 h 1039720"/>
                  <a:gd name="connsiteX7" fmla="*/ 262938 w 929609"/>
                  <a:gd name="connsiteY7" fmla="*/ 0 h 1039720"/>
                  <a:gd name="connsiteX8" fmla="*/ 711 w 929609"/>
                  <a:gd name="connsiteY8" fmla="*/ 936440 h 1039720"/>
                  <a:gd name="connsiteX9" fmla="*/ 154756 w 929609"/>
                  <a:gd name="connsiteY9" fmla="*/ 1029152 h 1039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29609" h="1039720">
                    <a:moveTo>
                      <a:pt x="154756" y="1029152"/>
                    </a:moveTo>
                    <a:lnTo>
                      <a:pt x="474245" y="254299"/>
                    </a:lnTo>
                    <a:lnTo>
                      <a:pt x="668877" y="481980"/>
                    </a:lnTo>
                    <a:lnTo>
                      <a:pt x="775373" y="992429"/>
                    </a:lnTo>
                    <a:cubicBezTo>
                      <a:pt x="799739" y="1053152"/>
                      <a:pt x="898803" y="1040464"/>
                      <a:pt x="929609" y="981412"/>
                    </a:cubicBezTo>
                    <a:lnTo>
                      <a:pt x="889214" y="485653"/>
                    </a:lnTo>
                    <a:lnTo>
                      <a:pt x="764356" y="235937"/>
                    </a:lnTo>
                    <a:lnTo>
                      <a:pt x="262938" y="0"/>
                    </a:lnTo>
                    <a:lnTo>
                      <a:pt x="711" y="936440"/>
                    </a:lnTo>
                    <a:cubicBezTo>
                      <a:pt x="-11048" y="1012420"/>
                      <a:pt x="126590" y="1062643"/>
                      <a:pt x="154756" y="1029152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8" name="Rectangle: Rounded Corners 127">
                <a:extLst>
                  <a:ext uri="{FF2B5EF4-FFF2-40B4-BE49-F238E27FC236}">
                    <a16:creationId xmlns:a16="http://schemas.microsoft.com/office/drawing/2014/main" id="{AED3A830-3A94-47B8-8A2A-7C568CF0D86E}"/>
                  </a:ext>
                </a:extLst>
              </p:cNvPr>
              <p:cNvSpPr/>
              <p:nvPr/>
            </p:nvSpPr>
            <p:spPr>
              <a:xfrm rot="1545446">
                <a:off x="5158482" y="3791370"/>
                <a:ext cx="1588840" cy="277004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9" name="Rectangle: Rounded Corners 128">
                <a:extLst>
                  <a:ext uri="{FF2B5EF4-FFF2-40B4-BE49-F238E27FC236}">
                    <a16:creationId xmlns:a16="http://schemas.microsoft.com/office/drawing/2014/main" id="{5D22EA3E-5DE9-46E1-8CA2-2E742FB53B33}"/>
                  </a:ext>
                </a:extLst>
              </p:cNvPr>
              <p:cNvSpPr/>
              <p:nvPr/>
            </p:nvSpPr>
            <p:spPr>
              <a:xfrm rot="1545446">
                <a:off x="5176298" y="3965822"/>
                <a:ext cx="1983851" cy="122393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0DCBEE7E-44E2-48EC-9B32-3F8A37BDFD8B}"/>
                </a:ext>
              </a:extLst>
            </p:cNvPr>
            <p:cNvGrpSpPr/>
            <p:nvPr/>
          </p:nvGrpSpPr>
          <p:grpSpPr>
            <a:xfrm>
              <a:off x="8384416" y="2452418"/>
              <a:ext cx="348505" cy="528498"/>
              <a:chOff x="7173686" y="2154130"/>
              <a:chExt cx="318750" cy="483376"/>
            </a:xfrm>
          </p:grpSpPr>
          <p:sp>
            <p:nvSpPr>
              <p:cNvPr id="107" name="Rectangle: Rounded Corners 106">
                <a:extLst>
                  <a:ext uri="{FF2B5EF4-FFF2-40B4-BE49-F238E27FC236}">
                    <a16:creationId xmlns:a16="http://schemas.microsoft.com/office/drawing/2014/main" id="{C5A40C7D-768E-41E2-B81C-C817D8FE44FD}"/>
                  </a:ext>
                </a:extLst>
              </p:cNvPr>
              <p:cNvSpPr/>
              <p:nvPr/>
            </p:nvSpPr>
            <p:spPr>
              <a:xfrm>
                <a:off x="7173686" y="2199303"/>
                <a:ext cx="318750" cy="438203"/>
              </a:xfrm>
              <a:prstGeom prst="roundRect">
                <a:avLst>
                  <a:gd name="adj" fmla="val 7047"/>
                </a:avLst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784"/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6ACB34A6-733B-4DDD-B396-4193D3FAA1CE}"/>
                  </a:ext>
                </a:extLst>
              </p:cNvPr>
              <p:cNvSpPr/>
              <p:nvPr/>
            </p:nvSpPr>
            <p:spPr>
              <a:xfrm>
                <a:off x="7206862" y="2154130"/>
                <a:ext cx="252398" cy="92016"/>
              </a:xfrm>
              <a:custGeom>
                <a:avLst/>
                <a:gdLst>
                  <a:gd name="connsiteX0" fmla="*/ 1439056 w 1439056"/>
                  <a:gd name="connsiteY0" fmla="*/ 262328 h 262328"/>
                  <a:gd name="connsiteX1" fmla="*/ 0 w 1439056"/>
                  <a:gd name="connsiteY1" fmla="*/ 262328 h 262328"/>
                  <a:gd name="connsiteX2" fmla="*/ 592111 w 1439056"/>
                  <a:gd name="connsiteY2" fmla="*/ 0 h 262328"/>
                  <a:gd name="connsiteX3" fmla="*/ 921895 w 1439056"/>
                  <a:gd name="connsiteY3" fmla="*/ 0 h 262328"/>
                  <a:gd name="connsiteX4" fmla="*/ 1439056 w 1439056"/>
                  <a:gd name="connsiteY4" fmla="*/ 262328 h 262328"/>
                  <a:gd name="connsiteX0" fmla="*/ 1439056 w 1439056"/>
                  <a:gd name="connsiteY0" fmla="*/ 352268 h 352268"/>
                  <a:gd name="connsiteX1" fmla="*/ 0 w 1439056"/>
                  <a:gd name="connsiteY1" fmla="*/ 352268 h 352268"/>
                  <a:gd name="connsiteX2" fmla="*/ 592111 w 1439056"/>
                  <a:gd name="connsiteY2" fmla="*/ 89940 h 352268"/>
                  <a:gd name="connsiteX3" fmla="*/ 921895 w 1439056"/>
                  <a:gd name="connsiteY3" fmla="*/ 89940 h 352268"/>
                  <a:gd name="connsiteX4" fmla="*/ 1439056 w 1439056"/>
                  <a:gd name="connsiteY4" fmla="*/ 352268 h 352268"/>
                  <a:gd name="connsiteX0" fmla="*/ 1439056 w 1439056"/>
                  <a:gd name="connsiteY0" fmla="*/ 431386 h 431386"/>
                  <a:gd name="connsiteX1" fmla="*/ 0 w 1439056"/>
                  <a:gd name="connsiteY1" fmla="*/ 431386 h 431386"/>
                  <a:gd name="connsiteX2" fmla="*/ 592111 w 1439056"/>
                  <a:gd name="connsiteY2" fmla="*/ 169058 h 431386"/>
                  <a:gd name="connsiteX3" fmla="*/ 921895 w 1439056"/>
                  <a:gd name="connsiteY3" fmla="*/ 169058 h 431386"/>
                  <a:gd name="connsiteX4" fmla="*/ 1439056 w 1439056"/>
                  <a:gd name="connsiteY4" fmla="*/ 431386 h 431386"/>
                  <a:gd name="connsiteX0" fmla="*/ 1439056 w 1439056"/>
                  <a:gd name="connsiteY0" fmla="*/ 453493 h 453493"/>
                  <a:gd name="connsiteX1" fmla="*/ 0 w 1439056"/>
                  <a:gd name="connsiteY1" fmla="*/ 453493 h 453493"/>
                  <a:gd name="connsiteX2" fmla="*/ 592111 w 1439056"/>
                  <a:gd name="connsiteY2" fmla="*/ 191165 h 453493"/>
                  <a:gd name="connsiteX3" fmla="*/ 921895 w 1439056"/>
                  <a:gd name="connsiteY3" fmla="*/ 191165 h 453493"/>
                  <a:gd name="connsiteX4" fmla="*/ 1439056 w 1439056"/>
                  <a:gd name="connsiteY4" fmla="*/ 453493 h 453493"/>
                  <a:gd name="connsiteX0" fmla="*/ 1439056 w 1439056"/>
                  <a:gd name="connsiteY0" fmla="*/ 453493 h 453493"/>
                  <a:gd name="connsiteX1" fmla="*/ 0 w 1439056"/>
                  <a:gd name="connsiteY1" fmla="*/ 453493 h 453493"/>
                  <a:gd name="connsiteX2" fmla="*/ 592111 w 1439056"/>
                  <a:gd name="connsiteY2" fmla="*/ 191165 h 453493"/>
                  <a:gd name="connsiteX3" fmla="*/ 921895 w 1439056"/>
                  <a:gd name="connsiteY3" fmla="*/ 191165 h 453493"/>
                  <a:gd name="connsiteX4" fmla="*/ 1439056 w 1439056"/>
                  <a:gd name="connsiteY4" fmla="*/ 453493 h 453493"/>
                  <a:gd name="connsiteX0" fmla="*/ 1439056 w 1439056"/>
                  <a:gd name="connsiteY0" fmla="*/ 453493 h 453493"/>
                  <a:gd name="connsiteX1" fmla="*/ 0 w 1439056"/>
                  <a:gd name="connsiteY1" fmla="*/ 453493 h 453493"/>
                  <a:gd name="connsiteX2" fmla="*/ 592111 w 1439056"/>
                  <a:gd name="connsiteY2" fmla="*/ 191165 h 453493"/>
                  <a:gd name="connsiteX3" fmla="*/ 921895 w 1439056"/>
                  <a:gd name="connsiteY3" fmla="*/ 191165 h 453493"/>
                  <a:gd name="connsiteX4" fmla="*/ 1439056 w 1439056"/>
                  <a:gd name="connsiteY4" fmla="*/ 453493 h 453493"/>
                  <a:gd name="connsiteX0" fmla="*/ 1439056 w 1439056"/>
                  <a:gd name="connsiteY0" fmla="*/ 473880 h 473880"/>
                  <a:gd name="connsiteX1" fmla="*/ 0 w 1439056"/>
                  <a:gd name="connsiteY1" fmla="*/ 473880 h 473880"/>
                  <a:gd name="connsiteX2" fmla="*/ 592111 w 1439056"/>
                  <a:gd name="connsiteY2" fmla="*/ 211552 h 473880"/>
                  <a:gd name="connsiteX3" fmla="*/ 921895 w 1439056"/>
                  <a:gd name="connsiteY3" fmla="*/ 211552 h 473880"/>
                  <a:gd name="connsiteX4" fmla="*/ 1439056 w 1439056"/>
                  <a:gd name="connsiteY4" fmla="*/ 473880 h 473880"/>
                  <a:gd name="connsiteX0" fmla="*/ 1439056 w 1439056"/>
                  <a:gd name="connsiteY0" fmla="*/ 501241 h 501241"/>
                  <a:gd name="connsiteX1" fmla="*/ 0 w 1439056"/>
                  <a:gd name="connsiteY1" fmla="*/ 501241 h 501241"/>
                  <a:gd name="connsiteX2" fmla="*/ 592111 w 1439056"/>
                  <a:gd name="connsiteY2" fmla="*/ 238913 h 501241"/>
                  <a:gd name="connsiteX3" fmla="*/ 921895 w 1439056"/>
                  <a:gd name="connsiteY3" fmla="*/ 238913 h 501241"/>
                  <a:gd name="connsiteX4" fmla="*/ 1439056 w 1439056"/>
                  <a:gd name="connsiteY4" fmla="*/ 501241 h 5012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39056" h="501241">
                    <a:moveTo>
                      <a:pt x="1439056" y="501241"/>
                    </a:moveTo>
                    <a:lnTo>
                      <a:pt x="0" y="501241"/>
                    </a:lnTo>
                    <a:cubicBezTo>
                      <a:pt x="257331" y="293876"/>
                      <a:pt x="394741" y="326356"/>
                      <a:pt x="592111" y="238913"/>
                    </a:cubicBezTo>
                    <a:cubicBezTo>
                      <a:pt x="274820" y="-83375"/>
                      <a:pt x="1231691" y="-75880"/>
                      <a:pt x="921895" y="238913"/>
                    </a:cubicBezTo>
                    <a:cubicBezTo>
                      <a:pt x="1094282" y="326356"/>
                      <a:pt x="1274164" y="331352"/>
                      <a:pt x="1439056" y="501241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63"/>
              </a:p>
            </p:txBody>
          </p:sp>
          <p:cxnSp>
            <p:nvCxnSpPr>
              <p:cNvPr id="109" name="Straight Connector 108">
                <a:extLst>
                  <a:ext uri="{FF2B5EF4-FFF2-40B4-BE49-F238E27FC236}">
                    <a16:creationId xmlns:a16="http://schemas.microsoft.com/office/drawing/2014/main" id="{00544322-BCA1-479F-8317-B9935F8B317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98833" y="2308194"/>
                <a:ext cx="150514" cy="0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Connector 110">
                <a:extLst>
                  <a:ext uri="{FF2B5EF4-FFF2-40B4-BE49-F238E27FC236}">
                    <a16:creationId xmlns:a16="http://schemas.microsoft.com/office/drawing/2014/main" id="{EB3F8B18-A401-43EE-8E4F-FBE16B1CDD70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7298609" y="2376050"/>
                <a:ext cx="146027" cy="0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Straight Connector 112">
                <a:extLst>
                  <a:ext uri="{FF2B5EF4-FFF2-40B4-BE49-F238E27FC236}">
                    <a16:creationId xmlns:a16="http://schemas.microsoft.com/office/drawing/2014/main" id="{0A81B665-041F-4105-82C7-31A7ED14CEC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97603" y="2443906"/>
                <a:ext cx="125919" cy="0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Connector 113">
                <a:extLst>
                  <a:ext uri="{FF2B5EF4-FFF2-40B4-BE49-F238E27FC236}">
                    <a16:creationId xmlns:a16="http://schemas.microsoft.com/office/drawing/2014/main" id="{4AB88678-C737-4540-88D7-0E692F27D1A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98580" y="2477834"/>
                <a:ext cx="145449" cy="0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>
                <a:extLst>
                  <a:ext uri="{FF2B5EF4-FFF2-40B4-BE49-F238E27FC236}">
                    <a16:creationId xmlns:a16="http://schemas.microsoft.com/office/drawing/2014/main" id="{5BC19E5E-FFA3-4A7C-8A1D-AF7FA51AF9B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98609" y="2545690"/>
                <a:ext cx="146027" cy="0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Connector 116">
                <a:extLst>
                  <a:ext uri="{FF2B5EF4-FFF2-40B4-BE49-F238E27FC236}">
                    <a16:creationId xmlns:a16="http://schemas.microsoft.com/office/drawing/2014/main" id="{D5CE4FDA-8093-427B-8A9E-C8D6ED72AD4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98049" y="2579617"/>
                <a:ext cx="134837" cy="0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8" name="Rectangle 117">
                <a:extLst>
                  <a:ext uri="{FF2B5EF4-FFF2-40B4-BE49-F238E27FC236}">
                    <a16:creationId xmlns:a16="http://schemas.microsoft.com/office/drawing/2014/main" id="{29074974-3D82-4A03-8406-4B3BF00D0840}"/>
                  </a:ext>
                </a:extLst>
              </p:cNvPr>
              <p:cNvSpPr/>
              <p:nvPr/>
            </p:nvSpPr>
            <p:spPr>
              <a:xfrm>
                <a:off x="7211385" y="2283047"/>
                <a:ext cx="39758" cy="4176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784"/>
              </a:p>
            </p:txBody>
          </p:sp>
          <p:sp>
            <p:nvSpPr>
              <p:cNvPr id="119" name="Rectangle 118">
                <a:extLst>
                  <a:ext uri="{FF2B5EF4-FFF2-40B4-BE49-F238E27FC236}">
                    <a16:creationId xmlns:a16="http://schemas.microsoft.com/office/drawing/2014/main" id="{399BE20A-6E5B-4FE2-B55A-FB488207091F}"/>
                  </a:ext>
                </a:extLst>
              </p:cNvPr>
              <p:cNvSpPr/>
              <p:nvPr/>
            </p:nvSpPr>
            <p:spPr>
              <a:xfrm>
                <a:off x="7211385" y="2367749"/>
                <a:ext cx="39758" cy="4176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784"/>
              </a:p>
            </p:txBody>
          </p:sp>
          <p:sp>
            <p:nvSpPr>
              <p:cNvPr id="120" name="Rectangle 119">
                <a:extLst>
                  <a:ext uri="{FF2B5EF4-FFF2-40B4-BE49-F238E27FC236}">
                    <a16:creationId xmlns:a16="http://schemas.microsoft.com/office/drawing/2014/main" id="{ED8F80BE-2C08-425E-ADC4-29E764EA23AB}"/>
                  </a:ext>
                </a:extLst>
              </p:cNvPr>
              <p:cNvSpPr/>
              <p:nvPr/>
            </p:nvSpPr>
            <p:spPr>
              <a:xfrm>
                <a:off x="7211385" y="2452451"/>
                <a:ext cx="39758" cy="4176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784"/>
              </a:p>
            </p:txBody>
          </p:sp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1D4E6144-5E27-461B-B696-78413C215CEB}"/>
                  </a:ext>
                </a:extLst>
              </p:cNvPr>
              <p:cNvSpPr/>
              <p:nvPr/>
            </p:nvSpPr>
            <p:spPr>
              <a:xfrm>
                <a:off x="7211385" y="2537152"/>
                <a:ext cx="39758" cy="4176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784"/>
              </a:p>
            </p:txBody>
          </p:sp>
        </p:grpSp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E709E114-77FE-4F16-838A-AE5DE3B576F9}"/>
                </a:ext>
              </a:extLst>
            </p:cNvPr>
            <p:cNvGrpSpPr/>
            <p:nvPr/>
          </p:nvGrpSpPr>
          <p:grpSpPr>
            <a:xfrm>
              <a:off x="10129126" y="2463378"/>
              <a:ext cx="506579" cy="506579"/>
              <a:chOff x="7640239" y="2568337"/>
              <a:chExt cx="583975" cy="583975"/>
            </a:xfrm>
          </p:grpSpPr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69090364-2241-483F-B3A2-EB84888FCE73}"/>
                  </a:ext>
                </a:extLst>
              </p:cNvPr>
              <p:cNvSpPr/>
              <p:nvPr/>
            </p:nvSpPr>
            <p:spPr>
              <a:xfrm>
                <a:off x="7640239" y="2568337"/>
                <a:ext cx="583975" cy="583975"/>
              </a:xfrm>
              <a:custGeom>
                <a:avLst/>
                <a:gdLst>
                  <a:gd name="connsiteX0" fmla="*/ 478272 w 583974"/>
                  <a:gd name="connsiteY0" fmla="*/ 405090 h 583974"/>
                  <a:gd name="connsiteX1" fmla="*/ 432441 w 583974"/>
                  <a:gd name="connsiteY1" fmla="*/ 391045 h 583974"/>
                  <a:gd name="connsiteX2" fmla="*/ 399177 w 583974"/>
                  <a:gd name="connsiteY2" fmla="*/ 358520 h 583974"/>
                  <a:gd name="connsiteX3" fmla="*/ 445008 w 583974"/>
                  <a:gd name="connsiteY3" fmla="*/ 223984 h 583974"/>
                  <a:gd name="connsiteX4" fmla="*/ 223245 w 583974"/>
                  <a:gd name="connsiteY4" fmla="*/ 4 h 583974"/>
                  <a:gd name="connsiteX5" fmla="*/ 4 w 583974"/>
                  <a:gd name="connsiteY5" fmla="*/ 221767 h 583974"/>
                  <a:gd name="connsiteX6" fmla="*/ 221767 w 583974"/>
                  <a:gd name="connsiteY6" fmla="*/ 445008 h 583974"/>
                  <a:gd name="connsiteX7" fmla="*/ 357781 w 583974"/>
                  <a:gd name="connsiteY7" fmla="*/ 399177 h 583974"/>
                  <a:gd name="connsiteX8" fmla="*/ 390306 w 583974"/>
                  <a:gd name="connsiteY8" fmla="*/ 431702 h 583974"/>
                  <a:gd name="connsiteX9" fmla="*/ 404351 w 583974"/>
                  <a:gd name="connsiteY9" fmla="*/ 478272 h 583974"/>
                  <a:gd name="connsiteX10" fmla="*/ 496752 w 583974"/>
                  <a:gd name="connsiteY10" fmla="*/ 570673 h 583974"/>
                  <a:gd name="connsiteX11" fmla="*/ 569934 w 583974"/>
                  <a:gd name="connsiteY11" fmla="*/ 570673 h 583974"/>
                  <a:gd name="connsiteX12" fmla="*/ 569934 w 583974"/>
                  <a:gd name="connsiteY12" fmla="*/ 497491 h 583974"/>
                  <a:gd name="connsiteX13" fmla="*/ 478272 w 583974"/>
                  <a:gd name="connsiteY13" fmla="*/ 405090 h 583974"/>
                  <a:gd name="connsiteX14" fmla="*/ 223245 w 583974"/>
                  <a:gd name="connsiteY14" fmla="*/ 400655 h 583974"/>
                  <a:gd name="connsiteX15" fmla="*/ 45835 w 583974"/>
                  <a:gd name="connsiteY15" fmla="*/ 223245 h 583974"/>
                  <a:gd name="connsiteX16" fmla="*/ 223245 w 583974"/>
                  <a:gd name="connsiteY16" fmla="*/ 45835 h 583974"/>
                  <a:gd name="connsiteX17" fmla="*/ 400655 w 583974"/>
                  <a:gd name="connsiteY17" fmla="*/ 223245 h 583974"/>
                  <a:gd name="connsiteX18" fmla="*/ 223245 w 583974"/>
                  <a:gd name="connsiteY18" fmla="*/ 400655 h 5839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583974" h="583974">
                    <a:moveTo>
                      <a:pt x="478272" y="405090"/>
                    </a:moveTo>
                    <a:cubicBezTo>
                      <a:pt x="466445" y="393263"/>
                      <a:pt x="448704" y="387349"/>
                      <a:pt x="432441" y="391045"/>
                    </a:cubicBezTo>
                    <a:lnTo>
                      <a:pt x="399177" y="358520"/>
                    </a:lnTo>
                    <a:cubicBezTo>
                      <a:pt x="428745" y="320081"/>
                      <a:pt x="445008" y="272772"/>
                      <a:pt x="445008" y="223984"/>
                    </a:cubicBezTo>
                    <a:cubicBezTo>
                      <a:pt x="445747" y="100536"/>
                      <a:pt x="345954" y="743"/>
                      <a:pt x="223245" y="4"/>
                    </a:cubicBezTo>
                    <a:cubicBezTo>
                      <a:pt x="100536" y="-735"/>
                      <a:pt x="743" y="99058"/>
                      <a:pt x="4" y="221767"/>
                    </a:cubicBezTo>
                    <a:cubicBezTo>
                      <a:pt x="-735" y="344475"/>
                      <a:pt x="99058" y="444268"/>
                      <a:pt x="221767" y="445008"/>
                    </a:cubicBezTo>
                    <a:cubicBezTo>
                      <a:pt x="270554" y="445008"/>
                      <a:pt x="318603" y="428745"/>
                      <a:pt x="357781" y="399177"/>
                    </a:cubicBezTo>
                    <a:lnTo>
                      <a:pt x="390306" y="431702"/>
                    </a:lnTo>
                    <a:cubicBezTo>
                      <a:pt x="387349" y="448704"/>
                      <a:pt x="392524" y="465705"/>
                      <a:pt x="404351" y="478272"/>
                    </a:cubicBezTo>
                    <a:lnTo>
                      <a:pt x="496752" y="570673"/>
                    </a:lnTo>
                    <a:cubicBezTo>
                      <a:pt x="516711" y="590632"/>
                      <a:pt x="549975" y="590632"/>
                      <a:pt x="569934" y="570673"/>
                    </a:cubicBezTo>
                    <a:cubicBezTo>
                      <a:pt x="589892" y="550714"/>
                      <a:pt x="589892" y="517450"/>
                      <a:pt x="569934" y="497491"/>
                    </a:cubicBezTo>
                    <a:lnTo>
                      <a:pt x="478272" y="405090"/>
                    </a:lnTo>
                    <a:close/>
                    <a:moveTo>
                      <a:pt x="223245" y="400655"/>
                    </a:moveTo>
                    <a:cubicBezTo>
                      <a:pt x="124930" y="400655"/>
                      <a:pt x="45835" y="321560"/>
                      <a:pt x="45835" y="223245"/>
                    </a:cubicBezTo>
                    <a:cubicBezTo>
                      <a:pt x="45835" y="124930"/>
                      <a:pt x="124930" y="45835"/>
                      <a:pt x="223245" y="45835"/>
                    </a:cubicBezTo>
                    <a:cubicBezTo>
                      <a:pt x="321560" y="45835"/>
                      <a:pt x="400655" y="124930"/>
                      <a:pt x="400655" y="223245"/>
                    </a:cubicBezTo>
                    <a:cubicBezTo>
                      <a:pt x="400655" y="320821"/>
                      <a:pt x="320821" y="400655"/>
                      <a:pt x="223245" y="400655"/>
                    </a:cubicBezTo>
                    <a:close/>
                  </a:path>
                </a:pathLst>
              </a:custGeom>
              <a:solidFill>
                <a:srgbClr val="000000"/>
              </a:solidFill>
              <a:ln w="734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5" name="Oval 104">
                <a:extLst>
                  <a:ext uri="{FF2B5EF4-FFF2-40B4-BE49-F238E27FC236}">
                    <a16:creationId xmlns:a16="http://schemas.microsoft.com/office/drawing/2014/main" id="{5FFDC906-C436-4937-A693-C42AEF817C0B}"/>
                  </a:ext>
                </a:extLst>
              </p:cNvPr>
              <p:cNvSpPr/>
              <p:nvPr/>
            </p:nvSpPr>
            <p:spPr>
              <a:xfrm>
                <a:off x="7673380" y="2600942"/>
                <a:ext cx="379272" cy="379272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Oval 105">
                <a:extLst>
                  <a:ext uri="{FF2B5EF4-FFF2-40B4-BE49-F238E27FC236}">
                    <a16:creationId xmlns:a16="http://schemas.microsoft.com/office/drawing/2014/main" id="{C9B61C65-A74A-4D3A-9C36-321BB64A6758}"/>
                  </a:ext>
                </a:extLst>
              </p:cNvPr>
              <p:cNvSpPr/>
              <p:nvPr/>
            </p:nvSpPr>
            <p:spPr>
              <a:xfrm>
                <a:off x="7700034" y="2629242"/>
                <a:ext cx="323582" cy="32358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101" name="Graphic 100" descr="Thumbs up sign">
              <a:extLst>
                <a:ext uri="{FF2B5EF4-FFF2-40B4-BE49-F238E27FC236}">
                  <a16:creationId xmlns:a16="http://schemas.microsoft.com/office/drawing/2014/main" id="{BA20A1DB-FC72-492B-941C-57815AC49A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flipV="1">
              <a:off x="11249122" y="2635023"/>
              <a:ext cx="462670" cy="462670"/>
            </a:xfrm>
            <a:prstGeom prst="rect">
              <a:avLst/>
            </a:prstGeom>
          </p:spPr>
        </p:pic>
        <p:pic>
          <p:nvPicPr>
            <p:cNvPr id="102" name="Graphic 101" descr="Thumbs up sign">
              <a:extLst>
                <a:ext uri="{FF2B5EF4-FFF2-40B4-BE49-F238E27FC236}">
                  <a16:creationId xmlns:a16="http://schemas.microsoft.com/office/drawing/2014/main" id="{ED394E6D-CFA9-4C8D-AFA4-EA39A52657F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1050719" y="2305407"/>
              <a:ext cx="622445" cy="622445"/>
            </a:xfrm>
            <a:prstGeom prst="rect">
              <a:avLst/>
            </a:prstGeom>
          </p:spPr>
        </p:pic>
        <p:pic>
          <p:nvPicPr>
            <p:cNvPr id="103" name="Graphic 102" descr="Fingerprint">
              <a:extLst>
                <a:ext uri="{FF2B5EF4-FFF2-40B4-BE49-F238E27FC236}">
                  <a16:creationId xmlns:a16="http://schemas.microsoft.com/office/drawing/2014/main" id="{F8911A4A-BC79-44F3-A0ED-99E4CB40C2F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8973248">
              <a:off x="10235305" y="2563993"/>
              <a:ext cx="186873" cy="186872"/>
            </a:xfrm>
            <a:prstGeom prst="rect">
              <a:avLst/>
            </a:prstGeom>
          </p:spPr>
        </p:pic>
      </p:grpSp>
      <p:sp>
        <p:nvSpPr>
          <p:cNvPr id="133" name="Rectangle 132">
            <a:extLst>
              <a:ext uri="{FF2B5EF4-FFF2-40B4-BE49-F238E27FC236}">
                <a16:creationId xmlns:a16="http://schemas.microsoft.com/office/drawing/2014/main" id="{37FA22AC-EDAC-4247-B1BD-C5995FEEB60F}"/>
              </a:ext>
            </a:extLst>
          </p:cNvPr>
          <p:cNvSpPr/>
          <p:nvPr userDrawn="1"/>
        </p:nvSpPr>
        <p:spPr>
          <a:xfrm>
            <a:off x="8821732" y="3300259"/>
            <a:ext cx="2614788" cy="2716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solidFill>
                  <a:schemeClr val="tx1"/>
                </a:solidFill>
              </a:rPr>
              <a:t>Falsifiable Hypothesis</a:t>
            </a:r>
            <a:endParaRPr lang="en-US" sz="1800" u="sng" dirty="0">
              <a:solidFill>
                <a:schemeClr val="tx1"/>
              </a:solidFill>
              <a:latin typeface="Ink Free" panose="03080402000500000000" pitchFamily="66" charset="0"/>
            </a:endParaRPr>
          </a:p>
        </p:txBody>
      </p:sp>
      <p:grpSp>
        <p:nvGrpSpPr>
          <p:cNvPr id="210" name="Group 209">
            <a:extLst>
              <a:ext uri="{FF2B5EF4-FFF2-40B4-BE49-F238E27FC236}">
                <a16:creationId xmlns:a16="http://schemas.microsoft.com/office/drawing/2014/main" id="{4C5785AA-D6D1-4878-9EB3-89B5250195EA}"/>
              </a:ext>
            </a:extLst>
          </p:cNvPr>
          <p:cNvGrpSpPr/>
          <p:nvPr/>
        </p:nvGrpSpPr>
        <p:grpSpPr>
          <a:xfrm rot="900000">
            <a:off x="4998605" y="2580626"/>
            <a:ext cx="1752840" cy="1752712"/>
            <a:chOff x="654648" y="3590581"/>
            <a:chExt cx="2090383" cy="2090231"/>
          </a:xfrm>
        </p:grpSpPr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5A4AD6B6-0A68-4283-8FFF-933107F56D6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54648" y="3590581"/>
              <a:ext cx="2090383" cy="2090231"/>
            </a:xfrm>
            <a:custGeom>
              <a:avLst/>
              <a:gdLst>
                <a:gd name="connsiteX0" fmla="*/ 887360 w 2299422"/>
                <a:gd name="connsiteY0" fmla="*/ 0 h 2299254"/>
                <a:gd name="connsiteX1" fmla="*/ 889973 w 2299422"/>
                <a:gd name="connsiteY1" fmla="*/ 4814 h 2299254"/>
                <a:gd name="connsiteX2" fmla="*/ 1149711 w 2299422"/>
                <a:gd name="connsiteY2" fmla="*/ 142916 h 2299254"/>
                <a:gd name="connsiteX3" fmla="*/ 1409450 w 2299422"/>
                <a:gd name="connsiteY3" fmla="*/ 4814 h 2299254"/>
                <a:gd name="connsiteX4" fmla="*/ 1412062 w 2299422"/>
                <a:gd name="connsiteY4" fmla="*/ 0 h 2299254"/>
                <a:gd name="connsiteX5" fmla="*/ 1497345 w 2299422"/>
                <a:gd name="connsiteY5" fmla="*/ 21929 h 2299254"/>
                <a:gd name="connsiteX6" fmla="*/ 1497177 w 2299422"/>
                <a:gd name="connsiteY6" fmla="*/ 28321 h 2299254"/>
                <a:gd name="connsiteX7" fmla="*/ 1653066 w 2299422"/>
                <a:gd name="connsiteY7" fmla="*/ 277790 h 2299254"/>
                <a:gd name="connsiteX8" fmla="*/ 1947057 w 2299422"/>
                <a:gd name="connsiteY8" fmla="*/ 288059 h 2299254"/>
                <a:gd name="connsiteX9" fmla="*/ 1950635 w 2299422"/>
                <a:gd name="connsiteY9" fmla="*/ 285866 h 2299254"/>
                <a:gd name="connsiteX10" fmla="*/ 1973967 w 2299422"/>
                <a:gd name="connsiteY10" fmla="*/ 305354 h 2299254"/>
                <a:gd name="connsiteX11" fmla="*/ 2013785 w 2299422"/>
                <a:gd name="connsiteY11" fmla="*/ 348191 h 2299254"/>
                <a:gd name="connsiteX12" fmla="*/ 2011278 w 2299422"/>
                <a:gd name="connsiteY12" fmla="*/ 352280 h 2299254"/>
                <a:gd name="connsiteX13" fmla="*/ 2021548 w 2299422"/>
                <a:gd name="connsiteY13" fmla="*/ 646271 h 2299254"/>
                <a:gd name="connsiteX14" fmla="*/ 2271017 w 2299422"/>
                <a:gd name="connsiteY14" fmla="*/ 802161 h 2299254"/>
                <a:gd name="connsiteX15" fmla="*/ 2277153 w 2299422"/>
                <a:gd name="connsiteY15" fmla="*/ 801999 h 2299254"/>
                <a:gd name="connsiteX16" fmla="*/ 2299422 w 2299422"/>
                <a:gd name="connsiteY16" fmla="*/ 887230 h 2299254"/>
                <a:gd name="connsiteX17" fmla="*/ 2294523 w 2299422"/>
                <a:gd name="connsiteY17" fmla="*/ 889889 h 2299254"/>
                <a:gd name="connsiteX18" fmla="*/ 2156421 w 2299422"/>
                <a:gd name="connsiteY18" fmla="*/ 1149627 h 2299254"/>
                <a:gd name="connsiteX19" fmla="*/ 2294523 w 2299422"/>
                <a:gd name="connsiteY19" fmla="*/ 1409366 h 2299254"/>
                <a:gd name="connsiteX20" fmla="*/ 2296993 w 2299422"/>
                <a:gd name="connsiteY20" fmla="*/ 1410706 h 2299254"/>
                <a:gd name="connsiteX21" fmla="*/ 2275349 w 2299422"/>
                <a:gd name="connsiteY21" fmla="*/ 1497207 h 2299254"/>
                <a:gd name="connsiteX22" fmla="*/ 2271016 w 2299422"/>
                <a:gd name="connsiteY22" fmla="*/ 1497093 h 2299254"/>
                <a:gd name="connsiteX23" fmla="*/ 2021547 w 2299422"/>
                <a:gd name="connsiteY23" fmla="*/ 1652982 h 2299254"/>
                <a:gd name="connsiteX24" fmla="*/ 2011278 w 2299422"/>
                <a:gd name="connsiteY24" fmla="*/ 1946973 h 2299254"/>
                <a:gd name="connsiteX25" fmla="*/ 2013476 w 2299422"/>
                <a:gd name="connsiteY25" fmla="*/ 1950559 h 2299254"/>
                <a:gd name="connsiteX26" fmla="*/ 1973967 w 2299422"/>
                <a:gd name="connsiteY26" fmla="*/ 1993901 h 2299254"/>
                <a:gd name="connsiteX27" fmla="*/ 1951163 w 2299422"/>
                <a:gd name="connsiteY27" fmla="*/ 2013712 h 2299254"/>
                <a:gd name="connsiteX28" fmla="*/ 1947056 w 2299422"/>
                <a:gd name="connsiteY28" fmla="*/ 2011195 h 2299254"/>
                <a:gd name="connsiteX29" fmla="*/ 1653065 w 2299422"/>
                <a:gd name="connsiteY29" fmla="*/ 2021464 h 2299254"/>
                <a:gd name="connsiteX30" fmla="*/ 1497176 w 2299422"/>
                <a:gd name="connsiteY30" fmla="*/ 2270933 h 2299254"/>
                <a:gd name="connsiteX31" fmla="*/ 1497344 w 2299422"/>
                <a:gd name="connsiteY31" fmla="*/ 2277326 h 2299254"/>
                <a:gd name="connsiteX32" fmla="*/ 1412063 w 2299422"/>
                <a:gd name="connsiteY32" fmla="*/ 2299254 h 2299254"/>
                <a:gd name="connsiteX33" fmla="*/ 1409450 w 2299422"/>
                <a:gd name="connsiteY33" fmla="*/ 2294440 h 2299254"/>
                <a:gd name="connsiteX34" fmla="*/ 1149711 w 2299422"/>
                <a:gd name="connsiteY34" fmla="*/ 2156338 h 2299254"/>
                <a:gd name="connsiteX35" fmla="*/ 889973 w 2299422"/>
                <a:gd name="connsiteY35" fmla="*/ 2294440 h 2299254"/>
                <a:gd name="connsiteX36" fmla="*/ 887360 w 2299422"/>
                <a:gd name="connsiteY36" fmla="*/ 2299254 h 2299254"/>
                <a:gd name="connsiteX37" fmla="*/ 802076 w 2299422"/>
                <a:gd name="connsiteY37" fmla="*/ 2277325 h 2299254"/>
                <a:gd name="connsiteX38" fmla="*/ 802244 w 2299422"/>
                <a:gd name="connsiteY38" fmla="*/ 2270934 h 2299254"/>
                <a:gd name="connsiteX39" fmla="*/ 646355 w 2299422"/>
                <a:gd name="connsiteY39" fmla="*/ 2021465 h 2299254"/>
                <a:gd name="connsiteX40" fmla="*/ 352364 w 2299422"/>
                <a:gd name="connsiteY40" fmla="*/ 2011195 h 2299254"/>
                <a:gd name="connsiteX41" fmla="*/ 348787 w 2299422"/>
                <a:gd name="connsiteY41" fmla="*/ 2013388 h 2299254"/>
                <a:gd name="connsiteX42" fmla="*/ 325455 w 2299422"/>
                <a:gd name="connsiteY42" fmla="*/ 1993901 h 2299254"/>
                <a:gd name="connsiteX43" fmla="*/ 285637 w 2299422"/>
                <a:gd name="connsiteY43" fmla="*/ 1951062 h 2299254"/>
                <a:gd name="connsiteX44" fmla="*/ 288142 w 2299422"/>
                <a:gd name="connsiteY44" fmla="*/ 1946974 h 2299254"/>
                <a:gd name="connsiteX45" fmla="*/ 277873 w 2299422"/>
                <a:gd name="connsiteY45" fmla="*/ 1652982 h 2299254"/>
                <a:gd name="connsiteX46" fmla="*/ 28404 w 2299422"/>
                <a:gd name="connsiteY46" fmla="*/ 1497093 h 2299254"/>
                <a:gd name="connsiteX47" fmla="*/ 22269 w 2299422"/>
                <a:gd name="connsiteY47" fmla="*/ 1497255 h 2299254"/>
                <a:gd name="connsiteX48" fmla="*/ 0 w 2299422"/>
                <a:gd name="connsiteY48" fmla="*/ 1412024 h 2299254"/>
                <a:gd name="connsiteX49" fmla="*/ 4897 w 2299422"/>
                <a:gd name="connsiteY49" fmla="*/ 1409366 h 2299254"/>
                <a:gd name="connsiteX50" fmla="*/ 142999 w 2299422"/>
                <a:gd name="connsiteY50" fmla="*/ 1149627 h 2299254"/>
                <a:gd name="connsiteX51" fmla="*/ 4897 w 2299422"/>
                <a:gd name="connsiteY51" fmla="*/ 889889 h 2299254"/>
                <a:gd name="connsiteX52" fmla="*/ 2429 w 2299422"/>
                <a:gd name="connsiteY52" fmla="*/ 888549 h 2299254"/>
                <a:gd name="connsiteX53" fmla="*/ 24074 w 2299422"/>
                <a:gd name="connsiteY53" fmla="*/ 802046 h 2299254"/>
                <a:gd name="connsiteX54" fmla="*/ 28403 w 2299422"/>
                <a:gd name="connsiteY54" fmla="*/ 802160 h 2299254"/>
                <a:gd name="connsiteX55" fmla="*/ 277872 w 2299422"/>
                <a:gd name="connsiteY55" fmla="*/ 646271 h 2299254"/>
                <a:gd name="connsiteX56" fmla="*/ 288142 w 2299422"/>
                <a:gd name="connsiteY56" fmla="*/ 352280 h 2299254"/>
                <a:gd name="connsiteX57" fmla="*/ 285945 w 2299422"/>
                <a:gd name="connsiteY57" fmla="*/ 348696 h 2299254"/>
                <a:gd name="connsiteX58" fmla="*/ 325455 w 2299422"/>
                <a:gd name="connsiteY58" fmla="*/ 305354 h 2299254"/>
                <a:gd name="connsiteX59" fmla="*/ 348258 w 2299422"/>
                <a:gd name="connsiteY59" fmla="*/ 285542 h 2299254"/>
                <a:gd name="connsiteX60" fmla="*/ 352363 w 2299422"/>
                <a:gd name="connsiteY60" fmla="*/ 288058 h 2299254"/>
                <a:gd name="connsiteX61" fmla="*/ 646354 w 2299422"/>
                <a:gd name="connsiteY61" fmla="*/ 277789 h 2299254"/>
                <a:gd name="connsiteX62" fmla="*/ 802243 w 2299422"/>
                <a:gd name="connsiteY62" fmla="*/ 28320 h 2299254"/>
                <a:gd name="connsiteX63" fmla="*/ 802075 w 2299422"/>
                <a:gd name="connsiteY63" fmla="*/ 21929 h 2299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2299422" h="2299254">
                  <a:moveTo>
                    <a:pt x="887360" y="0"/>
                  </a:moveTo>
                  <a:lnTo>
                    <a:pt x="889973" y="4814"/>
                  </a:lnTo>
                  <a:cubicBezTo>
                    <a:pt x="946263" y="88135"/>
                    <a:pt x="1041590" y="142916"/>
                    <a:pt x="1149711" y="142916"/>
                  </a:cubicBezTo>
                  <a:cubicBezTo>
                    <a:pt x="1257832" y="142916"/>
                    <a:pt x="1353159" y="88135"/>
                    <a:pt x="1409450" y="4814"/>
                  </a:cubicBezTo>
                  <a:lnTo>
                    <a:pt x="1412062" y="0"/>
                  </a:lnTo>
                  <a:lnTo>
                    <a:pt x="1497345" y="21929"/>
                  </a:lnTo>
                  <a:lnTo>
                    <a:pt x="1497177" y="28321"/>
                  </a:lnTo>
                  <a:cubicBezTo>
                    <a:pt x="1504265" y="128624"/>
                    <a:pt x="1559430" y="223729"/>
                    <a:pt x="1653066" y="277790"/>
                  </a:cubicBezTo>
                  <a:cubicBezTo>
                    <a:pt x="1746702" y="331851"/>
                    <a:pt x="1856648" y="332072"/>
                    <a:pt x="1947057" y="288059"/>
                  </a:cubicBezTo>
                  <a:lnTo>
                    <a:pt x="1950635" y="285866"/>
                  </a:lnTo>
                  <a:lnTo>
                    <a:pt x="1973967" y="305354"/>
                  </a:lnTo>
                  <a:lnTo>
                    <a:pt x="2013785" y="348191"/>
                  </a:lnTo>
                  <a:lnTo>
                    <a:pt x="2011278" y="352280"/>
                  </a:lnTo>
                  <a:cubicBezTo>
                    <a:pt x="1967266" y="442690"/>
                    <a:pt x="1967487" y="552636"/>
                    <a:pt x="2021548" y="646271"/>
                  </a:cubicBezTo>
                  <a:cubicBezTo>
                    <a:pt x="2075608" y="739907"/>
                    <a:pt x="2170714" y="795072"/>
                    <a:pt x="2271017" y="802161"/>
                  </a:cubicBezTo>
                  <a:lnTo>
                    <a:pt x="2277153" y="801999"/>
                  </a:lnTo>
                  <a:lnTo>
                    <a:pt x="2299422" y="887230"/>
                  </a:lnTo>
                  <a:lnTo>
                    <a:pt x="2294523" y="889889"/>
                  </a:lnTo>
                  <a:cubicBezTo>
                    <a:pt x="2211202" y="946179"/>
                    <a:pt x="2156421" y="1041506"/>
                    <a:pt x="2156421" y="1149627"/>
                  </a:cubicBezTo>
                  <a:cubicBezTo>
                    <a:pt x="2156421" y="1257749"/>
                    <a:pt x="2211202" y="1353075"/>
                    <a:pt x="2294523" y="1409366"/>
                  </a:cubicBezTo>
                  <a:lnTo>
                    <a:pt x="2296993" y="1410706"/>
                  </a:lnTo>
                  <a:lnTo>
                    <a:pt x="2275349" y="1497207"/>
                  </a:lnTo>
                  <a:lnTo>
                    <a:pt x="2271016" y="1497093"/>
                  </a:lnTo>
                  <a:cubicBezTo>
                    <a:pt x="2170713" y="1504181"/>
                    <a:pt x="2075608" y="1559346"/>
                    <a:pt x="2021547" y="1652982"/>
                  </a:cubicBezTo>
                  <a:cubicBezTo>
                    <a:pt x="1967487" y="1746618"/>
                    <a:pt x="1967265" y="1856564"/>
                    <a:pt x="2011278" y="1946973"/>
                  </a:cubicBezTo>
                  <a:lnTo>
                    <a:pt x="2013476" y="1950559"/>
                  </a:lnTo>
                  <a:lnTo>
                    <a:pt x="1973967" y="1993901"/>
                  </a:lnTo>
                  <a:lnTo>
                    <a:pt x="1951163" y="2013712"/>
                  </a:lnTo>
                  <a:lnTo>
                    <a:pt x="1947056" y="2011195"/>
                  </a:lnTo>
                  <a:cubicBezTo>
                    <a:pt x="1856647" y="1967182"/>
                    <a:pt x="1746701" y="1967403"/>
                    <a:pt x="1653065" y="2021464"/>
                  </a:cubicBezTo>
                  <a:cubicBezTo>
                    <a:pt x="1559429" y="2075524"/>
                    <a:pt x="1504264" y="2170630"/>
                    <a:pt x="1497176" y="2270933"/>
                  </a:cubicBezTo>
                  <a:lnTo>
                    <a:pt x="1497344" y="2277326"/>
                  </a:lnTo>
                  <a:lnTo>
                    <a:pt x="1412063" y="2299254"/>
                  </a:lnTo>
                  <a:lnTo>
                    <a:pt x="1409450" y="2294440"/>
                  </a:lnTo>
                  <a:cubicBezTo>
                    <a:pt x="1353159" y="2211119"/>
                    <a:pt x="1257832" y="2156338"/>
                    <a:pt x="1149711" y="2156338"/>
                  </a:cubicBezTo>
                  <a:cubicBezTo>
                    <a:pt x="1041590" y="2156338"/>
                    <a:pt x="946263" y="2211119"/>
                    <a:pt x="889973" y="2294440"/>
                  </a:cubicBezTo>
                  <a:lnTo>
                    <a:pt x="887360" y="2299254"/>
                  </a:lnTo>
                  <a:lnTo>
                    <a:pt x="802076" y="2277325"/>
                  </a:lnTo>
                  <a:lnTo>
                    <a:pt x="802244" y="2270934"/>
                  </a:lnTo>
                  <a:cubicBezTo>
                    <a:pt x="795155" y="2170631"/>
                    <a:pt x="739991" y="2075525"/>
                    <a:pt x="646355" y="2021465"/>
                  </a:cubicBezTo>
                  <a:cubicBezTo>
                    <a:pt x="552719" y="1967404"/>
                    <a:pt x="442773" y="1967183"/>
                    <a:pt x="352364" y="2011195"/>
                  </a:cubicBezTo>
                  <a:lnTo>
                    <a:pt x="348787" y="2013388"/>
                  </a:lnTo>
                  <a:lnTo>
                    <a:pt x="325455" y="1993901"/>
                  </a:lnTo>
                  <a:lnTo>
                    <a:pt x="285637" y="1951062"/>
                  </a:lnTo>
                  <a:lnTo>
                    <a:pt x="288142" y="1946974"/>
                  </a:lnTo>
                  <a:cubicBezTo>
                    <a:pt x="332155" y="1856564"/>
                    <a:pt x="331934" y="1746618"/>
                    <a:pt x="277873" y="1652982"/>
                  </a:cubicBezTo>
                  <a:cubicBezTo>
                    <a:pt x="223813" y="1559347"/>
                    <a:pt x="128707" y="1504182"/>
                    <a:pt x="28404" y="1497093"/>
                  </a:cubicBezTo>
                  <a:lnTo>
                    <a:pt x="22269" y="1497255"/>
                  </a:lnTo>
                  <a:lnTo>
                    <a:pt x="0" y="1412024"/>
                  </a:lnTo>
                  <a:lnTo>
                    <a:pt x="4897" y="1409366"/>
                  </a:lnTo>
                  <a:cubicBezTo>
                    <a:pt x="88218" y="1353075"/>
                    <a:pt x="142999" y="1257749"/>
                    <a:pt x="142999" y="1149627"/>
                  </a:cubicBezTo>
                  <a:cubicBezTo>
                    <a:pt x="142999" y="1041506"/>
                    <a:pt x="88218" y="946179"/>
                    <a:pt x="4897" y="889889"/>
                  </a:cubicBezTo>
                  <a:lnTo>
                    <a:pt x="2429" y="888549"/>
                  </a:lnTo>
                  <a:lnTo>
                    <a:pt x="24074" y="802046"/>
                  </a:lnTo>
                  <a:lnTo>
                    <a:pt x="28403" y="802160"/>
                  </a:lnTo>
                  <a:cubicBezTo>
                    <a:pt x="128707" y="795072"/>
                    <a:pt x="223812" y="739907"/>
                    <a:pt x="277872" y="646271"/>
                  </a:cubicBezTo>
                  <a:cubicBezTo>
                    <a:pt x="331933" y="552635"/>
                    <a:pt x="332155" y="442689"/>
                    <a:pt x="288142" y="352280"/>
                  </a:cubicBezTo>
                  <a:lnTo>
                    <a:pt x="285945" y="348696"/>
                  </a:lnTo>
                  <a:lnTo>
                    <a:pt x="325455" y="305354"/>
                  </a:lnTo>
                  <a:lnTo>
                    <a:pt x="348258" y="285542"/>
                  </a:lnTo>
                  <a:lnTo>
                    <a:pt x="352363" y="288058"/>
                  </a:lnTo>
                  <a:cubicBezTo>
                    <a:pt x="442772" y="332071"/>
                    <a:pt x="552718" y="331850"/>
                    <a:pt x="646354" y="277789"/>
                  </a:cubicBezTo>
                  <a:cubicBezTo>
                    <a:pt x="739990" y="223729"/>
                    <a:pt x="795154" y="128623"/>
                    <a:pt x="802243" y="28320"/>
                  </a:cubicBezTo>
                  <a:lnTo>
                    <a:pt x="802075" y="21929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4800" dirty="0">
                <a:solidFill>
                  <a:schemeClr val="tx1"/>
                </a:solidFill>
              </a:endParaRPr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99CC5EFD-28B5-48D7-83C7-3A9226B0C63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6003" y="3621934"/>
              <a:ext cx="2027672" cy="2027524"/>
            </a:xfrm>
            <a:custGeom>
              <a:avLst/>
              <a:gdLst>
                <a:gd name="connsiteX0" fmla="*/ 887360 w 2299422"/>
                <a:gd name="connsiteY0" fmla="*/ 0 h 2299254"/>
                <a:gd name="connsiteX1" fmla="*/ 889973 w 2299422"/>
                <a:gd name="connsiteY1" fmla="*/ 4814 h 2299254"/>
                <a:gd name="connsiteX2" fmla="*/ 1149711 w 2299422"/>
                <a:gd name="connsiteY2" fmla="*/ 142916 h 2299254"/>
                <a:gd name="connsiteX3" fmla="*/ 1409450 w 2299422"/>
                <a:gd name="connsiteY3" fmla="*/ 4814 h 2299254"/>
                <a:gd name="connsiteX4" fmla="*/ 1412062 w 2299422"/>
                <a:gd name="connsiteY4" fmla="*/ 0 h 2299254"/>
                <a:gd name="connsiteX5" fmla="*/ 1497345 w 2299422"/>
                <a:gd name="connsiteY5" fmla="*/ 21929 h 2299254"/>
                <a:gd name="connsiteX6" fmla="*/ 1497177 w 2299422"/>
                <a:gd name="connsiteY6" fmla="*/ 28321 h 2299254"/>
                <a:gd name="connsiteX7" fmla="*/ 1653066 w 2299422"/>
                <a:gd name="connsiteY7" fmla="*/ 277790 h 2299254"/>
                <a:gd name="connsiteX8" fmla="*/ 1947057 w 2299422"/>
                <a:gd name="connsiteY8" fmla="*/ 288059 h 2299254"/>
                <a:gd name="connsiteX9" fmla="*/ 1950635 w 2299422"/>
                <a:gd name="connsiteY9" fmla="*/ 285866 h 2299254"/>
                <a:gd name="connsiteX10" fmla="*/ 1973967 w 2299422"/>
                <a:gd name="connsiteY10" fmla="*/ 305354 h 2299254"/>
                <a:gd name="connsiteX11" fmla="*/ 2013785 w 2299422"/>
                <a:gd name="connsiteY11" fmla="*/ 348191 h 2299254"/>
                <a:gd name="connsiteX12" fmla="*/ 2011278 w 2299422"/>
                <a:gd name="connsiteY12" fmla="*/ 352280 h 2299254"/>
                <a:gd name="connsiteX13" fmla="*/ 2021548 w 2299422"/>
                <a:gd name="connsiteY13" fmla="*/ 646271 h 2299254"/>
                <a:gd name="connsiteX14" fmla="*/ 2271017 w 2299422"/>
                <a:gd name="connsiteY14" fmla="*/ 802161 h 2299254"/>
                <a:gd name="connsiteX15" fmla="*/ 2277153 w 2299422"/>
                <a:gd name="connsiteY15" fmla="*/ 801999 h 2299254"/>
                <a:gd name="connsiteX16" fmla="*/ 2299422 w 2299422"/>
                <a:gd name="connsiteY16" fmla="*/ 887230 h 2299254"/>
                <a:gd name="connsiteX17" fmla="*/ 2294523 w 2299422"/>
                <a:gd name="connsiteY17" fmla="*/ 889889 h 2299254"/>
                <a:gd name="connsiteX18" fmla="*/ 2156421 w 2299422"/>
                <a:gd name="connsiteY18" fmla="*/ 1149627 h 2299254"/>
                <a:gd name="connsiteX19" fmla="*/ 2294523 w 2299422"/>
                <a:gd name="connsiteY19" fmla="*/ 1409366 h 2299254"/>
                <a:gd name="connsiteX20" fmla="*/ 2296993 w 2299422"/>
                <a:gd name="connsiteY20" fmla="*/ 1410706 h 2299254"/>
                <a:gd name="connsiteX21" fmla="*/ 2275349 w 2299422"/>
                <a:gd name="connsiteY21" fmla="*/ 1497207 h 2299254"/>
                <a:gd name="connsiteX22" fmla="*/ 2271016 w 2299422"/>
                <a:gd name="connsiteY22" fmla="*/ 1497093 h 2299254"/>
                <a:gd name="connsiteX23" fmla="*/ 2021547 w 2299422"/>
                <a:gd name="connsiteY23" fmla="*/ 1652982 h 2299254"/>
                <a:gd name="connsiteX24" fmla="*/ 2011278 w 2299422"/>
                <a:gd name="connsiteY24" fmla="*/ 1946973 h 2299254"/>
                <a:gd name="connsiteX25" fmla="*/ 2013476 w 2299422"/>
                <a:gd name="connsiteY25" fmla="*/ 1950559 h 2299254"/>
                <a:gd name="connsiteX26" fmla="*/ 1973967 w 2299422"/>
                <a:gd name="connsiteY26" fmla="*/ 1993901 h 2299254"/>
                <a:gd name="connsiteX27" fmla="*/ 1951163 w 2299422"/>
                <a:gd name="connsiteY27" fmla="*/ 2013712 h 2299254"/>
                <a:gd name="connsiteX28" fmla="*/ 1947056 w 2299422"/>
                <a:gd name="connsiteY28" fmla="*/ 2011195 h 2299254"/>
                <a:gd name="connsiteX29" fmla="*/ 1653065 w 2299422"/>
                <a:gd name="connsiteY29" fmla="*/ 2021464 h 2299254"/>
                <a:gd name="connsiteX30" fmla="*/ 1497176 w 2299422"/>
                <a:gd name="connsiteY30" fmla="*/ 2270933 h 2299254"/>
                <a:gd name="connsiteX31" fmla="*/ 1497344 w 2299422"/>
                <a:gd name="connsiteY31" fmla="*/ 2277326 h 2299254"/>
                <a:gd name="connsiteX32" fmla="*/ 1412063 w 2299422"/>
                <a:gd name="connsiteY32" fmla="*/ 2299254 h 2299254"/>
                <a:gd name="connsiteX33" fmla="*/ 1409450 w 2299422"/>
                <a:gd name="connsiteY33" fmla="*/ 2294440 h 2299254"/>
                <a:gd name="connsiteX34" fmla="*/ 1149711 w 2299422"/>
                <a:gd name="connsiteY34" fmla="*/ 2156338 h 2299254"/>
                <a:gd name="connsiteX35" fmla="*/ 889973 w 2299422"/>
                <a:gd name="connsiteY35" fmla="*/ 2294440 h 2299254"/>
                <a:gd name="connsiteX36" fmla="*/ 887360 w 2299422"/>
                <a:gd name="connsiteY36" fmla="*/ 2299254 h 2299254"/>
                <a:gd name="connsiteX37" fmla="*/ 802076 w 2299422"/>
                <a:gd name="connsiteY37" fmla="*/ 2277325 h 2299254"/>
                <a:gd name="connsiteX38" fmla="*/ 802244 w 2299422"/>
                <a:gd name="connsiteY38" fmla="*/ 2270934 h 2299254"/>
                <a:gd name="connsiteX39" fmla="*/ 646355 w 2299422"/>
                <a:gd name="connsiteY39" fmla="*/ 2021465 h 2299254"/>
                <a:gd name="connsiteX40" fmla="*/ 352364 w 2299422"/>
                <a:gd name="connsiteY40" fmla="*/ 2011195 h 2299254"/>
                <a:gd name="connsiteX41" fmla="*/ 348787 w 2299422"/>
                <a:gd name="connsiteY41" fmla="*/ 2013388 h 2299254"/>
                <a:gd name="connsiteX42" fmla="*/ 325455 w 2299422"/>
                <a:gd name="connsiteY42" fmla="*/ 1993901 h 2299254"/>
                <a:gd name="connsiteX43" fmla="*/ 285637 w 2299422"/>
                <a:gd name="connsiteY43" fmla="*/ 1951062 h 2299254"/>
                <a:gd name="connsiteX44" fmla="*/ 288142 w 2299422"/>
                <a:gd name="connsiteY44" fmla="*/ 1946974 h 2299254"/>
                <a:gd name="connsiteX45" fmla="*/ 277873 w 2299422"/>
                <a:gd name="connsiteY45" fmla="*/ 1652982 h 2299254"/>
                <a:gd name="connsiteX46" fmla="*/ 28404 w 2299422"/>
                <a:gd name="connsiteY46" fmla="*/ 1497093 h 2299254"/>
                <a:gd name="connsiteX47" fmla="*/ 22269 w 2299422"/>
                <a:gd name="connsiteY47" fmla="*/ 1497255 h 2299254"/>
                <a:gd name="connsiteX48" fmla="*/ 0 w 2299422"/>
                <a:gd name="connsiteY48" fmla="*/ 1412024 h 2299254"/>
                <a:gd name="connsiteX49" fmla="*/ 4897 w 2299422"/>
                <a:gd name="connsiteY49" fmla="*/ 1409366 h 2299254"/>
                <a:gd name="connsiteX50" fmla="*/ 142999 w 2299422"/>
                <a:gd name="connsiteY50" fmla="*/ 1149627 h 2299254"/>
                <a:gd name="connsiteX51" fmla="*/ 4897 w 2299422"/>
                <a:gd name="connsiteY51" fmla="*/ 889889 h 2299254"/>
                <a:gd name="connsiteX52" fmla="*/ 2429 w 2299422"/>
                <a:gd name="connsiteY52" fmla="*/ 888549 h 2299254"/>
                <a:gd name="connsiteX53" fmla="*/ 24074 w 2299422"/>
                <a:gd name="connsiteY53" fmla="*/ 802046 h 2299254"/>
                <a:gd name="connsiteX54" fmla="*/ 28403 w 2299422"/>
                <a:gd name="connsiteY54" fmla="*/ 802160 h 2299254"/>
                <a:gd name="connsiteX55" fmla="*/ 277872 w 2299422"/>
                <a:gd name="connsiteY55" fmla="*/ 646271 h 2299254"/>
                <a:gd name="connsiteX56" fmla="*/ 288142 w 2299422"/>
                <a:gd name="connsiteY56" fmla="*/ 352280 h 2299254"/>
                <a:gd name="connsiteX57" fmla="*/ 285945 w 2299422"/>
                <a:gd name="connsiteY57" fmla="*/ 348696 h 2299254"/>
                <a:gd name="connsiteX58" fmla="*/ 325455 w 2299422"/>
                <a:gd name="connsiteY58" fmla="*/ 305354 h 2299254"/>
                <a:gd name="connsiteX59" fmla="*/ 348258 w 2299422"/>
                <a:gd name="connsiteY59" fmla="*/ 285542 h 2299254"/>
                <a:gd name="connsiteX60" fmla="*/ 352363 w 2299422"/>
                <a:gd name="connsiteY60" fmla="*/ 288058 h 2299254"/>
                <a:gd name="connsiteX61" fmla="*/ 646354 w 2299422"/>
                <a:gd name="connsiteY61" fmla="*/ 277789 h 2299254"/>
                <a:gd name="connsiteX62" fmla="*/ 802243 w 2299422"/>
                <a:gd name="connsiteY62" fmla="*/ 28320 h 2299254"/>
                <a:gd name="connsiteX63" fmla="*/ 802075 w 2299422"/>
                <a:gd name="connsiteY63" fmla="*/ 21929 h 2299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2299422" h="2299254">
                  <a:moveTo>
                    <a:pt x="887360" y="0"/>
                  </a:moveTo>
                  <a:lnTo>
                    <a:pt x="889973" y="4814"/>
                  </a:lnTo>
                  <a:cubicBezTo>
                    <a:pt x="946263" y="88135"/>
                    <a:pt x="1041590" y="142916"/>
                    <a:pt x="1149711" y="142916"/>
                  </a:cubicBezTo>
                  <a:cubicBezTo>
                    <a:pt x="1257832" y="142916"/>
                    <a:pt x="1353159" y="88135"/>
                    <a:pt x="1409450" y="4814"/>
                  </a:cubicBezTo>
                  <a:lnTo>
                    <a:pt x="1412062" y="0"/>
                  </a:lnTo>
                  <a:lnTo>
                    <a:pt x="1497345" y="21929"/>
                  </a:lnTo>
                  <a:lnTo>
                    <a:pt x="1497177" y="28321"/>
                  </a:lnTo>
                  <a:cubicBezTo>
                    <a:pt x="1504265" y="128624"/>
                    <a:pt x="1559430" y="223729"/>
                    <a:pt x="1653066" y="277790"/>
                  </a:cubicBezTo>
                  <a:cubicBezTo>
                    <a:pt x="1746702" y="331851"/>
                    <a:pt x="1856648" y="332072"/>
                    <a:pt x="1947057" y="288059"/>
                  </a:cubicBezTo>
                  <a:lnTo>
                    <a:pt x="1950635" y="285866"/>
                  </a:lnTo>
                  <a:lnTo>
                    <a:pt x="1973967" y="305354"/>
                  </a:lnTo>
                  <a:lnTo>
                    <a:pt x="2013785" y="348191"/>
                  </a:lnTo>
                  <a:lnTo>
                    <a:pt x="2011278" y="352280"/>
                  </a:lnTo>
                  <a:cubicBezTo>
                    <a:pt x="1967266" y="442690"/>
                    <a:pt x="1967487" y="552636"/>
                    <a:pt x="2021548" y="646271"/>
                  </a:cubicBezTo>
                  <a:cubicBezTo>
                    <a:pt x="2075608" y="739907"/>
                    <a:pt x="2170714" y="795072"/>
                    <a:pt x="2271017" y="802161"/>
                  </a:cubicBezTo>
                  <a:lnTo>
                    <a:pt x="2277153" y="801999"/>
                  </a:lnTo>
                  <a:lnTo>
                    <a:pt x="2299422" y="887230"/>
                  </a:lnTo>
                  <a:lnTo>
                    <a:pt x="2294523" y="889889"/>
                  </a:lnTo>
                  <a:cubicBezTo>
                    <a:pt x="2211202" y="946179"/>
                    <a:pt x="2156421" y="1041506"/>
                    <a:pt x="2156421" y="1149627"/>
                  </a:cubicBezTo>
                  <a:cubicBezTo>
                    <a:pt x="2156421" y="1257749"/>
                    <a:pt x="2211202" y="1353075"/>
                    <a:pt x="2294523" y="1409366"/>
                  </a:cubicBezTo>
                  <a:lnTo>
                    <a:pt x="2296993" y="1410706"/>
                  </a:lnTo>
                  <a:lnTo>
                    <a:pt x="2275349" y="1497207"/>
                  </a:lnTo>
                  <a:lnTo>
                    <a:pt x="2271016" y="1497093"/>
                  </a:lnTo>
                  <a:cubicBezTo>
                    <a:pt x="2170713" y="1504181"/>
                    <a:pt x="2075608" y="1559346"/>
                    <a:pt x="2021547" y="1652982"/>
                  </a:cubicBezTo>
                  <a:cubicBezTo>
                    <a:pt x="1967487" y="1746618"/>
                    <a:pt x="1967265" y="1856564"/>
                    <a:pt x="2011278" y="1946973"/>
                  </a:cubicBezTo>
                  <a:lnTo>
                    <a:pt x="2013476" y="1950559"/>
                  </a:lnTo>
                  <a:lnTo>
                    <a:pt x="1973967" y="1993901"/>
                  </a:lnTo>
                  <a:lnTo>
                    <a:pt x="1951163" y="2013712"/>
                  </a:lnTo>
                  <a:lnTo>
                    <a:pt x="1947056" y="2011195"/>
                  </a:lnTo>
                  <a:cubicBezTo>
                    <a:pt x="1856647" y="1967182"/>
                    <a:pt x="1746701" y="1967403"/>
                    <a:pt x="1653065" y="2021464"/>
                  </a:cubicBezTo>
                  <a:cubicBezTo>
                    <a:pt x="1559429" y="2075524"/>
                    <a:pt x="1504264" y="2170630"/>
                    <a:pt x="1497176" y="2270933"/>
                  </a:cubicBezTo>
                  <a:lnTo>
                    <a:pt x="1497344" y="2277326"/>
                  </a:lnTo>
                  <a:lnTo>
                    <a:pt x="1412063" y="2299254"/>
                  </a:lnTo>
                  <a:lnTo>
                    <a:pt x="1409450" y="2294440"/>
                  </a:lnTo>
                  <a:cubicBezTo>
                    <a:pt x="1353159" y="2211119"/>
                    <a:pt x="1257832" y="2156338"/>
                    <a:pt x="1149711" y="2156338"/>
                  </a:cubicBezTo>
                  <a:cubicBezTo>
                    <a:pt x="1041590" y="2156338"/>
                    <a:pt x="946263" y="2211119"/>
                    <a:pt x="889973" y="2294440"/>
                  </a:cubicBezTo>
                  <a:lnTo>
                    <a:pt x="887360" y="2299254"/>
                  </a:lnTo>
                  <a:lnTo>
                    <a:pt x="802076" y="2277325"/>
                  </a:lnTo>
                  <a:lnTo>
                    <a:pt x="802244" y="2270934"/>
                  </a:lnTo>
                  <a:cubicBezTo>
                    <a:pt x="795155" y="2170631"/>
                    <a:pt x="739991" y="2075525"/>
                    <a:pt x="646355" y="2021465"/>
                  </a:cubicBezTo>
                  <a:cubicBezTo>
                    <a:pt x="552719" y="1967404"/>
                    <a:pt x="442773" y="1967183"/>
                    <a:pt x="352364" y="2011195"/>
                  </a:cubicBezTo>
                  <a:lnTo>
                    <a:pt x="348787" y="2013388"/>
                  </a:lnTo>
                  <a:lnTo>
                    <a:pt x="325455" y="1993901"/>
                  </a:lnTo>
                  <a:lnTo>
                    <a:pt x="285637" y="1951062"/>
                  </a:lnTo>
                  <a:lnTo>
                    <a:pt x="288142" y="1946974"/>
                  </a:lnTo>
                  <a:cubicBezTo>
                    <a:pt x="332155" y="1856564"/>
                    <a:pt x="331934" y="1746618"/>
                    <a:pt x="277873" y="1652982"/>
                  </a:cubicBezTo>
                  <a:cubicBezTo>
                    <a:pt x="223813" y="1559347"/>
                    <a:pt x="128707" y="1504182"/>
                    <a:pt x="28404" y="1497093"/>
                  </a:cubicBezTo>
                  <a:lnTo>
                    <a:pt x="22269" y="1497255"/>
                  </a:lnTo>
                  <a:lnTo>
                    <a:pt x="0" y="1412024"/>
                  </a:lnTo>
                  <a:lnTo>
                    <a:pt x="4897" y="1409366"/>
                  </a:lnTo>
                  <a:cubicBezTo>
                    <a:pt x="88218" y="1353075"/>
                    <a:pt x="142999" y="1257749"/>
                    <a:pt x="142999" y="1149627"/>
                  </a:cubicBezTo>
                  <a:cubicBezTo>
                    <a:pt x="142999" y="1041506"/>
                    <a:pt x="88218" y="946179"/>
                    <a:pt x="4897" y="889889"/>
                  </a:cubicBezTo>
                  <a:lnTo>
                    <a:pt x="2429" y="888549"/>
                  </a:lnTo>
                  <a:lnTo>
                    <a:pt x="24074" y="802046"/>
                  </a:lnTo>
                  <a:lnTo>
                    <a:pt x="28403" y="802160"/>
                  </a:lnTo>
                  <a:cubicBezTo>
                    <a:pt x="128707" y="795072"/>
                    <a:pt x="223812" y="739907"/>
                    <a:pt x="277872" y="646271"/>
                  </a:cubicBezTo>
                  <a:cubicBezTo>
                    <a:pt x="331933" y="552635"/>
                    <a:pt x="332155" y="442689"/>
                    <a:pt x="288142" y="352280"/>
                  </a:cubicBezTo>
                  <a:lnTo>
                    <a:pt x="285945" y="348696"/>
                  </a:lnTo>
                  <a:lnTo>
                    <a:pt x="325455" y="305354"/>
                  </a:lnTo>
                  <a:lnTo>
                    <a:pt x="348258" y="285542"/>
                  </a:lnTo>
                  <a:lnTo>
                    <a:pt x="352363" y="288058"/>
                  </a:lnTo>
                  <a:cubicBezTo>
                    <a:pt x="442772" y="332071"/>
                    <a:pt x="552718" y="331850"/>
                    <a:pt x="646354" y="277789"/>
                  </a:cubicBezTo>
                  <a:cubicBezTo>
                    <a:pt x="739990" y="223729"/>
                    <a:pt x="795154" y="128623"/>
                    <a:pt x="802243" y="28320"/>
                  </a:cubicBezTo>
                  <a:lnTo>
                    <a:pt x="802075" y="2192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4800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CD6755D6-0815-4626-AEF8-EA3B29EA1A8D}"/>
              </a:ext>
            </a:extLst>
          </p:cNvPr>
          <p:cNvCxnSpPr>
            <a:cxnSpLocks/>
          </p:cNvCxnSpPr>
          <p:nvPr/>
        </p:nvCxnSpPr>
        <p:spPr>
          <a:xfrm>
            <a:off x="5888732" y="2753054"/>
            <a:ext cx="0" cy="1403614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Straight Connector 211">
            <a:extLst>
              <a:ext uri="{FF2B5EF4-FFF2-40B4-BE49-F238E27FC236}">
                <a16:creationId xmlns:a16="http://schemas.microsoft.com/office/drawing/2014/main" id="{6018F619-6164-40C4-BEF5-037FFD10F7FA}"/>
              </a:ext>
            </a:extLst>
          </p:cNvPr>
          <p:cNvCxnSpPr>
            <a:cxnSpLocks/>
          </p:cNvCxnSpPr>
          <p:nvPr/>
        </p:nvCxnSpPr>
        <p:spPr>
          <a:xfrm>
            <a:off x="5172881" y="3439789"/>
            <a:ext cx="1403617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3" name="Graphic 212" descr="Stars">
            <a:extLst>
              <a:ext uri="{FF2B5EF4-FFF2-40B4-BE49-F238E27FC236}">
                <a16:creationId xmlns:a16="http://schemas.microsoft.com/office/drawing/2014/main" id="{91CB0784-19A1-4F46-9190-036C278A05F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378823" y="2917824"/>
            <a:ext cx="484883" cy="484881"/>
          </a:xfrm>
          <a:prstGeom prst="rect">
            <a:avLst/>
          </a:prstGeom>
        </p:spPr>
      </p:pic>
      <p:grpSp>
        <p:nvGrpSpPr>
          <p:cNvPr id="214" name="Group 213">
            <a:extLst>
              <a:ext uri="{FF2B5EF4-FFF2-40B4-BE49-F238E27FC236}">
                <a16:creationId xmlns:a16="http://schemas.microsoft.com/office/drawing/2014/main" id="{83A94584-6728-4877-BA75-26ABBEC0A48B}"/>
              </a:ext>
            </a:extLst>
          </p:cNvPr>
          <p:cNvGrpSpPr/>
          <p:nvPr/>
        </p:nvGrpSpPr>
        <p:grpSpPr>
          <a:xfrm>
            <a:off x="5988215" y="2941805"/>
            <a:ext cx="329069" cy="391875"/>
            <a:chOff x="6231747" y="3229841"/>
            <a:chExt cx="375100" cy="446690"/>
          </a:xfrm>
          <a:solidFill>
            <a:schemeClr val="accent6">
              <a:lumMod val="50000"/>
            </a:schemeClr>
          </a:solidFill>
        </p:grpSpPr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A35A2EE0-D198-4809-9CB2-E1DD36E80563}"/>
                </a:ext>
              </a:extLst>
            </p:cNvPr>
            <p:cNvSpPr/>
            <p:nvPr/>
          </p:nvSpPr>
          <p:spPr>
            <a:xfrm>
              <a:off x="6231747" y="3366665"/>
              <a:ext cx="375100" cy="309866"/>
            </a:xfrm>
            <a:custGeom>
              <a:avLst/>
              <a:gdLst>
                <a:gd name="connsiteX0" fmla="*/ 379616 w 657225"/>
                <a:gd name="connsiteY0" fmla="*/ 227171 h 542925"/>
                <a:gd name="connsiteX1" fmla="*/ 331039 w 657225"/>
                <a:gd name="connsiteY1" fmla="*/ 270986 h 542925"/>
                <a:gd name="connsiteX2" fmla="*/ 282461 w 657225"/>
                <a:gd name="connsiteY2" fmla="*/ 228124 h 542925"/>
                <a:gd name="connsiteX3" fmla="*/ 191021 w 657225"/>
                <a:gd name="connsiteY3" fmla="*/ 283369 h 542925"/>
                <a:gd name="connsiteX4" fmla="*/ 331039 w 657225"/>
                <a:gd name="connsiteY4" fmla="*/ 54769 h 542925"/>
                <a:gd name="connsiteX5" fmla="*/ 471056 w 657225"/>
                <a:gd name="connsiteY5" fmla="*/ 283369 h 542925"/>
                <a:gd name="connsiteX6" fmla="*/ 379616 w 657225"/>
                <a:gd name="connsiteY6" fmla="*/ 227171 h 542925"/>
                <a:gd name="connsiteX7" fmla="*/ 651079 w 657225"/>
                <a:gd name="connsiteY7" fmla="*/ 510064 h 542925"/>
                <a:gd name="connsiteX8" fmla="*/ 347231 w 657225"/>
                <a:gd name="connsiteY8" fmla="*/ 15716 h 542925"/>
                <a:gd name="connsiteX9" fmla="*/ 331039 w 657225"/>
                <a:gd name="connsiteY9" fmla="*/ 7144 h 542925"/>
                <a:gd name="connsiteX10" fmla="*/ 314846 w 657225"/>
                <a:gd name="connsiteY10" fmla="*/ 15716 h 542925"/>
                <a:gd name="connsiteX11" fmla="*/ 10999 w 657225"/>
                <a:gd name="connsiteY11" fmla="*/ 510064 h 542925"/>
                <a:gd name="connsiteX12" fmla="*/ 9094 w 657225"/>
                <a:gd name="connsiteY12" fmla="*/ 531019 h 542925"/>
                <a:gd name="connsiteX13" fmla="*/ 27191 w 657225"/>
                <a:gd name="connsiteY13" fmla="*/ 540544 h 542925"/>
                <a:gd name="connsiteX14" fmla="*/ 634886 w 657225"/>
                <a:gd name="connsiteY14" fmla="*/ 540544 h 542925"/>
                <a:gd name="connsiteX15" fmla="*/ 652984 w 657225"/>
                <a:gd name="connsiteY15" fmla="*/ 530066 h 542925"/>
                <a:gd name="connsiteX16" fmla="*/ 651079 w 657225"/>
                <a:gd name="connsiteY16" fmla="*/ 510064 h 542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57225" h="542925">
                  <a:moveTo>
                    <a:pt x="379616" y="227171"/>
                  </a:moveTo>
                  <a:lnTo>
                    <a:pt x="331039" y="270986"/>
                  </a:lnTo>
                  <a:lnTo>
                    <a:pt x="282461" y="228124"/>
                  </a:lnTo>
                  <a:lnTo>
                    <a:pt x="191021" y="283369"/>
                  </a:lnTo>
                  <a:lnTo>
                    <a:pt x="331039" y="54769"/>
                  </a:lnTo>
                  <a:lnTo>
                    <a:pt x="471056" y="283369"/>
                  </a:lnTo>
                  <a:lnTo>
                    <a:pt x="379616" y="227171"/>
                  </a:lnTo>
                  <a:close/>
                  <a:moveTo>
                    <a:pt x="651079" y="510064"/>
                  </a:moveTo>
                  <a:lnTo>
                    <a:pt x="347231" y="15716"/>
                  </a:lnTo>
                  <a:cubicBezTo>
                    <a:pt x="343421" y="10954"/>
                    <a:pt x="337706" y="7144"/>
                    <a:pt x="331039" y="7144"/>
                  </a:cubicBezTo>
                  <a:cubicBezTo>
                    <a:pt x="324371" y="7144"/>
                    <a:pt x="318656" y="10001"/>
                    <a:pt x="314846" y="15716"/>
                  </a:cubicBezTo>
                  <a:lnTo>
                    <a:pt x="10999" y="510064"/>
                  </a:lnTo>
                  <a:cubicBezTo>
                    <a:pt x="6236" y="515779"/>
                    <a:pt x="6236" y="524351"/>
                    <a:pt x="9094" y="531019"/>
                  </a:cubicBezTo>
                  <a:cubicBezTo>
                    <a:pt x="12904" y="536734"/>
                    <a:pt x="19571" y="540544"/>
                    <a:pt x="27191" y="540544"/>
                  </a:cubicBezTo>
                  <a:lnTo>
                    <a:pt x="634886" y="540544"/>
                  </a:lnTo>
                  <a:cubicBezTo>
                    <a:pt x="642506" y="540544"/>
                    <a:pt x="649174" y="536734"/>
                    <a:pt x="652984" y="530066"/>
                  </a:cubicBezTo>
                  <a:cubicBezTo>
                    <a:pt x="655841" y="523399"/>
                    <a:pt x="655841" y="515779"/>
                    <a:pt x="651079" y="51006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12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2998C053-2141-45A4-A162-F612CB31C56F}"/>
                </a:ext>
              </a:extLst>
            </p:cNvPr>
            <p:cNvSpPr/>
            <p:nvPr/>
          </p:nvSpPr>
          <p:spPr>
            <a:xfrm>
              <a:off x="6412540" y="3229841"/>
              <a:ext cx="14794" cy="163015"/>
            </a:xfrm>
            <a:custGeom>
              <a:avLst/>
              <a:gdLst>
                <a:gd name="connsiteX0" fmla="*/ 7859 w 14793"/>
                <a:gd name="connsiteY0" fmla="*/ 462 h 197247"/>
                <a:gd name="connsiteX1" fmla="*/ 462 w 14793"/>
                <a:gd name="connsiteY1" fmla="*/ 7859 h 197247"/>
                <a:gd name="connsiteX2" fmla="*/ 462 w 14793"/>
                <a:gd name="connsiteY2" fmla="*/ 197710 h 197247"/>
                <a:gd name="connsiteX3" fmla="*/ 15256 w 14793"/>
                <a:gd name="connsiteY3" fmla="*/ 197710 h 197247"/>
                <a:gd name="connsiteX4" fmla="*/ 15256 w 14793"/>
                <a:gd name="connsiteY4" fmla="*/ 7859 h 197247"/>
                <a:gd name="connsiteX5" fmla="*/ 7859 w 14793"/>
                <a:gd name="connsiteY5" fmla="*/ 462 h 1972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793" h="197247">
                  <a:moveTo>
                    <a:pt x="7859" y="462"/>
                  </a:moveTo>
                  <a:cubicBezTo>
                    <a:pt x="3668" y="462"/>
                    <a:pt x="462" y="3668"/>
                    <a:pt x="462" y="7859"/>
                  </a:cubicBezTo>
                  <a:lnTo>
                    <a:pt x="462" y="197710"/>
                  </a:lnTo>
                  <a:lnTo>
                    <a:pt x="15256" y="197710"/>
                  </a:lnTo>
                  <a:lnTo>
                    <a:pt x="15256" y="7859"/>
                  </a:lnTo>
                  <a:cubicBezTo>
                    <a:pt x="15256" y="3668"/>
                    <a:pt x="12051" y="462"/>
                    <a:pt x="7859" y="462"/>
                  </a:cubicBezTo>
                  <a:close/>
                </a:path>
              </a:pathLst>
            </a:custGeom>
            <a:grpFill/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12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8A41E3D1-9703-4B8E-BB91-BF00A8BA2774}"/>
                </a:ext>
              </a:extLst>
            </p:cNvPr>
            <p:cNvSpPr/>
            <p:nvPr/>
          </p:nvSpPr>
          <p:spPr>
            <a:xfrm>
              <a:off x="6293828" y="3233661"/>
              <a:ext cx="113417" cy="88761"/>
            </a:xfrm>
            <a:custGeom>
              <a:avLst/>
              <a:gdLst>
                <a:gd name="connsiteX0" fmla="*/ 31775 w 113417"/>
                <a:gd name="connsiteY0" fmla="*/ 462 h 88761"/>
                <a:gd name="connsiteX1" fmla="*/ 462 w 113417"/>
                <a:gd name="connsiteY1" fmla="*/ 7613 h 88761"/>
                <a:gd name="connsiteX2" fmla="*/ 462 w 113417"/>
                <a:gd name="connsiteY2" fmla="*/ 89224 h 88761"/>
                <a:gd name="connsiteX3" fmla="*/ 31775 w 113417"/>
                <a:gd name="connsiteY3" fmla="*/ 82073 h 88761"/>
                <a:gd name="connsiteX4" fmla="*/ 113880 w 113417"/>
                <a:gd name="connsiteY4" fmla="*/ 82567 h 88761"/>
                <a:gd name="connsiteX5" fmla="*/ 113880 w 113417"/>
                <a:gd name="connsiteY5" fmla="*/ 955 h 88761"/>
                <a:gd name="connsiteX6" fmla="*/ 31775 w 113417"/>
                <a:gd name="connsiteY6" fmla="*/ 462 h 88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3417" h="88761">
                  <a:moveTo>
                    <a:pt x="31775" y="462"/>
                  </a:moveTo>
                  <a:cubicBezTo>
                    <a:pt x="10078" y="462"/>
                    <a:pt x="462" y="7613"/>
                    <a:pt x="462" y="7613"/>
                  </a:cubicBezTo>
                  <a:lnTo>
                    <a:pt x="462" y="89224"/>
                  </a:lnTo>
                  <a:cubicBezTo>
                    <a:pt x="462" y="89224"/>
                    <a:pt x="9832" y="82073"/>
                    <a:pt x="31775" y="82073"/>
                  </a:cubicBezTo>
                  <a:cubicBezTo>
                    <a:pt x="57911" y="82073"/>
                    <a:pt x="83553" y="96374"/>
                    <a:pt x="113880" y="82567"/>
                  </a:cubicBezTo>
                  <a:lnTo>
                    <a:pt x="113880" y="955"/>
                  </a:lnTo>
                  <a:cubicBezTo>
                    <a:pt x="75663" y="12297"/>
                    <a:pt x="57911" y="462"/>
                    <a:pt x="31775" y="462"/>
                  </a:cubicBezTo>
                  <a:close/>
                </a:path>
              </a:pathLst>
            </a:custGeom>
            <a:grpFill/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12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7C59DA05-9019-4124-884A-5D59B419FF6C}"/>
              </a:ext>
            </a:extLst>
          </p:cNvPr>
          <p:cNvGrpSpPr/>
          <p:nvPr userDrawn="1"/>
        </p:nvGrpSpPr>
        <p:grpSpPr>
          <a:xfrm>
            <a:off x="5364364" y="3462200"/>
            <a:ext cx="498930" cy="489050"/>
            <a:chOff x="5364364" y="3462200"/>
            <a:chExt cx="498930" cy="489050"/>
          </a:xfrm>
        </p:grpSpPr>
        <p:sp>
          <p:nvSpPr>
            <p:cNvPr id="218" name="Rectangle 217">
              <a:extLst>
                <a:ext uri="{FF2B5EF4-FFF2-40B4-BE49-F238E27FC236}">
                  <a16:creationId xmlns:a16="http://schemas.microsoft.com/office/drawing/2014/main" id="{448E14FC-80FF-4A89-82D1-778FC43AB9C3}"/>
                </a:ext>
              </a:extLst>
            </p:cNvPr>
            <p:cNvSpPr/>
            <p:nvPr/>
          </p:nvSpPr>
          <p:spPr>
            <a:xfrm rot="1647142" flipH="1">
              <a:off x="5386491" y="3786580"/>
              <a:ext cx="352576" cy="5227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12"/>
            </a:p>
          </p:txBody>
        </p:sp>
        <p:sp>
          <p:nvSpPr>
            <p:cNvPr id="219" name="Rectangle 218">
              <a:extLst>
                <a:ext uri="{FF2B5EF4-FFF2-40B4-BE49-F238E27FC236}">
                  <a16:creationId xmlns:a16="http://schemas.microsoft.com/office/drawing/2014/main" id="{B9FFE776-8409-483E-B310-FB2A53212CD3}"/>
                </a:ext>
              </a:extLst>
            </p:cNvPr>
            <p:cNvSpPr/>
            <p:nvPr/>
          </p:nvSpPr>
          <p:spPr>
            <a:xfrm rot="1135437" flipH="1">
              <a:off x="5513232" y="3622657"/>
              <a:ext cx="291385" cy="5227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12"/>
            </a:p>
          </p:txBody>
        </p:sp>
        <p:sp>
          <p:nvSpPr>
            <p:cNvPr id="220" name="Rectangle 219">
              <a:extLst>
                <a:ext uri="{FF2B5EF4-FFF2-40B4-BE49-F238E27FC236}">
                  <a16:creationId xmlns:a16="http://schemas.microsoft.com/office/drawing/2014/main" id="{9B9AD4EB-40A5-434B-985D-4740BD69295C}"/>
                </a:ext>
              </a:extLst>
            </p:cNvPr>
            <p:cNvSpPr/>
            <p:nvPr/>
          </p:nvSpPr>
          <p:spPr>
            <a:xfrm rot="16520349" flipH="1">
              <a:off x="5722777" y="3765333"/>
              <a:ext cx="180928" cy="5227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12"/>
            </a:p>
          </p:txBody>
        </p:sp>
        <p:sp>
          <p:nvSpPr>
            <p:cNvPr id="223" name="Rectangle 222">
              <a:extLst>
                <a:ext uri="{FF2B5EF4-FFF2-40B4-BE49-F238E27FC236}">
                  <a16:creationId xmlns:a16="http://schemas.microsoft.com/office/drawing/2014/main" id="{BFEC511B-0342-408C-A14A-85898D71CA68}"/>
                </a:ext>
              </a:extLst>
            </p:cNvPr>
            <p:cNvSpPr/>
            <p:nvPr/>
          </p:nvSpPr>
          <p:spPr>
            <a:xfrm rot="15947938" flipH="1">
              <a:off x="5291047" y="3806366"/>
              <a:ext cx="240815" cy="5227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12"/>
            </a:p>
          </p:txBody>
        </p:sp>
        <p:sp>
          <p:nvSpPr>
            <p:cNvPr id="224" name="Rectangle 223">
              <a:extLst>
                <a:ext uri="{FF2B5EF4-FFF2-40B4-BE49-F238E27FC236}">
                  <a16:creationId xmlns:a16="http://schemas.microsoft.com/office/drawing/2014/main" id="{7DBC08C3-7BE7-41B6-8F5F-85988124F069}"/>
                </a:ext>
              </a:extLst>
            </p:cNvPr>
            <p:cNvSpPr/>
            <p:nvPr/>
          </p:nvSpPr>
          <p:spPr>
            <a:xfrm rot="21026068" flipH="1">
              <a:off x="5478288" y="3899232"/>
              <a:ext cx="240815" cy="5227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12"/>
            </a:p>
          </p:txBody>
        </p:sp>
        <p:sp>
          <p:nvSpPr>
            <p:cNvPr id="225" name="Rectangle 224">
              <a:extLst>
                <a:ext uri="{FF2B5EF4-FFF2-40B4-BE49-F238E27FC236}">
                  <a16:creationId xmlns:a16="http://schemas.microsoft.com/office/drawing/2014/main" id="{17EE6D95-83C2-4808-B96E-0C5FD0BACCB8}"/>
                </a:ext>
              </a:extLst>
            </p:cNvPr>
            <p:cNvSpPr/>
            <p:nvPr/>
          </p:nvSpPr>
          <p:spPr>
            <a:xfrm rot="18392602" flipH="1">
              <a:off x="5433140" y="3812315"/>
              <a:ext cx="264896" cy="5227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12"/>
            </a:p>
          </p:txBody>
        </p:sp>
        <p:sp>
          <p:nvSpPr>
            <p:cNvPr id="226" name="Rectangle 225">
              <a:extLst>
                <a:ext uri="{FF2B5EF4-FFF2-40B4-BE49-F238E27FC236}">
                  <a16:creationId xmlns:a16="http://schemas.microsoft.com/office/drawing/2014/main" id="{967D3F7C-D864-4F2F-A2F2-4DD3AD025C47}"/>
                </a:ext>
              </a:extLst>
            </p:cNvPr>
            <p:cNvSpPr/>
            <p:nvPr/>
          </p:nvSpPr>
          <p:spPr>
            <a:xfrm rot="271311" flipH="1">
              <a:off x="5405759" y="3701422"/>
              <a:ext cx="264896" cy="5227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12"/>
            </a:p>
          </p:txBody>
        </p:sp>
        <p:sp>
          <p:nvSpPr>
            <p:cNvPr id="227" name="Rectangle 226">
              <a:extLst>
                <a:ext uri="{FF2B5EF4-FFF2-40B4-BE49-F238E27FC236}">
                  <a16:creationId xmlns:a16="http://schemas.microsoft.com/office/drawing/2014/main" id="{BBFEDD6F-D5ED-4808-B34E-091D9BE141D1}"/>
                </a:ext>
              </a:extLst>
            </p:cNvPr>
            <p:cNvSpPr/>
            <p:nvPr/>
          </p:nvSpPr>
          <p:spPr>
            <a:xfrm rot="18677748" flipH="1">
              <a:off x="5379105" y="3628181"/>
              <a:ext cx="164479" cy="5227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12"/>
            </a:p>
          </p:txBody>
        </p:sp>
        <p:sp>
          <p:nvSpPr>
            <p:cNvPr id="228" name="Rectangle 227">
              <a:extLst>
                <a:ext uri="{FF2B5EF4-FFF2-40B4-BE49-F238E27FC236}">
                  <a16:creationId xmlns:a16="http://schemas.microsoft.com/office/drawing/2014/main" id="{B0AC774B-42BB-41B3-9396-5B75DC2A0BD2}"/>
                </a:ext>
              </a:extLst>
            </p:cNvPr>
            <p:cNvSpPr/>
            <p:nvPr/>
          </p:nvSpPr>
          <p:spPr>
            <a:xfrm rot="3392180" flipH="1">
              <a:off x="5602654" y="3785920"/>
              <a:ext cx="164479" cy="5227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12"/>
            </a:p>
          </p:txBody>
        </p:sp>
        <p:sp>
          <p:nvSpPr>
            <p:cNvPr id="229" name="Rectangle 228">
              <a:extLst>
                <a:ext uri="{FF2B5EF4-FFF2-40B4-BE49-F238E27FC236}">
                  <a16:creationId xmlns:a16="http://schemas.microsoft.com/office/drawing/2014/main" id="{79E7EABA-D197-4E3B-9214-1796529409CD}"/>
                </a:ext>
              </a:extLst>
            </p:cNvPr>
            <p:cNvSpPr/>
            <p:nvPr/>
          </p:nvSpPr>
          <p:spPr>
            <a:xfrm rot="20059611" flipH="1">
              <a:off x="5638363" y="3680908"/>
              <a:ext cx="164479" cy="5227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12"/>
            </a:p>
          </p:txBody>
        </p:sp>
        <p:sp>
          <p:nvSpPr>
            <p:cNvPr id="230" name="Rectangle 229">
              <a:extLst>
                <a:ext uri="{FF2B5EF4-FFF2-40B4-BE49-F238E27FC236}">
                  <a16:creationId xmlns:a16="http://schemas.microsoft.com/office/drawing/2014/main" id="{EE34F2C7-019A-48C0-8FFD-14560ADFFA60}"/>
                </a:ext>
              </a:extLst>
            </p:cNvPr>
            <p:cNvSpPr/>
            <p:nvPr/>
          </p:nvSpPr>
          <p:spPr>
            <a:xfrm rot="3461914" flipH="1">
              <a:off x="5481245" y="3640716"/>
              <a:ext cx="164479" cy="5227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12"/>
            </a:p>
          </p:txBody>
        </p:sp>
        <p:pic>
          <p:nvPicPr>
            <p:cNvPr id="231" name="Graphic 230" descr="User">
              <a:extLst>
                <a:ext uri="{FF2B5EF4-FFF2-40B4-BE49-F238E27FC236}">
                  <a16:creationId xmlns:a16="http://schemas.microsoft.com/office/drawing/2014/main" id="{9344BA46-180A-490A-A592-5CE5BB2E954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 flipH="1">
              <a:off x="5434518" y="3462200"/>
              <a:ext cx="174231" cy="174231"/>
            </a:xfrm>
            <a:prstGeom prst="rect">
              <a:avLst/>
            </a:prstGeom>
            <a:effectLst>
              <a:glow rad="12700">
                <a:schemeClr val="bg1"/>
              </a:glow>
            </a:effectLst>
          </p:spPr>
        </p:pic>
        <p:pic>
          <p:nvPicPr>
            <p:cNvPr id="232" name="Graphic 231" descr="User">
              <a:extLst>
                <a:ext uri="{FF2B5EF4-FFF2-40B4-BE49-F238E27FC236}">
                  <a16:creationId xmlns:a16="http://schemas.microsoft.com/office/drawing/2014/main" id="{88CB539D-8B09-4A33-9E53-646BBA2E05C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 flipH="1">
              <a:off x="5572050" y="3631029"/>
              <a:ext cx="114522" cy="114522"/>
            </a:xfrm>
            <a:prstGeom prst="rect">
              <a:avLst/>
            </a:prstGeom>
            <a:effectLst>
              <a:glow rad="12700">
                <a:schemeClr val="bg1"/>
              </a:glow>
            </a:effectLst>
          </p:spPr>
        </p:pic>
        <p:pic>
          <p:nvPicPr>
            <p:cNvPr id="233" name="Graphic 232" descr="User">
              <a:extLst>
                <a:ext uri="{FF2B5EF4-FFF2-40B4-BE49-F238E27FC236}">
                  <a16:creationId xmlns:a16="http://schemas.microsoft.com/office/drawing/2014/main" id="{691123CC-8743-4D75-893B-169B26E2422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 flipH="1">
              <a:off x="5674540" y="3755310"/>
              <a:ext cx="174231" cy="174231"/>
            </a:xfrm>
            <a:prstGeom prst="rect">
              <a:avLst/>
            </a:prstGeom>
            <a:effectLst>
              <a:glow rad="12700">
                <a:schemeClr val="bg1"/>
              </a:glow>
            </a:effectLst>
          </p:spPr>
        </p:pic>
        <p:pic>
          <p:nvPicPr>
            <p:cNvPr id="234" name="Graphic 233" descr="User">
              <a:extLst>
                <a:ext uri="{FF2B5EF4-FFF2-40B4-BE49-F238E27FC236}">
                  <a16:creationId xmlns:a16="http://schemas.microsoft.com/office/drawing/2014/main" id="{1EBE190B-2269-4152-939B-C287516112F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 flipH="1">
              <a:off x="5724595" y="3565309"/>
              <a:ext cx="138699" cy="138699"/>
            </a:xfrm>
            <a:prstGeom prst="rect">
              <a:avLst/>
            </a:prstGeom>
            <a:effectLst>
              <a:glow rad="12700">
                <a:schemeClr val="bg1"/>
              </a:glow>
            </a:effectLst>
          </p:spPr>
        </p:pic>
        <p:pic>
          <p:nvPicPr>
            <p:cNvPr id="235" name="Graphic 234" descr="User">
              <a:extLst>
                <a:ext uri="{FF2B5EF4-FFF2-40B4-BE49-F238E27FC236}">
                  <a16:creationId xmlns:a16="http://schemas.microsoft.com/office/drawing/2014/main" id="{D8FD14C8-5091-4D39-BB47-7E6F69195659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 flipH="1">
              <a:off x="5398709" y="3825298"/>
              <a:ext cx="125952" cy="125952"/>
            </a:xfrm>
            <a:prstGeom prst="rect">
              <a:avLst/>
            </a:prstGeom>
            <a:effectLst>
              <a:glow rad="12700">
                <a:schemeClr val="bg1"/>
              </a:glow>
            </a:effectLst>
          </p:spPr>
        </p:pic>
        <p:pic>
          <p:nvPicPr>
            <p:cNvPr id="236" name="Graphic 235" descr="User">
              <a:extLst>
                <a:ext uri="{FF2B5EF4-FFF2-40B4-BE49-F238E27FC236}">
                  <a16:creationId xmlns:a16="http://schemas.microsoft.com/office/drawing/2014/main" id="{E61E16C5-ED32-426A-B5D5-53FACCCE5E7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 flipH="1">
              <a:off x="5364364" y="3638695"/>
              <a:ext cx="76604" cy="76605"/>
            </a:xfrm>
            <a:prstGeom prst="rect">
              <a:avLst/>
            </a:prstGeom>
            <a:effectLst>
              <a:glow rad="12700">
                <a:schemeClr val="bg1"/>
              </a:glow>
            </a:effectLst>
          </p:spPr>
        </p:pic>
      </p:grpSp>
      <p:sp>
        <p:nvSpPr>
          <p:cNvPr id="216" name="Graphic 2" descr="Lock">
            <a:extLst>
              <a:ext uri="{FF2B5EF4-FFF2-40B4-BE49-F238E27FC236}">
                <a16:creationId xmlns:a16="http://schemas.microsoft.com/office/drawing/2014/main" id="{945F4730-AFBD-47CD-BCD9-FA691D9B7B4E}"/>
              </a:ext>
            </a:extLst>
          </p:cNvPr>
          <p:cNvSpPr/>
          <p:nvPr/>
        </p:nvSpPr>
        <p:spPr>
          <a:xfrm>
            <a:off x="5993303" y="3545899"/>
            <a:ext cx="280717" cy="369570"/>
          </a:xfrm>
          <a:custGeom>
            <a:avLst/>
            <a:gdLst>
              <a:gd name="connsiteX0" fmla="*/ 292894 w 542925"/>
              <a:gd name="connsiteY0" fmla="*/ 556736 h 704850"/>
              <a:gd name="connsiteX1" fmla="*/ 292894 w 542925"/>
              <a:gd name="connsiteY1" fmla="*/ 607219 h 704850"/>
              <a:gd name="connsiteX2" fmla="*/ 254794 w 542925"/>
              <a:gd name="connsiteY2" fmla="*/ 607219 h 704850"/>
              <a:gd name="connsiteX3" fmla="*/ 254794 w 542925"/>
              <a:gd name="connsiteY3" fmla="*/ 556736 h 704850"/>
              <a:gd name="connsiteX4" fmla="*/ 216694 w 542925"/>
              <a:gd name="connsiteY4" fmla="*/ 502444 h 704850"/>
              <a:gd name="connsiteX5" fmla="*/ 273844 w 542925"/>
              <a:gd name="connsiteY5" fmla="*/ 445294 h 704850"/>
              <a:gd name="connsiteX6" fmla="*/ 330994 w 542925"/>
              <a:gd name="connsiteY6" fmla="*/ 502444 h 704850"/>
              <a:gd name="connsiteX7" fmla="*/ 292894 w 542925"/>
              <a:gd name="connsiteY7" fmla="*/ 556736 h 704850"/>
              <a:gd name="connsiteX8" fmla="*/ 130969 w 542925"/>
              <a:gd name="connsiteY8" fmla="*/ 207169 h 704850"/>
              <a:gd name="connsiteX9" fmla="*/ 273844 w 542925"/>
              <a:gd name="connsiteY9" fmla="*/ 64294 h 704850"/>
              <a:gd name="connsiteX10" fmla="*/ 416719 w 542925"/>
              <a:gd name="connsiteY10" fmla="*/ 207169 h 704850"/>
              <a:gd name="connsiteX11" fmla="*/ 416719 w 542925"/>
              <a:gd name="connsiteY11" fmla="*/ 312896 h 704850"/>
              <a:gd name="connsiteX12" fmla="*/ 273844 w 542925"/>
              <a:gd name="connsiteY12" fmla="*/ 302419 h 704850"/>
              <a:gd name="connsiteX13" fmla="*/ 130969 w 542925"/>
              <a:gd name="connsiteY13" fmla="*/ 312896 h 704850"/>
              <a:gd name="connsiteX14" fmla="*/ 130969 w 542925"/>
              <a:gd name="connsiteY14" fmla="*/ 207169 h 704850"/>
              <a:gd name="connsiteX15" fmla="*/ 473869 w 542925"/>
              <a:gd name="connsiteY15" fmla="*/ 316706 h 704850"/>
              <a:gd name="connsiteX16" fmla="*/ 473869 w 542925"/>
              <a:gd name="connsiteY16" fmla="*/ 207169 h 704850"/>
              <a:gd name="connsiteX17" fmla="*/ 273844 w 542925"/>
              <a:gd name="connsiteY17" fmla="*/ 7144 h 704850"/>
              <a:gd name="connsiteX18" fmla="*/ 73819 w 542925"/>
              <a:gd name="connsiteY18" fmla="*/ 207169 h 704850"/>
              <a:gd name="connsiteX19" fmla="*/ 73819 w 542925"/>
              <a:gd name="connsiteY19" fmla="*/ 316706 h 704850"/>
              <a:gd name="connsiteX20" fmla="*/ 7144 w 542925"/>
              <a:gd name="connsiteY20" fmla="*/ 321469 h 704850"/>
              <a:gd name="connsiteX21" fmla="*/ 7144 w 542925"/>
              <a:gd name="connsiteY21" fmla="*/ 683419 h 704850"/>
              <a:gd name="connsiteX22" fmla="*/ 273844 w 542925"/>
              <a:gd name="connsiteY22" fmla="*/ 702469 h 704850"/>
              <a:gd name="connsiteX23" fmla="*/ 540544 w 542925"/>
              <a:gd name="connsiteY23" fmla="*/ 683419 h 704850"/>
              <a:gd name="connsiteX24" fmla="*/ 540544 w 542925"/>
              <a:gd name="connsiteY24" fmla="*/ 321469 h 704850"/>
              <a:gd name="connsiteX25" fmla="*/ 473869 w 542925"/>
              <a:gd name="connsiteY25" fmla="*/ 316706 h 704850"/>
              <a:gd name="connsiteX0" fmla="*/ 285750 w 533400"/>
              <a:gd name="connsiteY0" fmla="*/ 549592 h 695325"/>
              <a:gd name="connsiteX1" fmla="*/ 285750 w 533400"/>
              <a:gd name="connsiteY1" fmla="*/ 600075 h 695325"/>
              <a:gd name="connsiteX2" fmla="*/ 247650 w 533400"/>
              <a:gd name="connsiteY2" fmla="*/ 600075 h 695325"/>
              <a:gd name="connsiteX3" fmla="*/ 247650 w 533400"/>
              <a:gd name="connsiteY3" fmla="*/ 549592 h 695325"/>
              <a:gd name="connsiteX4" fmla="*/ 209550 w 533400"/>
              <a:gd name="connsiteY4" fmla="*/ 495300 h 695325"/>
              <a:gd name="connsiteX5" fmla="*/ 266700 w 533400"/>
              <a:gd name="connsiteY5" fmla="*/ 438150 h 695325"/>
              <a:gd name="connsiteX6" fmla="*/ 323850 w 533400"/>
              <a:gd name="connsiteY6" fmla="*/ 495300 h 695325"/>
              <a:gd name="connsiteX7" fmla="*/ 285750 w 533400"/>
              <a:gd name="connsiteY7" fmla="*/ 549592 h 695325"/>
              <a:gd name="connsiteX8" fmla="*/ 123825 w 533400"/>
              <a:gd name="connsiteY8" fmla="*/ 200025 h 695325"/>
              <a:gd name="connsiteX9" fmla="*/ 266700 w 533400"/>
              <a:gd name="connsiteY9" fmla="*/ 57150 h 695325"/>
              <a:gd name="connsiteX10" fmla="*/ 368187 w 533400"/>
              <a:gd name="connsiteY10" fmla="*/ 203474 h 695325"/>
              <a:gd name="connsiteX11" fmla="*/ 409575 w 533400"/>
              <a:gd name="connsiteY11" fmla="*/ 305752 h 695325"/>
              <a:gd name="connsiteX12" fmla="*/ 266700 w 533400"/>
              <a:gd name="connsiteY12" fmla="*/ 295275 h 695325"/>
              <a:gd name="connsiteX13" fmla="*/ 123825 w 533400"/>
              <a:gd name="connsiteY13" fmla="*/ 305752 h 695325"/>
              <a:gd name="connsiteX14" fmla="*/ 123825 w 533400"/>
              <a:gd name="connsiteY14" fmla="*/ 200025 h 695325"/>
              <a:gd name="connsiteX15" fmla="*/ 466725 w 533400"/>
              <a:gd name="connsiteY15" fmla="*/ 309562 h 695325"/>
              <a:gd name="connsiteX16" fmla="*/ 466725 w 533400"/>
              <a:gd name="connsiteY16" fmla="*/ 200025 h 695325"/>
              <a:gd name="connsiteX17" fmla="*/ 266700 w 533400"/>
              <a:gd name="connsiteY17" fmla="*/ 0 h 695325"/>
              <a:gd name="connsiteX18" fmla="*/ 66675 w 533400"/>
              <a:gd name="connsiteY18" fmla="*/ 200025 h 695325"/>
              <a:gd name="connsiteX19" fmla="*/ 66675 w 533400"/>
              <a:gd name="connsiteY19" fmla="*/ 309562 h 695325"/>
              <a:gd name="connsiteX20" fmla="*/ 0 w 533400"/>
              <a:gd name="connsiteY20" fmla="*/ 314325 h 695325"/>
              <a:gd name="connsiteX21" fmla="*/ 0 w 533400"/>
              <a:gd name="connsiteY21" fmla="*/ 676275 h 695325"/>
              <a:gd name="connsiteX22" fmla="*/ 266700 w 533400"/>
              <a:gd name="connsiteY22" fmla="*/ 695325 h 695325"/>
              <a:gd name="connsiteX23" fmla="*/ 533400 w 533400"/>
              <a:gd name="connsiteY23" fmla="*/ 676275 h 695325"/>
              <a:gd name="connsiteX24" fmla="*/ 533400 w 533400"/>
              <a:gd name="connsiteY24" fmla="*/ 314325 h 695325"/>
              <a:gd name="connsiteX25" fmla="*/ 466725 w 533400"/>
              <a:gd name="connsiteY25" fmla="*/ 309562 h 695325"/>
              <a:gd name="connsiteX0" fmla="*/ 285750 w 533400"/>
              <a:gd name="connsiteY0" fmla="*/ 549592 h 695325"/>
              <a:gd name="connsiteX1" fmla="*/ 285750 w 533400"/>
              <a:gd name="connsiteY1" fmla="*/ 600075 h 695325"/>
              <a:gd name="connsiteX2" fmla="*/ 247650 w 533400"/>
              <a:gd name="connsiteY2" fmla="*/ 600075 h 695325"/>
              <a:gd name="connsiteX3" fmla="*/ 247650 w 533400"/>
              <a:gd name="connsiteY3" fmla="*/ 549592 h 695325"/>
              <a:gd name="connsiteX4" fmla="*/ 209550 w 533400"/>
              <a:gd name="connsiteY4" fmla="*/ 495300 h 695325"/>
              <a:gd name="connsiteX5" fmla="*/ 266700 w 533400"/>
              <a:gd name="connsiteY5" fmla="*/ 438150 h 695325"/>
              <a:gd name="connsiteX6" fmla="*/ 323850 w 533400"/>
              <a:gd name="connsiteY6" fmla="*/ 495300 h 695325"/>
              <a:gd name="connsiteX7" fmla="*/ 285750 w 533400"/>
              <a:gd name="connsiteY7" fmla="*/ 549592 h 695325"/>
              <a:gd name="connsiteX8" fmla="*/ 165212 w 533400"/>
              <a:gd name="connsiteY8" fmla="*/ 201175 h 695325"/>
              <a:gd name="connsiteX9" fmla="*/ 266700 w 533400"/>
              <a:gd name="connsiteY9" fmla="*/ 57150 h 695325"/>
              <a:gd name="connsiteX10" fmla="*/ 368187 w 533400"/>
              <a:gd name="connsiteY10" fmla="*/ 203474 h 695325"/>
              <a:gd name="connsiteX11" fmla="*/ 409575 w 533400"/>
              <a:gd name="connsiteY11" fmla="*/ 305752 h 695325"/>
              <a:gd name="connsiteX12" fmla="*/ 266700 w 533400"/>
              <a:gd name="connsiteY12" fmla="*/ 295275 h 695325"/>
              <a:gd name="connsiteX13" fmla="*/ 123825 w 533400"/>
              <a:gd name="connsiteY13" fmla="*/ 305752 h 695325"/>
              <a:gd name="connsiteX14" fmla="*/ 165212 w 533400"/>
              <a:gd name="connsiteY14" fmla="*/ 201175 h 695325"/>
              <a:gd name="connsiteX15" fmla="*/ 466725 w 533400"/>
              <a:gd name="connsiteY15" fmla="*/ 309562 h 695325"/>
              <a:gd name="connsiteX16" fmla="*/ 466725 w 533400"/>
              <a:gd name="connsiteY16" fmla="*/ 200025 h 695325"/>
              <a:gd name="connsiteX17" fmla="*/ 266700 w 533400"/>
              <a:gd name="connsiteY17" fmla="*/ 0 h 695325"/>
              <a:gd name="connsiteX18" fmla="*/ 66675 w 533400"/>
              <a:gd name="connsiteY18" fmla="*/ 200025 h 695325"/>
              <a:gd name="connsiteX19" fmla="*/ 66675 w 533400"/>
              <a:gd name="connsiteY19" fmla="*/ 309562 h 695325"/>
              <a:gd name="connsiteX20" fmla="*/ 0 w 533400"/>
              <a:gd name="connsiteY20" fmla="*/ 314325 h 695325"/>
              <a:gd name="connsiteX21" fmla="*/ 0 w 533400"/>
              <a:gd name="connsiteY21" fmla="*/ 676275 h 695325"/>
              <a:gd name="connsiteX22" fmla="*/ 266700 w 533400"/>
              <a:gd name="connsiteY22" fmla="*/ 695325 h 695325"/>
              <a:gd name="connsiteX23" fmla="*/ 533400 w 533400"/>
              <a:gd name="connsiteY23" fmla="*/ 676275 h 695325"/>
              <a:gd name="connsiteX24" fmla="*/ 533400 w 533400"/>
              <a:gd name="connsiteY24" fmla="*/ 314325 h 695325"/>
              <a:gd name="connsiteX25" fmla="*/ 466725 w 533400"/>
              <a:gd name="connsiteY25" fmla="*/ 309562 h 695325"/>
              <a:gd name="connsiteX0" fmla="*/ 285750 w 533400"/>
              <a:gd name="connsiteY0" fmla="*/ 549592 h 695325"/>
              <a:gd name="connsiteX1" fmla="*/ 285750 w 533400"/>
              <a:gd name="connsiteY1" fmla="*/ 600075 h 695325"/>
              <a:gd name="connsiteX2" fmla="*/ 247650 w 533400"/>
              <a:gd name="connsiteY2" fmla="*/ 600075 h 695325"/>
              <a:gd name="connsiteX3" fmla="*/ 247650 w 533400"/>
              <a:gd name="connsiteY3" fmla="*/ 549592 h 695325"/>
              <a:gd name="connsiteX4" fmla="*/ 209550 w 533400"/>
              <a:gd name="connsiteY4" fmla="*/ 495300 h 695325"/>
              <a:gd name="connsiteX5" fmla="*/ 266700 w 533400"/>
              <a:gd name="connsiteY5" fmla="*/ 438150 h 695325"/>
              <a:gd name="connsiteX6" fmla="*/ 323850 w 533400"/>
              <a:gd name="connsiteY6" fmla="*/ 495300 h 695325"/>
              <a:gd name="connsiteX7" fmla="*/ 285750 w 533400"/>
              <a:gd name="connsiteY7" fmla="*/ 549592 h 695325"/>
              <a:gd name="connsiteX8" fmla="*/ 165212 w 533400"/>
              <a:gd name="connsiteY8" fmla="*/ 201175 h 695325"/>
              <a:gd name="connsiteX9" fmla="*/ 260952 w 533400"/>
              <a:gd name="connsiteY9" fmla="*/ 96238 h 695325"/>
              <a:gd name="connsiteX10" fmla="*/ 368187 w 533400"/>
              <a:gd name="connsiteY10" fmla="*/ 203474 h 695325"/>
              <a:gd name="connsiteX11" fmla="*/ 409575 w 533400"/>
              <a:gd name="connsiteY11" fmla="*/ 305752 h 695325"/>
              <a:gd name="connsiteX12" fmla="*/ 266700 w 533400"/>
              <a:gd name="connsiteY12" fmla="*/ 295275 h 695325"/>
              <a:gd name="connsiteX13" fmla="*/ 123825 w 533400"/>
              <a:gd name="connsiteY13" fmla="*/ 305752 h 695325"/>
              <a:gd name="connsiteX14" fmla="*/ 165212 w 533400"/>
              <a:gd name="connsiteY14" fmla="*/ 201175 h 695325"/>
              <a:gd name="connsiteX15" fmla="*/ 466725 w 533400"/>
              <a:gd name="connsiteY15" fmla="*/ 309562 h 695325"/>
              <a:gd name="connsiteX16" fmla="*/ 466725 w 533400"/>
              <a:gd name="connsiteY16" fmla="*/ 200025 h 695325"/>
              <a:gd name="connsiteX17" fmla="*/ 266700 w 533400"/>
              <a:gd name="connsiteY17" fmla="*/ 0 h 695325"/>
              <a:gd name="connsiteX18" fmla="*/ 66675 w 533400"/>
              <a:gd name="connsiteY18" fmla="*/ 200025 h 695325"/>
              <a:gd name="connsiteX19" fmla="*/ 66675 w 533400"/>
              <a:gd name="connsiteY19" fmla="*/ 309562 h 695325"/>
              <a:gd name="connsiteX20" fmla="*/ 0 w 533400"/>
              <a:gd name="connsiteY20" fmla="*/ 314325 h 695325"/>
              <a:gd name="connsiteX21" fmla="*/ 0 w 533400"/>
              <a:gd name="connsiteY21" fmla="*/ 676275 h 695325"/>
              <a:gd name="connsiteX22" fmla="*/ 266700 w 533400"/>
              <a:gd name="connsiteY22" fmla="*/ 695325 h 695325"/>
              <a:gd name="connsiteX23" fmla="*/ 533400 w 533400"/>
              <a:gd name="connsiteY23" fmla="*/ 676275 h 695325"/>
              <a:gd name="connsiteX24" fmla="*/ 533400 w 533400"/>
              <a:gd name="connsiteY24" fmla="*/ 314325 h 695325"/>
              <a:gd name="connsiteX25" fmla="*/ 466725 w 533400"/>
              <a:gd name="connsiteY25" fmla="*/ 309562 h 695325"/>
              <a:gd name="connsiteX0" fmla="*/ 285750 w 533400"/>
              <a:gd name="connsiteY0" fmla="*/ 549592 h 695325"/>
              <a:gd name="connsiteX1" fmla="*/ 285750 w 533400"/>
              <a:gd name="connsiteY1" fmla="*/ 600075 h 695325"/>
              <a:gd name="connsiteX2" fmla="*/ 247650 w 533400"/>
              <a:gd name="connsiteY2" fmla="*/ 600075 h 695325"/>
              <a:gd name="connsiteX3" fmla="*/ 247650 w 533400"/>
              <a:gd name="connsiteY3" fmla="*/ 549592 h 695325"/>
              <a:gd name="connsiteX4" fmla="*/ 209550 w 533400"/>
              <a:gd name="connsiteY4" fmla="*/ 495300 h 695325"/>
              <a:gd name="connsiteX5" fmla="*/ 266700 w 533400"/>
              <a:gd name="connsiteY5" fmla="*/ 438150 h 695325"/>
              <a:gd name="connsiteX6" fmla="*/ 323850 w 533400"/>
              <a:gd name="connsiteY6" fmla="*/ 495300 h 695325"/>
              <a:gd name="connsiteX7" fmla="*/ 285750 w 533400"/>
              <a:gd name="connsiteY7" fmla="*/ 549592 h 695325"/>
              <a:gd name="connsiteX8" fmla="*/ 165212 w 533400"/>
              <a:gd name="connsiteY8" fmla="*/ 201175 h 695325"/>
              <a:gd name="connsiteX9" fmla="*/ 260952 w 533400"/>
              <a:gd name="connsiteY9" fmla="*/ 96238 h 695325"/>
              <a:gd name="connsiteX10" fmla="*/ 368187 w 533400"/>
              <a:gd name="connsiteY10" fmla="*/ 203474 h 695325"/>
              <a:gd name="connsiteX11" fmla="*/ 409575 w 533400"/>
              <a:gd name="connsiteY11" fmla="*/ 305752 h 695325"/>
              <a:gd name="connsiteX12" fmla="*/ 266700 w 533400"/>
              <a:gd name="connsiteY12" fmla="*/ 295275 h 695325"/>
              <a:gd name="connsiteX13" fmla="*/ 164063 w 533400"/>
              <a:gd name="connsiteY13" fmla="*/ 303453 h 695325"/>
              <a:gd name="connsiteX14" fmla="*/ 165212 w 533400"/>
              <a:gd name="connsiteY14" fmla="*/ 201175 h 695325"/>
              <a:gd name="connsiteX15" fmla="*/ 466725 w 533400"/>
              <a:gd name="connsiteY15" fmla="*/ 309562 h 695325"/>
              <a:gd name="connsiteX16" fmla="*/ 466725 w 533400"/>
              <a:gd name="connsiteY16" fmla="*/ 200025 h 695325"/>
              <a:gd name="connsiteX17" fmla="*/ 266700 w 533400"/>
              <a:gd name="connsiteY17" fmla="*/ 0 h 695325"/>
              <a:gd name="connsiteX18" fmla="*/ 66675 w 533400"/>
              <a:gd name="connsiteY18" fmla="*/ 200025 h 695325"/>
              <a:gd name="connsiteX19" fmla="*/ 66675 w 533400"/>
              <a:gd name="connsiteY19" fmla="*/ 309562 h 695325"/>
              <a:gd name="connsiteX20" fmla="*/ 0 w 533400"/>
              <a:gd name="connsiteY20" fmla="*/ 314325 h 695325"/>
              <a:gd name="connsiteX21" fmla="*/ 0 w 533400"/>
              <a:gd name="connsiteY21" fmla="*/ 676275 h 695325"/>
              <a:gd name="connsiteX22" fmla="*/ 266700 w 533400"/>
              <a:gd name="connsiteY22" fmla="*/ 695325 h 695325"/>
              <a:gd name="connsiteX23" fmla="*/ 533400 w 533400"/>
              <a:gd name="connsiteY23" fmla="*/ 676275 h 695325"/>
              <a:gd name="connsiteX24" fmla="*/ 533400 w 533400"/>
              <a:gd name="connsiteY24" fmla="*/ 314325 h 695325"/>
              <a:gd name="connsiteX25" fmla="*/ 466725 w 533400"/>
              <a:gd name="connsiteY25" fmla="*/ 309562 h 695325"/>
              <a:gd name="connsiteX0" fmla="*/ 285750 w 533400"/>
              <a:gd name="connsiteY0" fmla="*/ 549592 h 695325"/>
              <a:gd name="connsiteX1" fmla="*/ 285750 w 533400"/>
              <a:gd name="connsiteY1" fmla="*/ 600075 h 695325"/>
              <a:gd name="connsiteX2" fmla="*/ 247650 w 533400"/>
              <a:gd name="connsiteY2" fmla="*/ 600075 h 695325"/>
              <a:gd name="connsiteX3" fmla="*/ 247650 w 533400"/>
              <a:gd name="connsiteY3" fmla="*/ 549592 h 695325"/>
              <a:gd name="connsiteX4" fmla="*/ 209550 w 533400"/>
              <a:gd name="connsiteY4" fmla="*/ 495300 h 695325"/>
              <a:gd name="connsiteX5" fmla="*/ 266700 w 533400"/>
              <a:gd name="connsiteY5" fmla="*/ 438150 h 695325"/>
              <a:gd name="connsiteX6" fmla="*/ 323850 w 533400"/>
              <a:gd name="connsiteY6" fmla="*/ 495300 h 695325"/>
              <a:gd name="connsiteX7" fmla="*/ 285750 w 533400"/>
              <a:gd name="connsiteY7" fmla="*/ 549592 h 695325"/>
              <a:gd name="connsiteX8" fmla="*/ 165212 w 533400"/>
              <a:gd name="connsiteY8" fmla="*/ 201175 h 695325"/>
              <a:gd name="connsiteX9" fmla="*/ 260952 w 533400"/>
              <a:gd name="connsiteY9" fmla="*/ 96238 h 695325"/>
              <a:gd name="connsiteX10" fmla="*/ 368187 w 533400"/>
              <a:gd name="connsiteY10" fmla="*/ 203474 h 695325"/>
              <a:gd name="connsiteX11" fmla="*/ 373936 w 533400"/>
              <a:gd name="connsiteY11" fmla="*/ 306902 h 695325"/>
              <a:gd name="connsiteX12" fmla="*/ 266700 w 533400"/>
              <a:gd name="connsiteY12" fmla="*/ 295275 h 695325"/>
              <a:gd name="connsiteX13" fmla="*/ 164063 w 533400"/>
              <a:gd name="connsiteY13" fmla="*/ 303453 h 695325"/>
              <a:gd name="connsiteX14" fmla="*/ 165212 w 533400"/>
              <a:gd name="connsiteY14" fmla="*/ 201175 h 695325"/>
              <a:gd name="connsiteX15" fmla="*/ 466725 w 533400"/>
              <a:gd name="connsiteY15" fmla="*/ 309562 h 695325"/>
              <a:gd name="connsiteX16" fmla="*/ 466725 w 533400"/>
              <a:gd name="connsiteY16" fmla="*/ 200025 h 695325"/>
              <a:gd name="connsiteX17" fmla="*/ 266700 w 533400"/>
              <a:gd name="connsiteY17" fmla="*/ 0 h 695325"/>
              <a:gd name="connsiteX18" fmla="*/ 66675 w 533400"/>
              <a:gd name="connsiteY18" fmla="*/ 200025 h 695325"/>
              <a:gd name="connsiteX19" fmla="*/ 66675 w 533400"/>
              <a:gd name="connsiteY19" fmla="*/ 309562 h 695325"/>
              <a:gd name="connsiteX20" fmla="*/ 0 w 533400"/>
              <a:gd name="connsiteY20" fmla="*/ 314325 h 695325"/>
              <a:gd name="connsiteX21" fmla="*/ 0 w 533400"/>
              <a:gd name="connsiteY21" fmla="*/ 676275 h 695325"/>
              <a:gd name="connsiteX22" fmla="*/ 266700 w 533400"/>
              <a:gd name="connsiteY22" fmla="*/ 695325 h 695325"/>
              <a:gd name="connsiteX23" fmla="*/ 533400 w 533400"/>
              <a:gd name="connsiteY23" fmla="*/ 676275 h 695325"/>
              <a:gd name="connsiteX24" fmla="*/ 533400 w 533400"/>
              <a:gd name="connsiteY24" fmla="*/ 314325 h 695325"/>
              <a:gd name="connsiteX25" fmla="*/ 466725 w 533400"/>
              <a:gd name="connsiteY25" fmla="*/ 309562 h 695325"/>
              <a:gd name="connsiteX0" fmla="*/ 285750 w 533400"/>
              <a:gd name="connsiteY0" fmla="*/ 549592 h 695325"/>
              <a:gd name="connsiteX1" fmla="*/ 285750 w 533400"/>
              <a:gd name="connsiteY1" fmla="*/ 600075 h 695325"/>
              <a:gd name="connsiteX2" fmla="*/ 247650 w 533400"/>
              <a:gd name="connsiteY2" fmla="*/ 600075 h 695325"/>
              <a:gd name="connsiteX3" fmla="*/ 247650 w 533400"/>
              <a:gd name="connsiteY3" fmla="*/ 549592 h 695325"/>
              <a:gd name="connsiteX4" fmla="*/ 209550 w 533400"/>
              <a:gd name="connsiteY4" fmla="*/ 495300 h 695325"/>
              <a:gd name="connsiteX5" fmla="*/ 266700 w 533400"/>
              <a:gd name="connsiteY5" fmla="*/ 438150 h 695325"/>
              <a:gd name="connsiteX6" fmla="*/ 323850 w 533400"/>
              <a:gd name="connsiteY6" fmla="*/ 495300 h 695325"/>
              <a:gd name="connsiteX7" fmla="*/ 285750 w 533400"/>
              <a:gd name="connsiteY7" fmla="*/ 549592 h 695325"/>
              <a:gd name="connsiteX8" fmla="*/ 165212 w 533400"/>
              <a:gd name="connsiteY8" fmla="*/ 201175 h 695325"/>
              <a:gd name="connsiteX9" fmla="*/ 260952 w 533400"/>
              <a:gd name="connsiteY9" fmla="*/ 96238 h 695325"/>
              <a:gd name="connsiteX10" fmla="*/ 368187 w 533400"/>
              <a:gd name="connsiteY10" fmla="*/ 203474 h 695325"/>
              <a:gd name="connsiteX11" fmla="*/ 371637 w 533400"/>
              <a:gd name="connsiteY11" fmla="*/ 305752 h 695325"/>
              <a:gd name="connsiteX12" fmla="*/ 266700 w 533400"/>
              <a:gd name="connsiteY12" fmla="*/ 295275 h 695325"/>
              <a:gd name="connsiteX13" fmla="*/ 164063 w 533400"/>
              <a:gd name="connsiteY13" fmla="*/ 303453 h 695325"/>
              <a:gd name="connsiteX14" fmla="*/ 165212 w 533400"/>
              <a:gd name="connsiteY14" fmla="*/ 201175 h 695325"/>
              <a:gd name="connsiteX15" fmla="*/ 466725 w 533400"/>
              <a:gd name="connsiteY15" fmla="*/ 309562 h 695325"/>
              <a:gd name="connsiteX16" fmla="*/ 466725 w 533400"/>
              <a:gd name="connsiteY16" fmla="*/ 200025 h 695325"/>
              <a:gd name="connsiteX17" fmla="*/ 266700 w 533400"/>
              <a:gd name="connsiteY17" fmla="*/ 0 h 695325"/>
              <a:gd name="connsiteX18" fmla="*/ 66675 w 533400"/>
              <a:gd name="connsiteY18" fmla="*/ 200025 h 695325"/>
              <a:gd name="connsiteX19" fmla="*/ 66675 w 533400"/>
              <a:gd name="connsiteY19" fmla="*/ 309562 h 695325"/>
              <a:gd name="connsiteX20" fmla="*/ 0 w 533400"/>
              <a:gd name="connsiteY20" fmla="*/ 314325 h 695325"/>
              <a:gd name="connsiteX21" fmla="*/ 0 w 533400"/>
              <a:gd name="connsiteY21" fmla="*/ 676275 h 695325"/>
              <a:gd name="connsiteX22" fmla="*/ 266700 w 533400"/>
              <a:gd name="connsiteY22" fmla="*/ 695325 h 695325"/>
              <a:gd name="connsiteX23" fmla="*/ 533400 w 533400"/>
              <a:gd name="connsiteY23" fmla="*/ 676275 h 695325"/>
              <a:gd name="connsiteX24" fmla="*/ 533400 w 533400"/>
              <a:gd name="connsiteY24" fmla="*/ 314325 h 695325"/>
              <a:gd name="connsiteX25" fmla="*/ 466725 w 533400"/>
              <a:gd name="connsiteY25" fmla="*/ 309562 h 695325"/>
              <a:gd name="connsiteX0" fmla="*/ 285750 w 533400"/>
              <a:gd name="connsiteY0" fmla="*/ 549592 h 695325"/>
              <a:gd name="connsiteX1" fmla="*/ 285750 w 533400"/>
              <a:gd name="connsiteY1" fmla="*/ 600075 h 695325"/>
              <a:gd name="connsiteX2" fmla="*/ 247650 w 533400"/>
              <a:gd name="connsiteY2" fmla="*/ 600075 h 695325"/>
              <a:gd name="connsiteX3" fmla="*/ 247650 w 533400"/>
              <a:gd name="connsiteY3" fmla="*/ 549592 h 695325"/>
              <a:gd name="connsiteX4" fmla="*/ 209550 w 533400"/>
              <a:gd name="connsiteY4" fmla="*/ 495300 h 695325"/>
              <a:gd name="connsiteX5" fmla="*/ 266700 w 533400"/>
              <a:gd name="connsiteY5" fmla="*/ 438150 h 695325"/>
              <a:gd name="connsiteX6" fmla="*/ 323850 w 533400"/>
              <a:gd name="connsiteY6" fmla="*/ 495300 h 695325"/>
              <a:gd name="connsiteX7" fmla="*/ 285750 w 533400"/>
              <a:gd name="connsiteY7" fmla="*/ 549592 h 695325"/>
              <a:gd name="connsiteX8" fmla="*/ 165212 w 533400"/>
              <a:gd name="connsiteY8" fmla="*/ 201175 h 695325"/>
              <a:gd name="connsiteX9" fmla="*/ 260952 w 533400"/>
              <a:gd name="connsiteY9" fmla="*/ 96238 h 695325"/>
              <a:gd name="connsiteX10" fmla="*/ 368187 w 533400"/>
              <a:gd name="connsiteY10" fmla="*/ 203474 h 695325"/>
              <a:gd name="connsiteX11" fmla="*/ 368188 w 533400"/>
              <a:gd name="connsiteY11" fmla="*/ 305752 h 695325"/>
              <a:gd name="connsiteX12" fmla="*/ 266700 w 533400"/>
              <a:gd name="connsiteY12" fmla="*/ 295275 h 695325"/>
              <a:gd name="connsiteX13" fmla="*/ 164063 w 533400"/>
              <a:gd name="connsiteY13" fmla="*/ 303453 h 695325"/>
              <a:gd name="connsiteX14" fmla="*/ 165212 w 533400"/>
              <a:gd name="connsiteY14" fmla="*/ 201175 h 695325"/>
              <a:gd name="connsiteX15" fmla="*/ 466725 w 533400"/>
              <a:gd name="connsiteY15" fmla="*/ 309562 h 695325"/>
              <a:gd name="connsiteX16" fmla="*/ 466725 w 533400"/>
              <a:gd name="connsiteY16" fmla="*/ 200025 h 695325"/>
              <a:gd name="connsiteX17" fmla="*/ 266700 w 533400"/>
              <a:gd name="connsiteY17" fmla="*/ 0 h 695325"/>
              <a:gd name="connsiteX18" fmla="*/ 66675 w 533400"/>
              <a:gd name="connsiteY18" fmla="*/ 200025 h 695325"/>
              <a:gd name="connsiteX19" fmla="*/ 66675 w 533400"/>
              <a:gd name="connsiteY19" fmla="*/ 309562 h 695325"/>
              <a:gd name="connsiteX20" fmla="*/ 0 w 533400"/>
              <a:gd name="connsiteY20" fmla="*/ 314325 h 695325"/>
              <a:gd name="connsiteX21" fmla="*/ 0 w 533400"/>
              <a:gd name="connsiteY21" fmla="*/ 676275 h 695325"/>
              <a:gd name="connsiteX22" fmla="*/ 266700 w 533400"/>
              <a:gd name="connsiteY22" fmla="*/ 695325 h 695325"/>
              <a:gd name="connsiteX23" fmla="*/ 533400 w 533400"/>
              <a:gd name="connsiteY23" fmla="*/ 676275 h 695325"/>
              <a:gd name="connsiteX24" fmla="*/ 533400 w 533400"/>
              <a:gd name="connsiteY24" fmla="*/ 314325 h 695325"/>
              <a:gd name="connsiteX25" fmla="*/ 466725 w 533400"/>
              <a:gd name="connsiteY25" fmla="*/ 309562 h 695325"/>
              <a:gd name="connsiteX0" fmla="*/ 285750 w 533400"/>
              <a:gd name="connsiteY0" fmla="*/ 549592 h 695325"/>
              <a:gd name="connsiteX1" fmla="*/ 285750 w 533400"/>
              <a:gd name="connsiteY1" fmla="*/ 600075 h 695325"/>
              <a:gd name="connsiteX2" fmla="*/ 247650 w 533400"/>
              <a:gd name="connsiteY2" fmla="*/ 549592 h 695325"/>
              <a:gd name="connsiteX3" fmla="*/ 209550 w 533400"/>
              <a:gd name="connsiteY3" fmla="*/ 495300 h 695325"/>
              <a:gd name="connsiteX4" fmla="*/ 266700 w 533400"/>
              <a:gd name="connsiteY4" fmla="*/ 438150 h 695325"/>
              <a:gd name="connsiteX5" fmla="*/ 323850 w 533400"/>
              <a:gd name="connsiteY5" fmla="*/ 495300 h 695325"/>
              <a:gd name="connsiteX6" fmla="*/ 285750 w 533400"/>
              <a:gd name="connsiteY6" fmla="*/ 549592 h 695325"/>
              <a:gd name="connsiteX7" fmla="*/ 165212 w 533400"/>
              <a:gd name="connsiteY7" fmla="*/ 201175 h 695325"/>
              <a:gd name="connsiteX8" fmla="*/ 260952 w 533400"/>
              <a:gd name="connsiteY8" fmla="*/ 96238 h 695325"/>
              <a:gd name="connsiteX9" fmla="*/ 368187 w 533400"/>
              <a:gd name="connsiteY9" fmla="*/ 203474 h 695325"/>
              <a:gd name="connsiteX10" fmla="*/ 368188 w 533400"/>
              <a:gd name="connsiteY10" fmla="*/ 305752 h 695325"/>
              <a:gd name="connsiteX11" fmla="*/ 266700 w 533400"/>
              <a:gd name="connsiteY11" fmla="*/ 295275 h 695325"/>
              <a:gd name="connsiteX12" fmla="*/ 164063 w 533400"/>
              <a:gd name="connsiteY12" fmla="*/ 303453 h 695325"/>
              <a:gd name="connsiteX13" fmla="*/ 165212 w 533400"/>
              <a:gd name="connsiteY13" fmla="*/ 201175 h 695325"/>
              <a:gd name="connsiteX14" fmla="*/ 466725 w 533400"/>
              <a:gd name="connsiteY14" fmla="*/ 309562 h 695325"/>
              <a:gd name="connsiteX15" fmla="*/ 466725 w 533400"/>
              <a:gd name="connsiteY15" fmla="*/ 200025 h 695325"/>
              <a:gd name="connsiteX16" fmla="*/ 266700 w 533400"/>
              <a:gd name="connsiteY16" fmla="*/ 0 h 695325"/>
              <a:gd name="connsiteX17" fmla="*/ 66675 w 533400"/>
              <a:gd name="connsiteY17" fmla="*/ 200025 h 695325"/>
              <a:gd name="connsiteX18" fmla="*/ 66675 w 533400"/>
              <a:gd name="connsiteY18" fmla="*/ 309562 h 695325"/>
              <a:gd name="connsiteX19" fmla="*/ 0 w 533400"/>
              <a:gd name="connsiteY19" fmla="*/ 314325 h 695325"/>
              <a:gd name="connsiteX20" fmla="*/ 0 w 533400"/>
              <a:gd name="connsiteY20" fmla="*/ 676275 h 695325"/>
              <a:gd name="connsiteX21" fmla="*/ 266700 w 533400"/>
              <a:gd name="connsiteY21" fmla="*/ 695325 h 695325"/>
              <a:gd name="connsiteX22" fmla="*/ 533400 w 533400"/>
              <a:gd name="connsiteY22" fmla="*/ 676275 h 695325"/>
              <a:gd name="connsiteX23" fmla="*/ 533400 w 533400"/>
              <a:gd name="connsiteY23" fmla="*/ 314325 h 695325"/>
              <a:gd name="connsiteX24" fmla="*/ 466725 w 533400"/>
              <a:gd name="connsiteY24" fmla="*/ 309562 h 695325"/>
              <a:gd name="connsiteX0" fmla="*/ 285750 w 533400"/>
              <a:gd name="connsiteY0" fmla="*/ 549592 h 695325"/>
              <a:gd name="connsiteX1" fmla="*/ 285750 w 533400"/>
              <a:gd name="connsiteY1" fmla="*/ 600075 h 695325"/>
              <a:gd name="connsiteX2" fmla="*/ 209550 w 533400"/>
              <a:gd name="connsiteY2" fmla="*/ 495300 h 695325"/>
              <a:gd name="connsiteX3" fmla="*/ 266700 w 533400"/>
              <a:gd name="connsiteY3" fmla="*/ 438150 h 695325"/>
              <a:gd name="connsiteX4" fmla="*/ 323850 w 533400"/>
              <a:gd name="connsiteY4" fmla="*/ 495300 h 695325"/>
              <a:gd name="connsiteX5" fmla="*/ 285750 w 533400"/>
              <a:gd name="connsiteY5" fmla="*/ 549592 h 695325"/>
              <a:gd name="connsiteX6" fmla="*/ 165212 w 533400"/>
              <a:gd name="connsiteY6" fmla="*/ 201175 h 695325"/>
              <a:gd name="connsiteX7" fmla="*/ 260952 w 533400"/>
              <a:gd name="connsiteY7" fmla="*/ 96238 h 695325"/>
              <a:gd name="connsiteX8" fmla="*/ 368187 w 533400"/>
              <a:gd name="connsiteY8" fmla="*/ 203474 h 695325"/>
              <a:gd name="connsiteX9" fmla="*/ 368188 w 533400"/>
              <a:gd name="connsiteY9" fmla="*/ 305752 h 695325"/>
              <a:gd name="connsiteX10" fmla="*/ 266700 w 533400"/>
              <a:gd name="connsiteY10" fmla="*/ 295275 h 695325"/>
              <a:gd name="connsiteX11" fmla="*/ 164063 w 533400"/>
              <a:gd name="connsiteY11" fmla="*/ 303453 h 695325"/>
              <a:gd name="connsiteX12" fmla="*/ 165212 w 533400"/>
              <a:gd name="connsiteY12" fmla="*/ 201175 h 695325"/>
              <a:gd name="connsiteX13" fmla="*/ 466725 w 533400"/>
              <a:gd name="connsiteY13" fmla="*/ 309562 h 695325"/>
              <a:gd name="connsiteX14" fmla="*/ 466725 w 533400"/>
              <a:gd name="connsiteY14" fmla="*/ 200025 h 695325"/>
              <a:gd name="connsiteX15" fmla="*/ 266700 w 533400"/>
              <a:gd name="connsiteY15" fmla="*/ 0 h 695325"/>
              <a:gd name="connsiteX16" fmla="*/ 66675 w 533400"/>
              <a:gd name="connsiteY16" fmla="*/ 200025 h 695325"/>
              <a:gd name="connsiteX17" fmla="*/ 66675 w 533400"/>
              <a:gd name="connsiteY17" fmla="*/ 309562 h 695325"/>
              <a:gd name="connsiteX18" fmla="*/ 0 w 533400"/>
              <a:gd name="connsiteY18" fmla="*/ 314325 h 695325"/>
              <a:gd name="connsiteX19" fmla="*/ 0 w 533400"/>
              <a:gd name="connsiteY19" fmla="*/ 676275 h 695325"/>
              <a:gd name="connsiteX20" fmla="*/ 266700 w 533400"/>
              <a:gd name="connsiteY20" fmla="*/ 695325 h 695325"/>
              <a:gd name="connsiteX21" fmla="*/ 533400 w 533400"/>
              <a:gd name="connsiteY21" fmla="*/ 676275 h 695325"/>
              <a:gd name="connsiteX22" fmla="*/ 533400 w 533400"/>
              <a:gd name="connsiteY22" fmla="*/ 314325 h 695325"/>
              <a:gd name="connsiteX23" fmla="*/ 466725 w 533400"/>
              <a:gd name="connsiteY23" fmla="*/ 309562 h 695325"/>
              <a:gd name="connsiteX0" fmla="*/ 285750 w 533400"/>
              <a:gd name="connsiteY0" fmla="*/ 549592 h 695325"/>
              <a:gd name="connsiteX1" fmla="*/ 285750 w 533400"/>
              <a:gd name="connsiteY1" fmla="*/ 600075 h 695325"/>
              <a:gd name="connsiteX2" fmla="*/ 266700 w 533400"/>
              <a:gd name="connsiteY2" fmla="*/ 438150 h 695325"/>
              <a:gd name="connsiteX3" fmla="*/ 323850 w 533400"/>
              <a:gd name="connsiteY3" fmla="*/ 495300 h 695325"/>
              <a:gd name="connsiteX4" fmla="*/ 285750 w 533400"/>
              <a:gd name="connsiteY4" fmla="*/ 549592 h 695325"/>
              <a:gd name="connsiteX5" fmla="*/ 165212 w 533400"/>
              <a:gd name="connsiteY5" fmla="*/ 201175 h 695325"/>
              <a:gd name="connsiteX6" fmla="*/ 260952 w 533400"/>
              <a:gd name="connsiteY6" fmla="*/ 96238 h 695325"/>
              <a:gd name="connsiteX7" fmla="*/ 368187 w 533400"/>
              <a:gd name="connsiteY7" fmla="*/ 203474 h 695325"/>
              <a:gd name="connsiteX8" fmla="*/ 368188 w 533400"/>
              <a:gd name="connsiteY8" fmla="*/ 305752 h 695325"/>
              <a:gd name="connsiteX9" fmla="*/ 266700 w 533400"/>
              <a:gd name="connsiteY9" fmla="*/ 295275 h 695325"/>
              <a:gd name="connsiteX10" fmla="*/ 164063 w 533400"/>
              <a:gd name="connsiteY10" fmla="*/ 303453 h 695325"/>
              <a:gd name="connsiteX11" fmla="*/ 165212 w 533400"/>
              <a:gd name="connsiteY11" fmla="*/ 201175 h 695325"/>
              <a:gd name="connsiteX12" fmla="*/ 466725 w 533400"/>
              <a:gd name="connsiteY12" fmla="*/ 309562 h 695325"/>
              <a:gd name="connsiteX13" fmla="*/ 466725 w 533400"/>
              <a:gd name="connsiteY13" fmla="*/ 200025 h 695325"/>
              <a:gd name="connsiteX14" fmla="*/ 266700 w 533400"/>
              <a:gd name="connsiteY14" fmla="*/ 0 h 695325"/>
              <a:gd name="connsiteX15" fmla="*/ 66675 w 533400"/>
              <a:gd name="connsiteY15" fmla="*/ 200025 h 695325"/>
              <a:gd name="connsiteX16" fmla="*/ 66675 w 533400"/>
              <a:gd name="connsiteY16" fmla="*/ 309562 h 695325"/>
              <a:gd name="connsiteX17" fmla="*/ 0 w 533400"/>
              <a:gd name="connsiteY17" fmla="*/ 314325 h 695325"/>
              <a:gd name="connsiteX18" fmla="*/ 0 w 533400"/>
              <a:gd name="connsiteY18" fmla="*/ 676275 h 695325"/>
              <a:gd name="connsiteX19" fmla="*/ 266700 w 533400"/>
              <a:gd name="connsiteY19" fmla="*/ 695325 h 695325"/>
              <a:gd name="connsiteX20" fmla="*/ 533400 w 533400"/>
              <a:gd name="connsiteY20" fmla="*/ 676275 h 695325"/>
              <a:gd name="connsiteX21" fmla="*/ 533400 w 533400"/>
              <a:gd name="connsiteY21" fmla="*/ 314325 h 695325"/>
              <a:gd name="connsiteX22" fmla="*/ 466725 w 533400"/>
              <a:gd name="connsiteY22" fmla="*/ 309562 h 695325"/>
              <a:gd name="connsiteX0" fmla="*/ 285750 w 533400"/>
              <a:gd name="connsiteY0" fmla="*/ 549592 h 695325"/>
              <a:gd name="connsiteX1" fmla="*/ 285750 w 533400"/>
              <a:gd name="connsiteY1" fmla="*/ 600075 h 695325"/>
              <a:gd name="connsiteX2" fmla="*/ 323850 w 533400"/>
              <a:gd name="connsiteY2" fmla="*/ 495300 h 695325"/>
              <a:gd name="connsiteX3" fmla="*/ 285750 w 533400"/>
              <a:gd name="connsiteY3" fmla="*/ 549592 h 695325"/>
              <a:gd name="connsiteX4" fmla="*/ 165212 w 533400"/>
              <a:gd name="connsiteY4" fmla="*/ 201175 h 695325"/>
              <a:gd name="connsiteX5" fmla="*/ 260952 w 533400"/>
              <a:gd name="connsiteY5" fmla="*/ 96238 h 695325"/>
              <a:gd name="connsiteX6" fmla="*/ 368187 w 533400"/>
              <a:gd name="connsiteY6" fmla="*/ 203474 h 695325"/>
              <a:gd name="connsiteX7" fmla="*/ 368188 w 533400"/>
              <a:gd name="connsiteY7" fmla="*/ 305752 h 695325"/>
              <a:gd name="connsiteX8" fmla="*/ 266700 w 533400"/>
              <a:gd name="connsiteY8" fmla="*/ 295275 h 695325"/>
              <a:gd name="connsiteX9" fmla="*/ 164063 w 533400"/>
              <a:gd name="connsiteY9" fmla="*/ 303453 h 695325"/>
              <a:gd name="connsiteX10" fmla="*/ 165212 w 533400"/>
              <a:gd name="connsiteY10" fmla="*/ 201175 h 695325"/>
              <a:gd name="connsiteX11" fmla="*/ 466725 w 533400"/>
              <a:gd name="connsiteY11" fmla="*/ 309562 h 695325"/>
              <a:gd name="connsiteX12" fmla="*/ 466725 w 533400"/>
              <a:gd name="connsiteY12" fmla="*/ 200025 h 695325"/>
              <a:gd name="connsiteX13" fmla="*/ 266700 w 533400"/>
              <a:gd name="connsiteY13" fmla="*/ 0 h 695325"/>
              <a:gd name="connsiteX14" fmla="*/ 66675 w 533400"/>
              <a:gd name="connsiteY14" fmla="*/ 200025 h 695325"/>
              <a:gd name="connsiteX15" fmla="*/ 66675 w 533400"/>
              <a:gd name="connsiteY15" fmla="*/ 309562 h 695325"/>
              <a:gd name="connsiteX16" fmla="*/ 0 w 533400"/>
              <a:gd name="connsiteY16" fmla="*/ 314325 h 695325"/>
              <a:gd name="connsiteX17" fmla="*/ 0 w 533400"/>
              <a:gd name="connsiteY17" fmla="*/ 676275 h 695325"/>
              <a:gd name="connsiteX18" fmla="*/ 266700 w 533400"/>
              <a:gd name="connsiteY18" fmla="*/ 695325 h 695325"/>
              <a:gd name="connsiteX19" fmla="*/ 533400 w 533400"/>
              <a:gd name="connsiteY19" fmla="*/ 676275 h 695325"/>
              <a:gd name="connsiteX20" fmla="*/ 533400 w 533400"/>
              <a:gd name="connsiteY20" fmla="*/ 314325 h 695325"/>
              <a:gd name="connsiteX21" fmla="*/ 466725 w 533400"/>
              <a:gd name="connsiteY21" fmla="*/ 309562 h 695325"/>
              <a:gd name="connsiteX0" fmla="*/ 323850 w 533400"/>
              <a:gd name="connsiteY0" fmla="*/ 495300 h 695325"/>
              <a:gd name="connsiteX1" fmla="*/ 285750 w 533400"/>
              <a:gd name="connsiteY1" fmla="*/ 600075 h 695325"/>
              <a:gd name="connsiteX2" fmla="*/ 323850 w 533400"/>
              <a:gd name="connsiteY2" fmla="*/ 495300 h 695325"/>
              <a:gd name="connsiteX3" fmla="*/ 165212 w 533400"/>
              <a:gd name="connsiteY3" fmla="*/ 201175 h 695325"/>
              <a:gd name="connsiteX4" fmla="*/ 260952 w 533400"/>
              <a:gd name="connsiteY4" fmla="*/ 96238 h 695325"/>
              <a:gd name="connsiteX5" fmla="*/ 368187 w 533400"/>
              <a:gd name="connsiteY5" fmla="*/ 203474 h 695325"/>
              <a:gd name="connsiteX6" fmla="*/ 368188 w 533400"/>
              <a:gd name="connsiteY6" fmla="*/ 305752 h 695325"/>
              <a:gd name="connsiteX7" fmla="*/ 266700 w 533400"/>
              <a:gd name="connsiteY7" fmla="*/ 295275 h 695325"/>
              <a:gd name="connsiteX8" fmla="*/ 164063 w 533400"/>
              <a:gd name="connsiteY8" fmla="*/ 303453 h 695325"/>
              <a:gd name="connsiteX9" fmla="*/ 165212 w 533400"/>
              <a:gd name="connsiteY9" fmla="*/ 201175 h 695325"/>
              <a:gd name="connsiteX10" fmla="*/ 466725 w 533400"/>
              <a:gd name="connsiteY10" fmla="*/ 309562 h 695325"/>
              <a:gd name="connsiteX11" fmla="*/ 466725 w 533400"/>
              <a:gd name="connsiteY11" fmla="*/ 200025 h 695325"/>
              <a:gd name="connsiteX12" fmla="*/ 266700 w 533400"/>
              <a:gd name="connsiteY12" fmla="*/ 0 h 695325"/>
              <a:gd name="connsiteX13" fmla="*/ 66675 w 533400"/>
              <a:gd name="connsiteY13" fmla="*/ 200025 h 695325"/>
              <a:gd name="connsiteX14" fmla="*/ 66675 w 533400"/>
              <a:gd name="connsiteY14" fmla="*/ 309562 h 695325"/>
              <a:gd name="connsiteX15" fmla="*/ 0 w 533400"/>
              <a:gd name="connsiteY15" fmla="*/ 314325 h 695325"/>
              <a:gd name="connsiteX16" fmla="*/ 0 w 533400"/>
              <a:gd name="connsiteY16" fmla="*/ 676275 h 695325"/>
              <a:gd name="connsiteX17" fmla="*/ 266700 w 533400"/>
              <a:gd name="connsiteY17" fmla="*/ 695325 h 695325"/>
              <a:gd name="connsiteX18" fmla="*/ 533400 w 533400"/>
              <a:gd name="connsiteY18" fmla="*/ 676275 h 695325"/>
              <a:gd name="connsiteX19" fmla="*/ 533400 w 533400"/>
              <a:gd name="connsiteY19" fmla="*/ 314325 h 695325"/>
              <a:gd name="connsiteX20" fmla="*/ 466725 w 533400"/>
              <a:gd name="connsiteY20" fmla="*/ 309562 h 695325"/>
              <a:gd name="connsiteX0" fmla="*/ 165212 w 533400"/>
              <a:gd name="connsiteY0" fmla="*/ 201175 h 695325"/>
              <a:gd name="connsiteX1" fmla="*/ 260952 w 533400"/>
              <a:gd name="connsiteY1" fmla="*/ 96238 h 695325"/>
              <a:gd name="connsiteX2" fmla="*/ 368187 w 533400"/>
              <a:gd name="connsiteY2" fmla="*/ 203474 h 695325"/>
              <a:gd name="connsiteX3" fmla="*/ 368188 w 533400"/>
              <a:gd name="connsiteY3" fmla="*/ 305752 h 695325"/>
              <a:gd name="connsiteX4" fmla="*/ 266700 w 533400"/>
              <a:gd name="connsiteY4" fmla="*/ 295275 h 695325"/>
              <a:gd name="connsiteX5" fmla="*/ 164063 w 533400"/>
              <a:gd name="connsiteY5" fmla="*/ 303453 h 695325"/>
              <a:gd name="connsiteX6" fmla="*/ 165212 w 533400"/>
              <a:gd name="connsiteY6" fmla="*/ 201175 h 695325"/>
              <a:gd name="connsiteX7" fmla="*/ 466725 w 533400"/>
              <a:gd name="connsiteY7" fmla="*/ 309562 h 695325"/>
              <a:gd name="connsiteX8" fmla="*/ 466725 w 533400"/>
              <a:gd name="connsiteY8" fmla="*/ 200025 h 695325"/>
              <a:gd name="connsiteX9" fmla="*/ 266700 w 533400"/>
              <a:gd name="connsiteY9" fmla="*/ 0 h 695325"/>
              <a:gd name="connsiteX10" fmla="*/ 66675 w 533400"/>
              <a:gd name="connsiteY10" fmla="*/ 200025 h 695325"/>
              <a:gd name="connsiteX11" fmla="*/ 66675 w 533400"/>
              <a:gd name="connsiteY11" fmla="*/ 309562 h 695325"/>
              <a:gd name="connsiteX12" fmla="*/ 0 w 533400"/>
              <a:gd name="connsiteY12" fmla="*/ 314325 h 695325"/>
              <a:gd name="connsiteX13" fmla="*/ 0 w 533400"/>
              <a:gd name="connsiteY13" fmla="*/ 676275 h 695325"/>
              <a:gd name="connsiteX14" fmla="*/ 266700 w 533400"/>
              <a:gd name="connsiteY14" fmla="*/ 695325 h 695325"/>
              <a:gd name="connsiteX15" fmla="*/ 533400 w 533400"/>
              <a:gd name="connsiteY15" fmla="*/ 676275 h 695325"/>
              <a:gd name="connsiteX16" fmla="*/ 533400 w 533400"/>
              <a:gd name="connsiteY16" fmla="*/ 314325 h 695325"/>
              <a:gd name="connsiteX17" fmla="*/ 466725 w 533400"/>
              <a:gd name="connsiteY17" fmla="*/ 309562 h 695325"/>
              <a:gd name="connsiteX0" fmla="*/ 165212 w 533400"/>
              <a:gd name="connsiteY0" fmla="*/ 201175 h 695325"/>
              <a:gd name="connsiteX1" fmla="*/ 260952 w 533400"/>
              <a:gd name="connsiteY1" fmla="*/ 96238 h 695325"/>
              <a:gd name="connsiteX2" fmla="*/ 368187 w 533400"/>
              <a:gd name="connsiteY2" fmla="*/ 203474 h 695325"/>
              <a:gd name="connsiteX3" fmla="*/ 368188 w 533400"/>
              <a:gd name="connsiteY3" fmla="*/ 305752 h 695325"/>
              <a:gd name="connsiteX4" fmla="*/ 266700 w 533400"/>
              <a:gd name="connsiteY4" fmla="*/ 295275 h 695325"/>
              <a:gd name="connsiteX5" fmla="*/ 164063 w 533400"/>
              <a:gd name="connsiteY5" fmla="*/ 303453 h 695325"/>
              <a:gd name="connsiteX6" fmla="*/ 165212 w 533400"/>
              <a:gd name="connsiteY6" fmla="*/ 201175 h 695325"/>
              <a:gd name="connsiteX7" fmla="*/ 466725 w 533400"/>
              <a:gd name="connsiteY7" fmla="*/ 309562 h 695325"/>
              <a:gd name="connsiteX8" fmla="*/ 466725 w 533400"/>
              <a:gd name="connsiteY8" fmla="*/ 200025 h 695325"/>
              <a:gd name="connsiteX9" fmla="*/ 266700 w 533400"/>
              <a:gd name="connsiteY9" fmla="*/ 0 h 695325"/>
              <a:gd name="connsiteX10" fmla="*/ 66675 w 533400"/>
              <a:gd name="connsiteY10" fmla="*/ 200025 h 695325"/>
              <a:gd name="connsiteX11" fmla="*/ 66675 w 533400"/>
              <a:gd name="connsiteY11" fmla="*/ 309562 h 695325"/>
              <a:gd name="connsiteX12" fmla="*/ 0 w 533400"/>
              <a:gd name="connsiteY12" fmla="*/ 314325 h 695325"/>
              <a:gd name="connsiteX13" fmla="*/ 0 w 533400"/>
              <a:gd name="connsiteY13" fmla="*/ 676275 h 695325"/>
              <a:gd name="connsiteX14" fmla="*/ 266700 w 533400"/>
              <a:gd name="connsiteY14" fmla="*/ 695325 h 695325"/>
              <a:gd name="connsiteX15" fmla="*/ 533400 w 533400"/>
              <a:gd name="connsiteY15" fmla="*/ 676275 h 695325"/>
              <a:gd name="connsiteX16" fmla="*/ 533400 w 533400"/>
              <a:gd name="connsiteY16" fmla="*/ 314325 h 695325"/>
              <a:gd name="connsiteX17" fmla="*/ 466725 w 533400"/>
              <a:gd name="connsiteY17" fmla="*/ 309562 h 695325"/>
              <a:gd name="connsiteX0" fmla="*/ 165212 w 533400"/>
              <a:gd name="connsiteY0" fmla="*/ 201175 h 676276"/>
              <a:gd name="connsiteX1" fmla="*/ 260952 w 533400"/>
              <a:gd name="connsiteY1" fmla="*/ 96238 h 676276"/>
              <a:gd name="connsiteX2" fmla="*/ 368187 w 533400"/>
              <a:gd name="connsiteY2" fmla="*/ 203474 h 676276"/>
              <a:gd name="connsiteX3" fmla="*/ 368188 w 533400"/>
              <a:gd name="connsiteY3" fmla="*/ 305752 h 676276"/>
              <a:gd name="connsiteX4" fmla="*/ 266700 w 533400"/>
              <a:gd name="connsiteY4" fmla="*/ 295275 h 676276"/>
              <a:gd name="connsiteX5" fmla="*/ 164063 w 533400"/>
              <a:gd name="connsiteY5" fmla="*/ 303453 h 676276"/>
              <a:gd name="connsiteX6" fmla="*/ 165212 w 533400"/>
              <a:gd name="connsiteY6" fmla="*/ 201175 h 676276"/>
              <a:gd name="connsiteX7" fmla="*/ 466725 w 533400"/>
              <a:gd name="connsiteY7" fmla="*/ 309562 h 676276"/>
              <a:gd name="connsiteX8" fmla="*/ 466725 w 533400"/>
              <a:gd name="connsiteY8" fmla="*/ 200025 h 676276"/>
              <a:gd name="connsiteX9" fmla="*/ 266700 w 533400"/>
              <a:gd name="connsiteY9" fmla="*/ 0 h 676276"/>
              <a:gd name="connsiteX10" fmla="*/ 66675 w 533400"/>
              <a:gd name="connsiteY10" fmla="*/ 200025 h 676276"/>
              <a:gd name="connsiteX11" fmla="*/ 66675 w 533400"/>
              <a:gd name="connsiteY11" fmla="*/ 309562 h 676276"/>
              <a:gd name="connsiteX12" fmla="*/ 0 w 533400"/>
              <a:gd name="connsiteY12" fmla="*/ 314325 h 676276"/>
              <a:gd name="connsiteX13" fmla="*/ 0 w 533400"/>
              <a:gd name="connsiteY13" fmla="*/ 676275 h 676276"/>
              <a:gd name="connsiteX14" fmla="*/ 533400 w 533400"/>
              <a:gd name="connsiteY14" fmla="*/ 676275 h 676276"/>
              <a:gd name="connsiteX15" fmla="*/ 533400 w 533400"/>
              <a:gd name="connsiteY15" fmla="*/ 314325 h 676276"/>
              <a:gd name="connsiteX16" fmla="*/ 466725 w 533400"/>
              <a:gd name="connsiteY16" fmla="*/ 309562 h 676276"/>
              <a:gd name="connsiteX0" fmla="*/ 165212 w 533400"/>
              <a:gd name="connsiteY0" fmla="*/ 201175 h 676274"/>
              <a:gd name="connsiteX1" fmla="*/ 260952 w 533400"/>
              <a:gd name="connsiteY1" fmla="*/ 96238 h 676274"/>
              <a:gd name="connsiteX2" fmla="*/ 368187 w 533400"/>
              <a:gd name="connsiteY2" fmla="*/ 203474 h 676274"/>
              <a:gd name="connsiteX3" fmla="*/ 368188 w 533400"/>
              <a:gd name="connsiteY3" fmla="*/ 305752 h 676274"/>
              <a:gd name="connsiteX4" fmla="*/ 164063 w 533400"/>
              <a:gd name="connsiteY4" fmla="*/ 303453 h 676274"/>
              <a:gd name="connsiteX5" fmla="*/ 165212 w 533400"/>
              <a:gd name="connsiteY5" fmla="*/ 201175 h 676274"/>
              <a:gd name="connsiteX6" fmla="*/ 466725 w 533400"/>
              <a:gd name="connsiteY6" fmla="*/ 309562 h 676274"/>
              <a:gd name="connsiteX7" fmla="*/ 466725 w 533400"/>
              <a:gd name="connsiteY7" fmla="*/ 200025 h 676274"/>
              <a:gd name="connsiteX8" fmla="*/ 266700 w 533400"/>
              <a:gd name="connsiteY8" fmla="*/ 0 h 676274"/>
              <a:gd name="connsiteX9" fmla="*/ 66675 w 533400"/>
              <a:gd name="connsiteY9" fmla="*/ 200025 h 676274"/>
              <a:gd name="connsiteX10" fmla="*/ 66675 w 533400"/>
              <a:gd name="connsiteY10" fmla="*/ 309562 h 676274"/>
              <a:gd name="connsiteX11" fmla="*/ 0 w 533400"/>
              <a:gd name="connsiteY11" fmla="*/ 314325 h 676274"/>
              <a:gd name="connsiteX12" fmla="*/ 0 w 533400"/>
              <a:gd name="connsiteY12" fmla="*/ 676275 h 676274"/>
              <a:gd name="connsiteX13" fmla="*/ 533400 w 533400"/>
              <a:gd name="connsiteY13" fmla="*/ 676275 h 676274"/>
              <a:gd name="connsiteX14" fmla="*/ 533400 w 533400"/>
              <a:gd name="connsiteY14" fmla="*/ 314325 h 676274"/>
              <a:gd name="connsiteX15" fmla="*/ 466725 w 533400"/>
              <a:gd name="connsiteY15" fmla="*/ 309562 h 676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33400" h="676274">
                <a:moveTo>
                  <a:pt x="165212" y="201175"/>
                </a:moveTo>
                <a:cubicBezTo>
                  <a:pt x="165212" y="122117"/>
                  <a:pt x="227123" y="95855"/>
                  <a:pt x="260952" y="96238"/>
                </a:cubicBezTo>
                <a:cubicBezTo>
                  <a:pt x="294781" y="96621"/>
                  <a:pt x="368187" y="124416"/>
                  <a:pt x="368187" y="203474"/>
                </a:cubicBezTo>
                <a:cubicBezTo>
                  <a:pt x="368187" y="237567"/>
                  <a:pt x="368188" y="271659"/>
                  <a:pt x="368188" y="305752"/>
                </a:cubicBezTo>
                <a:lnTo>
                  <a:pt x="164063" y="303453"/>
                </a:lnTo>
                <a:lnTo>
                  <a:pt x="165212" y="201175"/>
                </a:lnTo>
                <a:close/>
                <a:moveTo>
                  <a:pt x="466725" y="309562"/>
                </a:moveTo>
                <a:lnTo>
                  <a:pt x="466725" y="200025"/>
                </a:lnTo>
                <a:cubicBezTo>
                  <a:pt x="466725" y="89535"/>
                  <a:pt x="377190" y="0"/>
                  <a:pt x="266700" y="0"/>
                </a:cubicBezTo>
                <a:cubicBezTo>
                  <a:pt x="156210" y="0"/>
                  <a:pt x="66675" y="89535"/>
                  <a:pt x="66675" y="200025"/>
                </a:cubicBezTo>
                <a:lnTo>
                  <a:pt x="66675" y="309562"/>
                </a:lnTo>
                <a:lnTo>
                  <a:pt x="0" y="314325"/>
                </a:lnTo>
                <a:lnTo>
                  <a:pt x="0" y="676275"/>
                </a:lnTo>
                <a:lnTo>
                  <a:pt x="533400" y="676275"/>
                </a:lnTo>
                <a:lnTo>
                  <a:pt x="533400" y="314325"/>
                </a:lnTo>
                <a:lnTo>
                  <a:pt x="466725" y="309562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590">
              <a:solidFill>
                <a:srgbClr val="712904"/>
              </a:solidFill>
            </a:endParaRPr>
          </a:p>
        </p:txBody>
      </p:sp>
      <p:sp>
        <p:nvSpPr>
          <p:cNvPr id="217" name="Oval 216">
            <a:extLst>
              <a:ext uri="{FF2B5EF4-FFF2-40B4-BE49-F238E27FC236}">
                <a16:creationId xmlns:a16="http://schemas.microsoft.com/office/drawing/2014/main" id="{1C8C7056-B1EE-4494-94C9-4F7EE778893D}"/>
              </a:ext>
            </a:extLst>
          </p:cNvPr>
          <p:cNvSpPr/>
          <p:nvPr/>
        </p:nvSpPr>
        <p:spPr>
          <a:xfrm>
            <a:off x="5805568" y="3356393"/>
            <a:ext cx="164550" cy="16455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4" name="Oval 283">
            <a:extLst>
              <a:ext uri="{FF2B5EF4-FFF2-40B4-BE49-F238E27FC236}">
                <a16:creationId xmlns:a16="http://schemas.microsoft.com/office/drawing/2014/main" id="{80C39914-E71B-4717-B888-8DD823F73777}"/>
              </a:ext>
            </a:extLst>
          </p:cNvPr>
          <p:cNvSpPr/>
          <p:nvPr/>
        </p:nvSpPr>
        <p:spPr>
          <a:xfrm>
            <a:off x="5167833" y="2748464"/>
            <a:ext cx="1418712" cy="1418712"/>
          </a:xfrm>
          <a:prstGeom prst="ellipse">
            <a:avLst/>
          </a:prstGeom>
          <a:noFill/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8" name="TextBox 277">
            <a:extLst>
              <a:ext uri="{FF2B5EF4-FFF2-40B4-BE49-F238E27FC236}">
                <a16:creationId xmlns:a16="http://schemas.microsoft.com/office/drawing/2014/main" id="{5D465971-F62B-41E1-B7A2-948409B21705}"/>
              </a:ext>
            </a:extLst>
          </p:cNvPr>
          <p:cNvSpPr txBox="1"/>
          <p:nvPr/>
        </p:nvSpPr>
        <p:spPr>
          <a:xfrm>
            <a:off x="4040951" y="2194309"/>
            <a:ext cx="12551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u="sng" dirty="0">
                <a:solidFill>
                  <a:schemeClr val="tx1"/>
                </a:solidFill>
              </a:rPr>
              <a:t>Inspire</a:t>
            </a:r>
          </a:p>
        </p:txBody>
      </p:sp>
      <p:sp>
        <p:nvSpPr>
          <p:cNvPr id="279" name="TextBox 278">
            <a:extLst>
              <a:ext uri="{FF2B5EF4-FFF2-40B4-BE49-F238E27FC236}">
                <a16:creationId xmlns:a16="http://schemas.microsoft.com/office/drawing/2014/main" id="{0679714E-7931-49FD-AFF6-8414B3A62242}"/>
              </a:ext>
            </a:extLst>
          </p:cNvPr>
          <p:cNvSpPr txBox="1"/>
          <p:nvPr/>
        </p:nvSpPr>
        <p:spPr>
          <a:xfrm>
            <a:off x="4040951" y="3789296"/>
            <a:ext cx="1296921" cy="307777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r>
              <a:rPr lang="en-US" sz="1400" b="1" u="sng" dirty="0">
                <a:solidFill>
                  <a:schemeClr val="tx1"/>
                </a:solidFill>
              </a:rPr>
              <a:t>Connect</a:t>
            </a:r>
          </a:p>
        </p:txBody>
      </p:sp>
      <p:sp>
        <p:nvSpPr>
          <p:cNvPr id="280" name="TextBox 279">
            <a:extLst>
              <a:ext uri="{FF2B5EF4-FFF2-40B4-BE49-F238E27FC236}">
                <a16:creationId xmlns:a16="http://schemas.microsoft.com/office/drawing/2014/main" id="{E9DE1E84-A0F4-4260-9082-F752925B067B}"/>
              </a:ext>
            </a:extLst>
          </p:cNvPr>
          <p:cNvSpPr txBox="1"/>
          <p:nvPr/>
        </p:nvSpPr>
        <p:spPr>
          <a:xfrm>
            <a:off x="6206510" y="2194309"/>
            <a:ext cx="14495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u="sng" dirty="0">
                <a:solidFill>
                  <a:schemeClr val="tx1"/>
                </a:solidFill>
              </a:rPr>
              <a:t>Challenge</a:t>
            </a:r>
          </a:p>
        </p:txBody>
      </p:sp>
      <p:sp>
        <p:nvSpPr>
          <p:cNvPr id="281" name="TextBox 280">
            <a:extLst>
              <a:ext uri="{FF2B5EF4-FFF2-40B4-BE49-F238E27FC236}">
                <a16:creationId xmlns:a16="http://schemas.microsoft.com/office/drawing/2014/main" id="{F362124A-468D-47AF-86CF-8FE0149C78C7}"/>
              </a:ext>
            </a:extLst>
          </p:cNvPr>
          <p:cNvSpPr txBox="1"/>
          <p:nvPr/>
        </p:nvSpPr>
        <p:spPr>
          <a:xfrm>
            <a:off x="6359159" y="3789296"/>
            <a:ext cx="12969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400" b="1" u="sng"/>
            </a:lvl1pPr>
          </a:lstStyle>
          <a:p>
            <a:pPr lvl="0"/>
            <a:r>
              <a:rPr lang="en-US" dirty="0"/>
              <a:t>Protect</a:t>
            </a:r>
          </a:p>
        </p:txBody>
      </p:sp>
      <p:cxnSp>
        <p:nvCxnSpPr>
          <p:cNvPr id="282" name="Straight Connector 281">
            <a:extLst>
              <a:ext uri="{FF2B5EF4-FFF2-40B4-BE49-F238E27FC236}">
                <a16:creationId xmlns:a16="http://schemas.microsoft.com/office/drawing/2014/main" id="{D920705F-97D9-4AC1-89DE-BC36AD3CBBE6}"/>
              </a:ext>
            </a:extLst>
          </p:cNvPr>
          <p:cNvCxnSpPr/>
          <p:nvPr/>
        </p:nvCxnSpPr>
        <p:spPr>
          <a:xfrm>
            <a:off x="3863010" y="2020957"/>
            <a:ext cx="0" cy="272994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Straight Connector 282">
            <a:extLst>
              <a:ext uri="{FF2B5EF4-FFF2-40B4-BE49-F238E27FC236}">
                <a16:creationId xmlns:a16="http://schemas.microsoft.com/office/drawing/2014/main" id="{02CD3AD4-6E55-45A5-9DB3-B40F03CE7AD0}"/>
              </a:ext>
            </a:extLst>
          </p:cNvPr>
          <p:cNvCxnSpPr/>
          <p:nvPr/>
        </p:nvCxnSpPr>
        <p:spPr>
          <a:xfrm>
            <a:off x="7880806" y="2120347"/>
            <a:ext cx="0" cy="272994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007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0893A5-65E6-493A-B1F8-6C1A7DB78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F58017-C230-4913-8716-4410C60AAF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557F1D-C850-48B2-86C5-1B566A18C4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10379F-5E45-4EDD-ADA7-F7ADF448221E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2B4475-5F0F-41EA-A13F-C3A103A7E8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A78417-262B-4CBE-872A-92595D434C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076DCD-B43E-4A47-A30C-75D5C5C9AB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097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7.png"/><Relationship Id="rId16" Type="http://schemas.openxmlformats.org/officeDocument/2006/relationships/image" Target="../media/image1590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9" name="Table 58">
            <a:extLst>
              <a:ext uri="{FF2B5EF4-FFF2-40B4-BE49-F238E27FC236}">
                <a16:creationId xmlns:a16="http://schemas.microsoft.com/office/drawing/2014/main" id="{9C0B6423-B95E-48DC-9427-327587B78EFB}"/>
              </a:ext>
            </a:extLst>
          </p:cNvPr>
          <p:cNvGraphicFramePr>
            <a:graphicFrameLocks noGrp="1"/>
          </p:cNvGraphicFramePr>
          <p:nvPr/>
        </p:nvGraphicFramePr>
        <p:xfrm>
          <a:off x="1623187" y="2019570"/>
          <a:ext cx="9233001" cy="3892911"/>
        </p:xfrm>
        <a:graphic>
          <a:graphicData uri="http://schemas.openxmlformats.org/drawingml/2006/table">
            <a:tbl>
              <a:tblPr firstCol="1" bandRow="1">
                <a:tableStyleId>{5C22544A-7EE6-4342-B048-85BDC9FD1C3A}</a:tableStyleId>
              </a:tblPr>
              <a:tblGrid>
                <a:gridCol w="1380527">
                  <a:extLst>
                    <a:ext uri="{9D8B030D-6E8A-4147-A177-3AD203B41FA5}">
                      <a16:colId xmlns:a16="http://schemas.microsoft.com/office/drawing/2014/main" val="475582934"/>
                    </a:ext>
                  </a:extLst>
                </a:gridCol>
                <a:gridCol w="1807456">
                  <a:extLst>
                    <a:ext uri="{9D8B030D-6E8A-4147-A177-3AD203B41FA5}">
                      <a16:colId xmlns:a16="http://schemas.microsoft.com/office/drawing/2014/main" val="458146771"/>
                    </a:ext>
                  </a:extLst>
                </a:gridCol>
                <a:gridCol w="6045018">
                  <a:extLst>
                    <a:ext uri="{9D8B030D-6E8A-4147-A177-3AD203B41FA5}">
                      <a16:colId xmlns:a16="http://schemas.microsoft.com/office/drawing/2014/main" val="1302397840"/>
                    </a:ext>
                  </a:extLst>
                </a:gridCol>
              </a:tblGrid>
              <a:tr h="126850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Workflow</a:t>
                      </a:r>
                    </a:p>
                    <a:p>
                      <a:pPr algn="ctr"/>
                      <a:endParaRPr lang="en-US" sz="1400" dirty="0"/>
                    </a:p>
                    <a:p>
                      <a:pPr algn="ctr"/>
                      <a:endParaRPr lang="en-US" sz="1400" dirty="0"/>
                    </a:p>
                    <a:p>
                      <a:pPr algn="ctr"/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Just-in-Time Rationalization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The process to rationalize workload to available resources in order to minimize multitasking, oversubscription, and ambiguity.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8496229"/>
                  </a:ext>
                </a:extLst>
              </a:tr>
              <a:tr h="882993">
                <a:tc rowSpan="3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Tools to Simplify, Engage, and Learn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Ruthless Rationalization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/>
                        <a:t>The workflow that forces work to fit within the capability of the team by some combination of reducing the goal, increasing the resources, or selecting more valuable projects.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1657523"/>
                  </a:ext>
                </a:extLst>
              </a:tr>
              <a:tr h="882993">
                <a:tc vMerge="1"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Kanban Board 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/>
                        <a:t>Visual rationalization for </a:t>
                      </a:r>
                      <a:r>
                        <a:rPr lang="en-US" sz="1600" b="1" dirty="0"/>
                        <a:t>irregular</a:t>
                      </a:r>
                      <a:r>
                        <a:rPr lang="en-US" sz="1600" dirty="0"/>
                        <a:t> tasks arrived at by consensus between the knowledge staff and the internal customers.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4225246"/>
                  </a:ext>
                </a:extLst>
              </a:tr>
              <a:tr h="85841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Kamishibai Board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43030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Visual rationalization for </a:t>
                      </a:r>
                      <a:r>
                        <a:rPr lang="en-US" sz="1600" b="1" dirty="0"/>
                        <a:t>regular</a:t>
                      </a:r>
                      <a:r>
                        <a:rPr lang="en-US" sz="1600" dirty="0"/>
                        <a:t> tasks arrived at by consensus between the knowledge staff and the internal customers.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5251974"/>
                  </a:ext>
                </a:extLst>
              </a:tr>
            </a:tbl>
          </a:graphicData>
        </a:graphic>
      </p:graphicFrame>
      <p:grpSp>
        <p:nvGrpSpPr>
          <p:cNvPr id="60" name="Group 59">
            <a:extLst>
              <a:ext uri="{FF2B5EF4-FFF2-40B4-BE49-F238E27FC236}">
                <a16:creationId xmlns:a16="http://schemas.microsoft.com/office/drawing/2014/main" id="{041CE96F-792B-4045-BAD3-FE883B12DF3D}"/>
              </a:ext>
            </a:extLst>
          </p:cNvPr>
          <p:cNvGrpSpPr/>
          <p:nvPr/>
        </p:nvGrpSpPr>
        <p:grpSpPr>
          <a:xfrm>
            <a:off x="1871597" y="2409542"/>
            <a:ext cx="1002613" cy="445205"/>
            <a:chOff x="13443395" y="4070952"/>
            <a:chExt cx="900625" cy="399918"/>
          </a:xfrm>
          <a:solidFill>
            <a:schemeClr val="accent4">
              <a:lumMod val="40000"/>
              <a:lumOff val="60000"/>
            </a:schemeClr>
          </a:solidFill>
        </p:grpSpPr>
        <p:sp>
          <p:nvSpPr>
            <p:cNvPr id="61" name="Arrow: Right 60">
              <a:extLst>
                <a:ext uri="{FF2B5EF4-FFF2-40B4-BE49-F238E27FC236}">
                  <a16:creationId xmlns:a16="http://schemas.microsoft.com/office/drawing/2014/main" id="{8F6388D2-2984-4840-B3B0-C5D430E24698}"/>
                </a:ext>
              </a:extLst>
            </p:cNvPr>
            <p:cNvSpPr/>
            <p:nvPr/>
          </p:nvSpPr>
          <p:spPr>
            <a:xfrm>
              <a:off x="14178253" y="4346154"/>
              <a:ext cx="163983" cy="67602"/>
            </a:xfrm>
            <a:prstGeom prst="rightArrow">
              <a:avLst>
                <a:gd name="adj1" fmla="val 36999"/>
                <a:gd name="adj2" fmla="val 51033"/>
              </a:avLst>
            </a:prstGeom>
            <a:grpFill/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sz="1200" dirty="0"/>
            </a:p>
          </p:txBody>
        </p:sp>
        <p:sp>
          <p:nvSpPr>
            <p:cNvPr id="62" name="Arrow: Right 61">
              <a:extLst>
                <a:ext uri="{FF2B5EF4-FFF2-40B4-BE49-F238E27FC236}">
                  <a16:creationId xmlns:a16="http://schemas.microsoft.com/office/drawing/2014/main" id="{864C085A-DE82-4DD9-8425-DC18EDB91520}"/>
                </a:ext>
              </a:extLst>
            </p:cNvPr>
            <p:cNvSpPr/>
            <p:nvPr/>
          </p:nvSpPr>
          <p:spPr>
            <a:xfrm>
              <a:off x="14180037" y="4145795"/>
              <a:ext cx="163983" cy="67602"/>
            </a:xfrm>
            <a:prstGeom prst="rightArrow">
              <a:avLst>
                <a:gd name="adj1" fmla="val 36999"/>
                <a:gd name="adj2" fmla="val 51033"/>
              </a:avLst>
            </a:prstGeom>
            <a:grpFill/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sz="1200" dirty="0"/>
            </a:p>
          </p:txBody>
        </p:sp>
        <p:sp>
          <p:nvSpPr>
            <p:cNvPr id="63" name="Arrow: Right 62">
              <a:extLst>
                <a:ext uri="{FF2B5EF4-FFF2-40B4-BE49-F238E27FC236}">
                  <a16:creationId xmlns:a16="http://schemas.microsoft.com/office/drawing/2014/main" id="{411E43A7-40F5-4E02-BD98-53D7F81D3CC3}"/>
                </a:ext>
              </a:extLst>
            </p:cNvPr>
            <p:cNvSpPr/>
            <p:nvPr/>
          </p:nvSpPr>
          <p:spPr>
            <a:xfrm>
              <a:off x="13897416" y="4145579"/>
              <a:ext cx="163983" cy="67602"/>
            </a:xfrm>
            <a:prstGeom prst="rightArrow">
              <a:avLst>
                <a:gd name="adj1" fmla="val 36999"/>
                <a:gd name="adj2" fmla="val 51033"/>
              </a:avLst>
            </a:prstGeom>
            <a:grpFill/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sz="1200" dirty="0"/>
            </a:p>
          </p:txBody>
        </p:sp>
        <p:sp>
          <p:nvSpPr>
            <p:cNvPr id="64" name="Arrow: Right 63">
              <a:extLst>
                <a:ext uri="{FF2B5EF4-FFF2-40B4-BE49-F238E27FC236}">
                  <a16:creationId xmlns:a16="http://schemas.microsoft.com/office/drawing/2014/main" id="{09201F12-356B-4165-B456-28E37A2E2647}"/>
                </a:ext>
              </a:extLst>
            </p:cNvPr>
            <p:cNvSpPr/>
            <p:nvPr/>
          </p:nvSpPr>
          <p:spPr>
            <a:xfrm>
              <a:off x="13873298" y="4347278"/>
              <a:ext cx="187391" cy="67602"/>
            </a:xfrm>
            <a:prstGeom prst="rightArrow">
              <a:avLst>
                <a:gd name="adj1" fmla="val 36999"/>
                <a:gd name="adj2" fmla="val 51033"/>
              </a:avLst>
            </a:prstGeom>
            <a:grpFill/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sz="1200" dirty="0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3DE38A26-2AC2-4DBE-A619-A0A11EBCD4D8}"/>
                </a:ext>
              </a:extLst>
            </p:cNvPr>
            <p:cNvSpPr/>
            <p:nvPr/>
          </p:nvSpPr>
          <p:spPr>
            <a:xfrm rot="5400000">
              <a:off x="13739609" y="4246191"/>
              <a:ext cx="269589" cy="23774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sz="1200">
                <a:solidFill>
                  <a:schemeClr val="tx1"/>
                </a:solidFill>
              </a:endParaRPr>
            </a:p>
          </p:txBody>
        </p:sp>
        <p:sp>
          <p:nvSpPr>
            <p:cNvPr id="66" name="Flowchart: Decision 65">
              <a:extLst>
                <a:ext uri="{FF2B5EF4-FFF2-40B4-BE49-F238E27FC236}">
                  <a16:creationId xmlns:a16="http://schemas.microsoft.com/office/drawing/2014/main" id="{A93A69D6-6907-4286-BB09-5B7AAE32B3E6}"/>
                </a:ext>
              </a:extLst>
            </p:cNvPr>
            <p:cNvSpPr/>
            <p:nvPr/>
          </p:nvSpPr>
          <p:spPr>
            <a:xfrm>
              <a:off x="13734831" y="4070952"/>
              <a:ext cx="278739" cy="217293"/>
            </a:xfrm>
            <a:prstGeom prst="flowChartDecision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67" name="Arrow: Right 66">
              <a:extLst>
                <a:ext uri="{FF2B5EF4-FFF2-40B4-BE49-F238E27FC236}">
                  <a16:creationId xmlns:a16="http://schemas.microsoft.com/office/drawing/2014/main" id="{9806ED07-E2C5-4806-B18B-3A4E0468EAD2}"/>
                </a:ext>
              </a:extLst>
            </p:cNvPr>
            <p:cNvSpPr/>
            <p:nvPr/>
          </p:nvSpPr>
          <p:spPr>
            <a:xfrm>
              <a:off x="13577297" y="4145019"/>
              <a:ext cx="163983" cy="67602"/>
            </a:xfrm>
            <a:prstGeom prst="rightArrow">
              <a:avLst>
                <a:gd name="adj1" fmla="val 36999"/>
                <a:gd name="adj2" fmla="val 51033"/>
              </a:avLst>
            </a:prstGeom>
            <a:grpFill/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sz="1200" dirty="0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81CE1DAE-9712-4657-9A96-1D8FA3E2CD8F}"/>
                </a:ext>
              </a:extLst>
            </p:cNvPr>
            <p:cNvSpPr/>
            <p:nvPr/>
          </p:nvSpPr>
          <p:spPr>
            <a:xfrm>
              <a:off x="13443395" y="4088432"/>
              <a:ext cx="239183" cy="179581"/>
            </a:xfrm>
            <a:prstGeom prst="rect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A4E6A576-3679-4E3B-89F1-ACB5195B44EB}"/>
                </a:ext>
              </a:extLst>
            </p:cNvPr>
            <p:cNvSpPr/>
            <p:nvPr/>
          </p:nvSpPr>
          <p:spPr>
            <a:xfrm>
              <a:off x="14058037" y="4089808"/>
              <a:ext cx="230363" cy="179581"/>
            </a:xfrm>
            <a:prstGeom prst="rect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D001D18D-BD1D-4CD2-A2ED-8759BB4C7977}"/>
                </a:ext>
              </a:extLst>
            </p:cNvPr>
            <p:cNvSpPr/>
            <p:nvPr/>
          </p:nvSpPr>
          <p:spPr>
            <a:xfrm>
              <a:off x="14057778" y="4291289"/>
              <a:ext cx="230363" cy="179581"/>
            </a:xfrm>
            <a:prstGeom prst="rect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B79CE64E-F9E4-4BFC-AA60-D04C0DAE8BAC}"/>
              </a:ext>
            </a:extLst>
          </p:cNvPr>
          <p:cNvGrpSpPr/>
          <p:nvPr/>
        </p:nvGrpSpPr>
        <p:grpSpPr>
          <a:xfrm>
            <a:off x="2061904" y="4451506"/>
            <a:ext cx="552551" cy="414287"/>
            <a:chOff x="6296220" y="1635850"/>
            <a:chExt cx="1052167" cy="770759"/>
          </a:xfrm>
          <a:solidFill>
            <a:schemeClr val="tx1">
              <a:lumMod val="75000"/>
              <a:lumOff val="25000"/>
            </a:schemeClr>
          </a:solidFill>
        </p:grpSpPr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A326EBCD-4CCA-42BE-A895-A50293A273A8}"/>
                </a:ext>
              </a:extLst>
            </p:cNvPr>
            <p:cNvGrpSpPr/>
            <p:nvPr/>
          </p:nvGrpSpPr>
          <p:grpSpPr>
            <a:xfrm>
              <a:off x="6335669" y="1732969"/>
              <a:ext cx="942110" cy="414193"/>
              <a:chOff x="6335669" y="1732969"/>
              <a:chExt cx="942110" cy="414193"/>
            </a:xfrm>
            <a:grpFill/>
          </p:grpSpPr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DFDF35C6-0B41-43F0-A30C-2BE62A434237}"/>
                  </a:ext>
                </a:extLst>
              </p:cNvPr>
              <p:cNvSpPr/>
              <p:nvPr/>
            </p:nvSpPr>
            <p:spPr>
              <a:xfrm>
                <a:off x="7187793" y="1743671"/>
                <a:ext cx="89986" cy="40349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24" dirty="0"/>
              </a:p>
            </p:txBody>
          </p:sp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6AB04CE3-B83C-4FB5-9096-A3ED2A77CA9D}"/>
                  </a:ext>
                </a:extLst>
              </p:cNvPr>
              <p:cNvSpPr/>
              <p:nvPr/>
            </p:nvSpPr>
            <p:spPr>
              <a:xfrm>
                <a:off x="6335669" y="1732969"/>
                <a:ext cx="89986" cy="40349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24"/>
              </a:p>
            </p:txBody>
          </p:sp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B50F3390-3A65-4E0C-8DBC-7F1D98F8F55F}"/>
                  </a:ext>
                </a:extLst>
              </p:cNvPr>
              <p:cNvSpPr/>
              <p:nvPr/>
            </p:nvSpPr>
            <p:spPr>
              <a:xfrm>
                <a:off x="6337224" y="1735960"/>
                <a:ext cx="939877" cy="9913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24"/>
              </a:p>
            </p:txBody>
          </p:sp>
        </p:grpSp>
        <p:pic>
          <p:nvPicPr>
            <p:cNvPr id="73" name="Graphic 72" descr="Wrench">
              <a:extLst>
                <a:ext uri="{FF2B5EF4-FFF2-40B4-BE49-F238E27FC236}">
                  <a16:creationId xmlns:a16="http://schemas.microsoft.com/office/drawing/2014/main" id="{94471E4B-30E6-4D51-A552-B26FB4F242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863769" y="1767548"/>
              <a:ext cx="484618" cy="484617"/>
            </a:xfrm>
            <a:prstGeom prst="rect">
              <a:avLst/>
            </a:prstGeom>
            <a:effectLst>
              <a:glow rad="50800">
                <a:srgbClr val="4472C4"/>
              </a:glow>
            </a:effectLst>
          </p:spPr>
        </p:pic>
        <p:pic>
          <p:nvPicPr>
            <p:cNvPr id="75" name="Graphic 74" descr="Screwdriver">
              <a:extLst>
                <a:ext uri="{FF2B5EF4-FFF2-40B4-BE49-F238E27FC236}">
                  <a16:creationId xmlns:a16="http://schemas.microsoft.com/office/drawing/2014/main" id="{4782699F-477F-40E9-946F-5273B1283D5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8816297">
              <a:off x="6536853" y="1635850"/>
              <a:ext cx="659993" cy="659993"/>
            </a:xfrm>
            <a:prstGeom prst="rect">
              <a:avLst/>
            </a:prstGeom>
            <a:effectLst>
              <a:glow rad="50800">
                <a:srgbClr val="4472C4"/>
              </a:glow>
            </a:effectLst>
          </p:spPr>
        </p:pic>
        <p:sp>
          <p:nvSpPr>
            <p:cNvPr id="76" name="Freeform: Shape 75" descr="Hammer">
              <a:extLst>
                <a:ext uri="{FF2B5EF4-FFF2-40B4-BE49-F238E27FC236}">
                  <a16:creationId xmlns:a16="http://schemas.microsoft.com/office/drawing/2014/main" id="{111F05AC-4F18-4E83-95FB-50C42D19C314}"/>
                </a:ext>
              </a:extLst>
            </p:cNvPr>
            <p:cNvSpPr/>
            <p:nvPr/>
          </p:nvSpPr>
          <p:spPr>
            <a:xfrm rot="17506409">
              <a:off x="6263961" y="1670306"/>
              <a:ext cx="606053" cy="540463"/>
            </a:xfrm>
            <a:custGeom>
              <a:avLst/>
              <a:gdLst>
                <a:gd name="connsiteX0" fmla="*/ 557971 w 557971"/>
                <a:gd name="connsiteY0" fmla="*/ 170119 h 497585"/>
                <a:gd name="connsiteX1" fmla="*/ 553530 w 557971"/>
                <a:gd name="connsiteY1" fmla="*/ 180270 h 497585"/>
                <a:gd name="connsiteX2" fmla="*/ 504678 w 557971"/>
                <a:gd name="connsiteY2" fmla="*/ 229122 h 497585"/>
                <a:gd name="connsiteX3" fmla="*/ 484376 w 557971"/>
                <a:gd name="connsiteY3" fmla="*/ 229122 h 497585"/>
                <a:gd name="connsiteX4" fmla="*/ 459633 w 557971"/>
                <a:gd name="connsiteY4" fmla="*/ 205013 h 497585"/>
                <a:gd name="connsiteX5" fmla="*/ 458999 w 557971"/>
                <a:gd name="connsiteY5" fmla="*/ 185980 h 497585"/>
                <a:gd name="connsiteX6" fmla="*/ 458999 w 557971"/>
                <a:gd name="connsiteY6" fmla="*/ 165044 h 497585"/>
                <a:gd name="connsiteX7" fmla="*/ 439966 w 557971"/>
                <a:gd name="connsiteY7" fmla="*/ 165678 h 497585"/>
                <a:gd name="connsiteX8" fmla="*/ 420298 w 557971"/>
                <a:gd name="connsiteY8" fmla="*/ 165044 h 497585"/>
                <a:gd name="connsiteX9" fmla="*/ 396227 w 557971"/>
                <a:gd name="connsiteY9" fmla="*/ 140974 h 497585"/>
                <a:gd name="connsiteX10" fmla="*/ 215702 w 557971"/>
                <a:gd name="connsiteY10" fmla="*/ 326596 h 497585"/>
                <a:gd name="connsiteX11" fmla="*/ 218389 w 557971"/>
                <a:gd name="connsiteY11" fmla="*/ 332615 h 497585"/>
                <a:gd name="connsiteX12" fmla="*/ 214106 w 557971"/>
                <a:gd name="connsiteY12" fmla="*/ 342687 h 497585"/>
                <a:gd name="connsiteX13" fmla="*/ 66282 w 557971"/>
                <a:gd name="connsiteY13" fmla="*/ 490511 h 497585"/>
                <a:gd name="connsiteX14" fmla="*/ 65648 w 557971"/>
                <a:gd name="connsiteY14" fmla="*/ 489877 h 497585"/>
                <a:gd name="connsiteX15" fmla="*/ 12355 w 557971"/>
                <a:gd name="connsiteY15" fmla="*/ 485436 h 497585"/>
                <a:gd name="connsiteX16" fmla="*/ 7914 w 557971"/>
                <a:gd name="connsiteY16" fmla="*/ 432143 h 497585"/>
                <a:gd name="connsiteX17" fmla="*/ 7279 w 557971"/>
                <a:gd name="connsiteY17" fmla="*/ 431508 h 497585"/>
                <a:gd name="connsiteX18" fmla="*/ 154469 w 557971"/>
                <a:gd name="connsiteY18" fmla="*/ 283684 h 497585"/>
                <a:gd name="connsiteX19" fmla="*/ 164065 w 557971"/>
                <a:gd name="connsiteY19" fmla="*/ 279402 h 497585"/>
                <a:gd name="connsiteX20" fmla="*/ 171988 w 557971"/>
                <a:gd name="connsiteY20" fmla="*/ 282771 h 497585"/>
                <a:gd name="connsiteX21" fmla="*/ 354586 w 557971"/>
                <a:gd name="connsiteY21" fmla="*/ 95017 h 497585"/>
                <a:gd name="connsiteX22" fmla="*/ 352978 w 557971"/>
                <a:gd name="connsiteY22" fmla="*/ 92668 h 497585"/>
                <a:gd name="connsiteX23" fmla="*/ 280088 w 557971"/>
                <a:gd name="connsiteY23" fmla="*/ 32446 h 497585"/>
                <a:gd name="connsiteX24" fmla="*/ 254710 w 557971"/>
                <a:gd name="connsiteY24" fmla="*/ 24199 h 497585"/>
                <a:gd name="connsiteX25" fmla="*/ 249000 w 557971"/>
                <a:gd name="connsiteY25" fmla="*/ 17220 h 497585"/>
                <a:gd name="connsiteX26" fmla="*/ 252807 w 557971"/>
                <a:gd name="connsiteY26" fmla="*/ 9606 h 497585"/>
                <a:gd name="connsiteX27" fmla="*/ 254710 w 557971"/>
                <a:gd name="connsiteY27" fmla="*/ 8972 h 497585"/>
                <a:gd name="connsiteX28" fmla="*/ 431084 w 557971"/>
                <a:gd name="connsiteY28" fmla="*/ 37522 h 497585"/>
                <a:gd name="connsiteX29" fmla="*/ 490086 w 557971"/>
                <a:gd name="connsiteY29" fmla="*/ 95890 h 497585"/>
                <a:gd name="connsiteX30" fmla="*/ 490721 w 557971"/>
                <a:gd name="connsiteY30" fmla="*/ 114923 h 497585"/>
                <a:gd name="connsiteX31" fmla="*/ 490721 w 557971"/>
                <a:gd name="connsiteY31" fmla="*/ 135860 h 497585"/>
                <a:gd name="connsiteX32" fmla="*/ 509754 w 557971"/>
                <a:gd name="connsiteY32" fmla="*/ 135225 h 497585"/>
                <a:gd name="connsiteX33" fmla="*/ 529421 w 557971"/>
                <a:gd name="connsiteY33" fmla="*/ 135860 h 497585"/>
                <a:gd name="connsiteX34" fmla="*/ 553530 w 557971"/>
                <a:gd name="connsiteY34" fmla="*/ 159968 h 497585"/>
                <a:gd name="connsiteX35" fmla="*/ 557971 w 557971"/>
                <a:gd name="connsiteY35" fmla="*/ 170119 h 497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557971" h="497585">
                  <a:moveTo>
                    <a:pt x="557971" y="170119"/>
                  </a:moveTo>
                  <a:cubicBezTo>
                    <a:pt x="557971" y="173926"/>
                    <a:pt x="556068" y="177732"/>
                    <a:pt x="553530" y="180270"/>
                  </a:cubicBezTo>
                  <a:lnTo>
                    <a:pt x="504678" y="229122"/>
                  </a:lnTo>
                  <a:cubicBezTo>
                    <a:pt x="498968" y="234832"/>
                    <a:pt x="490086" y="234832"/>
                    <a:pt x="484376" y="229122"/>
                  </a:cubicBezTo>
                  <a:lnTo>
                    <a:pt x="459633" y="205013"/>
                  </a:lnTo>
                  <a:cubicBezTo>
                    <a:pt x="454558" y="199938"/>
                    <a:pt x="453923" y="191690"/>
                    <a:pt x="458999" y="185980"/>
                  </a:cubicBezTo>
                  <a:cubicBezTo>
                    <a:pt x="464709" y="180270"/>
                    <a:pt x="464709" y="170754"/>
                    <a:pt x="458999" y="165044"/>
                  </a:cubicBezTo>
                  <a:cubicBezTo>
                    <a:pt x="453289" y="159968"/>
                    <a:pt x="445041" y="160603"/>
                    <a:pt x="439966" y="165678"/>
                  </a:cubicBezTo>
                  <a:cubicBezTo>
                    <a:pt x="434256" y="170754"/>
                    <a:pt x="426008" y="170754"/>
                    <a:pt x="420298" y="165044"/>
                  </a:cubicBezTo>
                  <a:lnTo>
                    <a:pt x="396227" y="140974"/>
                  </a:lnTo>
                  <a:lnTo>
                    <a:pt x="215702" y="326596"/>
                  </a:lnTo>
                  <a:lnTo>
                    <a:pt x="218389" y="332615"/>
                  </a:lnTo>
                  <a:cubicBezTo>
                    <a:pt x="218389" y="336184"/>
                    <a:pt x="216961" y="339832"/>
                    <a:pt x="214106" y="342687"/>
                  </a:cubicBezTo>
                  <a:lnTo>
                    <a:pt x="66282" y="490511"/>
                  </a:lnTo>
                  <a:lnTo>
                    <a:pt x="65648" y="489877"/>
                  </a:lnTo>
                  <a:cubicBezTo>
                    <a:pt x="49152" y="501931"/>
                    <a:pt x="26947" y="499393"/>
                    <a:pt x="12355" y="485436"/>
                  </a:cubicBezTo>
                  <a:cubicBezTo>
                    <a:pt x="-2237" y="470844"/>
                    <a:pt x="-4140" y="448638"/>
                    <a:pt x="7914" y="432143"/>
                  </a:cubicBezTo>
                  <a:lnTo>
                    <a:pt x="7279" y="431508"/>
                  </a:lnTo>
                  <a:lnTo>
                    <a:pt x="154469" y="283684"/>
                  </a:lnTo>
                  <a:cubicBezTo>
                    <a:pt x="157006" y="280829"/>
                    <a:pt x="160496" y="279402"/>
                    <a:pt x="164065" y="279402"/>
                  </a:cubicBezTo>
                  <a:lnTo>
                    <a:pt x="171988" y="282771"/>
                  </a:lnTo>
                  <a:lnTo>
                    <a:pt x="354586" y="95017"/>
                  </a:lnTo>
                  <a:lnTo>
                    <a:pt x="352978" y="92668"/>
                  </a:lnTo>
                  <a:cubicBezTo>
                    <a:pt x="338139" y="73486"/>
                    <a:pt x="309113" y="42438"/>
                    <a:pt x="280088" y="32446"/>
                  </a:cubicBezTo>
                  <a:cubicBezTo>
                    <a:pt x="280088" y="32446"/>
                    <a:pt x="263592" y="27371"/>
                    <a:pt x="254710" y="24199"/>
                  </a:cubicBezTo>
                  <a:cubicBezTo>
                    <a:pt x="251538" y="22930"/>
                    <a:pt x="249635" y="20392"/>
                    <a:pt x="249000" y="17220"/>
                  </a:cubicBezTo>
                  <a:cubicBezTo>
                    <a:pt x="248366" y="14048"/>
                    <a:pt x="250269" y="11510"/>
                    <a:pt x="252807" y="9606"/>
                  </a:cubicBezTo>
                  <a:cubicBezTo>
                    <a:pt x="253441" y="9606"/>
                    <a:pt x="254076" y="8972"/>
                    <a:pt x="254710" y="8972"/>
                  </a:cubicBezTo>
                  <a:cubicBezTo>
                    <a:pt x="324498" y="-10061"/>
                    <a:pt x="395555" y="1993"/>
                    <a:pt x="431084" y="37522"/>
                  </a:cubicBezTo>
                  <a:lnTo>
                    <a:pt x="490086" y="95890"/>
                  </a:lnTo>
                  <a:cubicBezTo>
                    <a:pt x="495162" y="100965"/>
                    <a:pt x="495796" y="109213"/>
                    <a:pt x="490721" y="114923"/>
                  </a:cubicBezTo>
                  <a:cubicBezTo>
                    <a:pt x="485011" y="120633"/>
                    <a:pt x="485011" y="130150"/>
                    <a:pt x="490721" y="135860"/>
                  </a:cubicBezTo>
                  <a:cubicBezTo>
                    <a:pt x="496431" y="140935"/>
                    <a:pt x="504678" y="140301"/>
                    <a:pt x="509754" y="135225"/>
                  </a:cubicBezTo>
                  <a:cubicBezTo>
                    <a:pt x="515464" y="130150"/>
                    <a:pt x="523712" y="130150"/>
                    <a:pt x="529421" y="135860"/>
                  </a:cubicBezTo>
                  <a:lnTo>
                    <a:pt x="553530" y="159968"/>
                  </a:lnTo>
                  <a:cubicBezTo>
                    <a:pt x="556702" y="162506"/>
                    <a:pt x="557971" y="166313"/>
                    <a:pt x="557971" y="170119"/>
                  </a:cubicBezTo>
                  <a:close/>
                </a:path>
              </a:pathLst>
            </a:custGeom>
            <a:solidFill>
              <a:schemeClr val="bg1"/>
            </a:solidFill>
            <a:ln w="6251" cap="flat">
              <a:noFill/>
              <a:prstDash val="solid"/>
              <a:miter/>
            </a:ln>
            <a:effectLst>
              <a:glow rad="50800">
                <a:srgbClr val="4472C4"/>
              </a:glow>
            </a:effectLst>
          </p:spPr>
          <p:txBody>
            <a:bodyPr rtlCol="0" anchor="ctr"/>
            <a:lstStyle/>
            <a:p>
              <a:endParaRPr lang="en-US" sz="824"/>
            </a:p>
          </p:txBody>
        </p:sp>
        <p:sp>
          <p:nvSpPr>
            <p:cNvPr id="78" name="Rectangle: Top Corners Rounded 77">
              <a:extLst>
                <a:ext uri="{FF2B5EF4-FFF2-40B4-BE49-F238E27FC236}">
                  <a16:creationId xmlns:a16="http://schemas.microsoft.com/office/drawing/2014/main" id="{B883A614-6064-494A-B46C-37ACBF16C8FA}"/>
                </a:ext>
              </a:extLst>
            </p:cNvPr>
            <p:cNvSpPr/>
            <p:nvPr/>
          </p:nvSpPr>
          <p:spPr>
            <a:xfrm flipV="1">
              <a:off x="6296220" y="2045982"/>
              <a:ext cx="1026881" cy="360627"/>
            </a:xfrm>
            <a:prstGeom prst="round2SameRect">
              <a:avLst>
                <a:gd name="adj1" fmla="val 17085"/>
                <a:gd name="adj2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24" dirty="0"/>
            </a:p>
          </p:txBody>
        </p:sp>
      </p:grpSp>
    </p:spTree>
    <p:extLst>
      <p:ext uri="{BB962C8B-B14F-4D97-AF65-F5344CB8AC3E}">
        <p14:creationId xmlns:p14="http://schemas.microsoft.com/office/powerpoint/2010/main" val="7655882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8C28A5FE-DFD0-4D76-A479-E3C7A4FD9CD1}"/>
              </a:ext>
            </a:extLst>
          </p:cNvPr>
          <p:cNvGrpSpPr/>
          <p:nvPr/>
        </p:nvGrpSpPr>
        <p:grpSpPr>
          <a:xfrm>
            <a:off x="840566" y="3761795"/>
            <a:ext cx="927583" cy="2137795"/>
            <a:chOff x="840566" y="107911"/>
            <a:chExt cx="927583" cy="3129947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8D6D569-8146-4B39-9AA8-CC9A767FCF05}"/>
                </a:ext>
              </a:extLst>
            </p:cNvPr>
            <p:cNvCxnSpPr/>
            <p:nvPr/>
          </p:nvCxnSpPr>
          <p:spPr>
            <a:xfrm>
              <a:off x="1311961" y="107911"/>
              <a:ext cx="0" cy="2760239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3D3FCB67-CE25-4ADF-84D1-B93AE495BCC5}"/>
                </a:ext>
              </a:extLst>
            </p:cNvPr>
            <p:cNvSpPr/>
            <p:nvPr/>
          </p:nvSpPr>
          <p:spPr>
            <a:xfrm>
              <a:off x="840566" y="2868150"/>
              <a:ext cx="927583" cy="369708"/>
            </a:xfrm>
            <a:prstGeom prst="rect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8:00 AM</a:t>
              </a:r>
            </a:p>
          </p:txBody>
        </p:sp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A49CF5C7-E4AB-4B16-A7C4-D83D48662C19}"/>
              </a:ext>
            </a:extLst>
          </p:cNvPr>
          <p:cNvGrpSpPr/>
          <p:nvPr/>
        </p:nvGrpSpPr>
        <p:grpSpPr>
          <a:xfrm>
            <a:off x="3040559" y="3761795"/>
            <a:ext cx="927583" cy="2137795"/>
            <a:chOff x="840566" y="107911"/>
            <a:chExt cx="927583" cy="3129947"/>
          </a:xfrm>
        </p:grpSpPr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86D69ABF-72D4-4966-9B0B-B27FA65CC130}"/>
                </a:ext>
              </a:extLst>
            </p:cNvPr>
            <p:cNvCxnSpPr/>
            <p:nvPr/>
          </p:nvCxnSpPr>
          <p:spPr>
            <a:xfrm>
              <a:off x="1306281" y="107911"/>
              <a:ext cx="0" cy="276024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6" name="Rectangle 175">
              <a:extLst>
                <a:ext uri="{FF2B5EF4-FFF2-40B4-BE49-F238E27FC236}">
                  <a16:creationId xmlns:a16="http://schemas.microsoft.com/office/drawing/2014/main" id="{70CB8F82-0F60-49C0-83D7-F0E183727708}"/>
                </a:ext>
              </a:extLst>
            </p:cNvPr>
            <p:cNvSpPr/>
            <p:nvPr/>
          </p:nvSpPr>
          <p:spPr>
            <a:xfrm>
              <a:off x="840566" y="2868150"/>
              <a:ext cx="927583" cy="369708"/>
            </a:xfrm>
            <a:prstGeom prst="rect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9:00 AM</a:t>
              </a:r>
            </a:p>
          </p:txBody>
        </p:sp>
      </p:grp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EB858FD6-6740-49D7-AF31-789BA2D552B9}"/>
              </a:ext>
            </a:extLst>
          </p:cNvPr>
          <p:cNvGrpSpPr/>
          <p:nvPr/>
        </p:nvGrpSpPr>
        <p:grpSpPr>
          <a:xfrm>
            <a:off x="5558612" y="3761795"/>
            <a:ext cx="927583" cy="2137795"/>
            <a:chOff x="840566" y="107911"/>
            <a:chExt cx="927583" cy="3129947"/>
          </a:xfrm>
        </p:grpSpPr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BEAA936B-7F43-4415-BD96-8EFBDD832107}"/>
                </a:ext>
              </a:extLst>
            </p:cNvPr>
            <p:cNvCxnSpPr/>
            <p:nvPr/>
          </p:nvCxnSpPr>
          <p:spPr>
            <a:xfrm>
              <a:off x="1311961" y="107911"/>
              <a:ext cx="0" cy="2760239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9" name="Rectangle 178">
              <a:extLst>
                <a:ext uri="{FF2B5EF4-FFF2-40B4-BE49-F238E27FC236}">
                  <a16:creationId xmlns:a16="http://schemas.microsoft.com/office/drawing/2014/main" id="{E66A76AF-77EF-4EEB-9B01-D2EA01AAA724}"/>
                </a:ext>
              </a:extLst>
            </p:cNvPr>
            <p:cNvSpPr/>
            <p:nvPr/>
          </p:nvSpPr>
          <p:spPr>
            <a:xfrm>
              <a:off x="840566" y="2868150"/>
              <a:ext cx="927583" cy="369708"/>
            </a:xfrm>
            <a:prstGeom prst="rect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10</a:t>
              </a:r>
              <a:r>
                <a:rPr lang="en-US" sz="1400" dirty="0">
                  <a:solidFill>
                    <a:schemeClr val="tx1"/>
                  </a:solidFill>
                </a:rPr>
                <a:t>:00 AM</a:t>
              </a:r>
            </a:p>
          </p:txBody>
        </p:sp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3D1D6055-B281-43A3-89E8-E6B3BEF2C8CD}"/>
              </a:ext>
            </a:extLst>
          </p:cNvPr>
          <p:cNvGrpSpPr/>
          <p:nvPr/>
        </p:nvGrpSpPr>
        <p:grpSpPr>
          <a:xfrm>
            <a:off x="7917635" y="3761795"/>
            <a:ext cx="927583" cy="2137795"/>
            <a:chOff x="840566" y="107911"/>
            <a:chExt cx="927583" cy="3129947"/>
          </a:xfrm>
        </p:grpSpPr>
        <p:cxnSp>
          <p:nvCxnSpPr>
            <p:cNvPr id="181" name="Straight Connector 180">
              <a:extLst>
                <a:ext uri="{FF2B5EF4-FFF2-40B4-BE49-F238E27FC236}">
                  <a16:creationId xmlns:a16="http://schemas.microsoft.com/office/drawing/2014/main" id="{3FB4A290-70C8-4A00-A75E-55BABDAF6BB6}"/>
                </a:ext>
              </a:extLst>
            </p:cNvPr>
            <p:cNvCxnSpPr/>
            <p:nvPr/>
          </p:nvCxnSpPr>
          <p:spPr>
            <a:xfrm>
              <a:off x="1311961" y="107911"/>
              <a:ext cx="0" cy="2760239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2" name="Rectangle 181">
              <a:extLst>
                <a:ext uri="{FF2B5EF4-FFF2-40B4-BE49-F238E27FC236}">
                  <a16:creationId xmlns:a16="http://schemas.microsoft.com/office/drawing/2014/main" id="{64AD6663-4FA6-400B-A66B-CAF580F052B0}"/>
                </a:ext>
              </a:extLst>
            </p:cNvPr>
            <p:cNvSpPr/>
            <p:nvPr/>
          </p:nvSpPr>
          <p:spPr>
            <a:xfrm>
              <a:off x="840566" y="2868150"/>
              <a:ext cx="927583" cy="369708"/>
            </a:xfrm>
            <a:prstGeom prst="rect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11:00 AM</a:t>
              </a:r>
            </a:p>
          </p:txBody>
        </p:sp>
      </p:grp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EA5AF12F-E2EE-4602-A74A-6F5FDFEBEDBB}"/>
              </a:ext>
            </a:extLst>
          </p:cNvPr>
          <p:cNvGrpSpPr/>
          <p:nvPr/>
        </p:nvGrpSpPr>
        <p:grpSpPr>
          <a:xfrm>
            <a:off x="10276658" y="3761795"/>
            <a:ext cx="927583" cy="2137795"/>
            <a:chOff x="840566" y="107911"/>
            <a:chExt cx="927583" cy="3129947"/>
          </a:xfrm>
        </p:grpSpPr>
        <p:cxnSp>
          <p:nvCxnSpPr>
            <p:cNvPr id="184" name="Straight Connector 183">
              <a:extLst>
                <a:ext uri="{FF2B5EF4-FFF2-40B4-BE49-F238E27FC236}">
                  <a16:creationId xmlns:a16="http://schemas.microsoft.com/office/drawing/2014/main" id="{4B14D62F-BA2B-4DF7-8B27-FF963CAC188D}"/>
                </a:ext>
              </a:extLst>
            </p:cNvPr>
            <p:cNvCxnSpPr/>
            <p:nvPr/>
          </p:nvCxnSpPr>
          <p:spPr>
            <a:xfrm>
              <a:off x="1311961" y="107911"/>
              <a:ext cx="0" cy="2760239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5" name="Rectangle 184">
              <a:extLst>
                <a:ext uri="{FF2B5EF4-FFF2-40B4-BE49-F238E27FC236}">
                  <a16:creationId xmlns:a16="http://schemas.microsoft.com/office/drawing/2014/main" id="{40E9D5BD-9388-4536-8182-BD90CFB1A732}"/>
                </a:ext>
              </a:extLst>
            </p:cNvPr>
            <p:cNvSpPr/>
            <p:nvPr/>
          </p:nvSpPr>
          <p:spPr>
            <a:xfrm>
              <a:off x="840566" y="2868150"/>
              <a:ext cx="927583" cy="369708"/>
            </a:xfrm>
            <a:prstGeom prst="rect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12</a:t>
              </a:r>
              <a:r>
                <a:rPr lang="en-US" sz="1400" dirty="0">
                  <a:solidFill>
                    <a:schemeClr val="tx1"/>
                  </a:solidFill>
                </a:rPr>
                <a:t>:00 AM</a:t>
              </a:r>
            </a:p>
          </p:txBody>
        </p: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E0FB0619-883B-423E-A6EA-26FE16C1CC00}"/>
              </a:ext>
            </a:extLst>
          </p:cNvPr>
          <p:cNvSpPr/>
          <p:nvPr/>
        </p:nvSpPr>
        <p:spPr>
          <a:xfrm>
            <a:off x="172719" y="3447332"/>
            <a:ext cx="1032120" cy="817891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Start work Kim needs today for print ad 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908E4340-9514-4A8D-AFC7-65029271EF47}"/>
              </a:ext>
            </a:extLst>
          </p:cNvPr>
          <p:cNvGrpSpPr/>
          <p:nvPr/>
        </p:nvGrpSpPr>
        <p:grpSpPr>
          <a:xfrm>
            <a:off x="10794095" y="2997228"/>
            <a:ext cx="1325546" cy="1816483"/>
            <a:chOff x="5723452" y="4678061"/>
            <a:chExt cx="1325546" cy="1816483"/>
          </a:xfrm>
        </p:grpSpPr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10BB5942-EDDB-4F0A-827F-72A7AF7A71C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6000" y="5336036"/>
              <a:ext cx="233213" cy="5765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F54744A0-EF14-417B-93E1-B082F2CFBFF9}"/>
                </a:ext>
              </a:extLst>
            </p:cNvPr>
            <p:cNvGrpSpPr/>
            <p:nvPr/>
          </p:nvGrpSpPr>
          <p:grpSpPr>
            <a:xfrm>
              <a:off x="5723452" y="4678061"/>
              <a:ext cx="1325546" cy="1816483"/>
              <a:chOff x="10843681" y="2773307"/>
              <a:chExt cx="1325546" cy="1816483"/>
            </a:xfrm>
          </p:grpSpPr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97056FA5-861D-49D1-8E9E-06EE088DAF2D}"/>
                  </a:ext>
                </a:extLst>
              </p:cNvPr>
              <p:cNvGrpSpPr/>
              <p:nvPr/>
            </p:nvGrpSpPr>
            <p:grpSpPr>
              <a:xfrm>
                <a:off x="10843681" y="2773307"/>
                <a:ext cx="1325546" cy="1601376"/>
                <a:chOff x="10222133" y="1482222"/>
                <a:chExt cx="903310" cy="1091278"/>
              </a:xfrm>
            </p:grpSpPr>
            <p:grpSp>
              <p:nvGrpSpPr>
                <p:cNvPr id="59" name="Group 58">
                  <a:extLst>
                    <a:ext uri="{FF2B5EF4-FFF2-40B4-BE49-F238E27FC236}">
                      <a16:creationId xmlns:a16="http://schemas.microsoft.com/office/drawing/2014/main" id="{727931D1-A625-4E16-A1DC-7B9CC87518B1}"/>
                    </a:ext>
                  </a:extLst>
                </p:cNvPr>
                <p:cNvGrpSpPr/>
                <p:nvPr/>
              </p:nvGrpSpPr>
              <p:grpSpPr>
                <a:xfrm>
                  <a:off x="10222133" y="1482222"/>
                  <a:ext cx="903310" cy="147029"/>
                  <a:chOff x="4602336" y="1175906"/>
                  <a:chExt cx="3397105" cy="552938"/>
                </a:xfrm>
                <a:solidFill>
                  <a:schemeClr val="bg1">
                    <a:lumMod val="65000"/>
                  </a:schemeClr>
                </a:solidFill>
              </p:grpSpPr>
              <p:sp>
                <p:nvSpPr>
                  <p:cNvPr id="67" name="Graphic 6" descr="Hanger">
                    <a:extLst>
                      <a:ext uri="{FF2B5EF4-FFF2-40B4-BE49-F238E27FC236}">
                        <a16:creationId xmlns:a16="http://schemas.microsoft.com/office/drawing/2014/main" id="{69368A8B-CACF-4422-BC5D-B9AEB71DAEF6}"/>
                      </a:ext>
                    </a:extLst>
                  </p:cNvPr>
                  <p:cNvSpPr/>
                  <p:nvPr/>
                </p:nvSpPr>
                <p:spPr>
                  <a:xfrm>
                    <a:off x="5828561" y="1175906"/>
                    <a:ext cx="950802" cy="522470"/>
                  </a:xfrm>
                  <a:custGeom>
                    <a:avLst/>
                    <a:gdLst>
                      <a:gd name="connsiteX0" fmla="*/ 802554 w 838200"/>
                      <a:gd name="connsiteY0" fmla="*/ 465296 h 609600"/>
                      <a:gd name="connsiteX1" fmla="*/ 452034 w 838200"/>
                      <a:gd name="connsiteY1" fmla="*/ 257651 h 609600"/>
                      <a:gd name="connsiteX2" fmla="*/ 452034 w 838200"/>
                      <a:gd name="connsiteY2" fmla="*/ 207169 h 609600"/>
                      <a:gd name="connsiteX3" fmla="*/ 434889 w 838200"/>
                      <a:gd name="connsiteY3" fmla="*/ 180499 h 609600"/>
                      <a:gd name="connsiteX4" fmla="*/ 375834 w 838200"/>
                      <a:gd name="connsiteY4" fmla="*/ 111919 h 609600"/>
                      <a:gd name="connsiteX5" fmla="*/ 423459 w 838200"/>
                      <a:gd name="connsiteY5" fmla="*/ 64294 h 609600"/>
                      <a:gd name="connsiteX6" fmla="*/ 480609 w 838200"/>
                      <a:gd name="connsiteY6" fmla="*/ 111919 h 609600"/>
                      <a:gd name="connsiteX7" fmla="*/ 509184 w 838200"/>
                      <a:gd name="connsiteY7" fmla="*/ 140494 h 609600"/>
                      <a:gd name="connsiteX8" fmla="*/ 537759 w 838200"/>
                      <a:gd name="connsiteY8" fmla="*/ 111919 h 609600"/>
                      <a:gd name="connsiteX9" fmla="*/ 423459 w 838200"/>
                      <a:gd name="connsiteY9" fmla="*/ 7144 h 609600"/>
                      <a:gd name="connsiteX10" fmla="*/ 318684 w 838200"/>
                      <a:gd name="connsiteY10" fmla="*/ 111919 h 609600"/>
                      <a:gd name="connsiteX11" fmla="*/ 394884 w 838200"/>
                      <a:gd name="connsiteY11" fmla="*/ 225266 h 609600"/>
                      <a:gd name="connsiteX12" fmla="*/ 394884 w 838200"/>
                      <a:gd name="connsiteY12" fmla="*/ 257651 h 609600"/>
                      <a:gd name="connsiteX13" fmla="*/ 44364 w 838200"/>
                      <a:gd name="connsiteY13" fmla="*/ 465296 h 609600"/>
                      <a:gd name="connsiteX14" fmla="*/ 10074 w 838200"/>
                      <a:gd name="connsiteY14" fmla="*/ 551021 h 609600"/>
                      <a:gd name="connsiteX15" fmla="*/ 83416 w 838200"/>
                      <a:gd name="connsiteY15" fmla="*/ 607219 h 609600"/>
                      <a:gd name="connsiteX16" fmla="*/ 764454 w 838200"/>
                      <a:gd name="connsiteY16" fmla="*/ 607219 h 609600"/>
                      <a:gd name="connsiteX17" fmla="*/ 837796 w 838200"/>
                      <a:gd name="connsiteY17" fmla="*/ 551021 h 609600"/>
                      <a:gd name="connsiteX18" fmla="*/ 802554 w 838200"/>
                      <a:gd name="connsiteY18" fmla="*/ 465296 h 609600"/>
                      <a:gd name="connsiteX19" fmla="*/ 782551 w 838200"/>
                      <a:gd name="connsiteY19" fmla="*/ 535781 h 609600"/>
                      <a:gd name="connsiteX20" fmla="*/ 764454 w 838200"/>
                      <a:gd name="connsiteY20" fmla="*/ 550069 h 609600"/>
                      <a:gd name="connsiteX21" fmla="*/ 82464 w 838200"/>
                      <a:gd name="connsiteY21" fmla="*/ 550069 h 609600"/>
                      <a:gd name="connsiteX22" fmla="*/ 64366 w 838200"/>
                      <a:gd name="connsiteY22" fmla="*/ 535781 h 609600"/>
                      <a:gd name="connsiteX23" fmla="*/ 72939 w 838200"/>
                      <a:gd name="connsiteY23" fmla="*/ 514826 h 609600"/>
                      <a:gd name="connsiteX24" fmla="*/ 423459 w 838200"/>
                      <a:gd name="connsiteY24" fmla="*/ 307181 h 609600"/>
                      <a:gd name="connsiteX25" fmla="*/ 773979 w 838200"/>
                      <a:gd name="connsiteY25" fmla="*/ 514826 h 609600"/>
                      <a:gd name="connsiteX26" fmla="*/ 782551 w 838200"/>
                      <a:gd name="connsiteY26" fmla="*/ 535781 h 609600"/>
                      <a:gd name="connsiteX0" fmla="*/ 795411 w 833205"/>
                      <a:gd name="connsiteY0" fmla="*/ 458152 h 600075"/>
                      <a:gd name="connsiteX1" fmla="*/ 444891 w 833205"/>
                      <a:gd name="connsiteY1" fmla="*/ 250507 h 600075"/>
                      <a:gd name="connsiteX2" fmla="*/ 444891 w 833205"/>
                      <a:gd name="connsiteY2" fmla="*/ 200025 h 600075"/>
                      <a:gd name="connsiteX3" fmla="*/ 427746 w 833205"/>
                      <a:gd name="connsiteY3" fmla="*/ 173355 h 600075"/>
                      <a:gd name="connsiteX4" fmla="*/ 368691 w 833205"/>
                      <a:gd name="connsiteY4" fmla="*/ 104775 h 600075"/>
                      <a:gd name="connsiteX5" fmla="*/ 416316 w 833205"/>
                      <a:gd name="connsiteY5" fmla="*/ 57150 h 600075"/>
                      <a:gd name="connsiteX6" fmla="*/ 473466 w 833205"/>
                      <a:gd name="connsiteY6" fmla="*/ 104775 h 600075"/>
                      <a:gd name="connsiteX7" fmla="*/ 502041 w 833205"/>
                      <a:gd name="connsiteY7" fmla="*/ 133350 h 600075"/>
                      <a:gd name="connsiteX8" fmla="*/ 530616 w 833205"/>
                      <a:gd name="connsiteY8" fmla="*/ 104775 h 600075"/>
                      <a:gd name="connsiteX9" fmla="*/ 416316 w 833205"/>
                      <a:gd name="connsiteY9" fmla="*/ 0 h 600075"/>
                      <a:gd name="connsiteX10" fmla="*/ 311541 w 833205"/>
                      <a:gd name="connsiteY10" fmla="*/ 104775 h 600075"/>
                      <a:gd name="connsiteX11" fmla="*/ 387741 w 833205"/>
                      <a:gd name="connsiteY11" fmla="*/ 218122 h 600075"/>
                      <a:gd name="connsiteX12" fmla="*/ 37221 w 833205"/>
                      <a:gd name="connsiteY12" fmla="*/ 458152 h 600075"/>
                      <a:gd name="connsiteX13" fmla="*/ 2931 w 833205"/>
                      <a:gd name="connsiteY13" fmla="*/ 543877 h 600075"/>
                      <a:gd name="connsiteX14" fmla="*/ 76273 w 833205"/>
                      <a:gd name="connsiteY14" fmla="*/ 600075 h 600075"/>
                      <a:gd name="connsiteX15" fmla="*/ 757311 w 833205"/>
                      <a:gd name="connsiteY15" fmla="*/ 600075 h 600075"/>
                      <a:gd name="connsiteX16" fmla="*/ 830653 w 833205"/>
                      <a:gd name="connsiteY16" fmla="*/ 543877 h 600075"/>
                      <a:gd name="connsiteX17" fmla="*/ 795411 w 833205"/>
                      <a:gd name="connsiteY17" fmla="*/ 458152 h 600075"/>
                      <a:gd name="connsiteX18" fmla="*/ 775408 w 833205"/>
                      <a:gd name="connsiteY18" fmla="*/ 528637 h 600075"/>
                      <a:gd name="connsiteX19" fmla="*/ 757311 w 833205"/>
                      <a:gd name="connsiteY19" fmla="*/ 542925 h 600075"/>
                      <a:gd name="connsiteX20" fmla="*/ 75321 w 833205"/>
                      <a:gd name="connsiteY20" fmla="*/ 542925 h 600075"/>
                      <a:gd name="connsiteX21" fmla="*/ 57223 w 833205"/>
                      <a:gd name="connsiteY21" fmla="*/ 528637 h 600075"/>
                      <a:gd name="connsiteX22" fmla="*/ 65796 w 833205"/>
                      <a:gd name="connsiteY22" fmla="*/ 507682 h 600075"/>
                      <a:gd name="connsiteX23" fmla="*/ 416316 w 833205"/>
                      <a:gd name="connsiteY23" fmla="*/ 300037 h 600075"/>
                      <a:gd name="connsiteX24" fmla="*/ 766836 w 833205"/>
                      <a:gd name="connsiteY24" fmla="*/ 507682 h 600075"/>
                      <a:gd name="connsiteX25" fmla="*/ 775408 w 833205"/>
                      <a:gd name="connsiteY25" fmla="*/ 528637 h 600075"/>
                      <a:gd name="connsiteX0" fmla="*/ 799378 w 837172"/>
                      <a:gd name="connsiteY0" fmla="*/ 458152 h 600075"/>
                      <a:gd name="connsiteX1" fmla="*/ 448858 w 837172"/>
                      <a:gd name="connsiteY1" fmla="*/ 250507 h 600075"/>
                      <a:gd name="connsiteX2" fmla="*/ 448858 w 837172"/>
                      <a:gd name="connsiteY2" fmla="*/ 200025 h 600075"/>
                      <a:gd name="connsiteX3" fmla="*/ 431713 w 837172"/>
                      <a:gd name="connsiteY3" fmla="*/ 173355 h 600075"/>
                      <a:gd name="connsiteX4" fmla="*/ 372658 w 837172"/>
                      <a:gd name="connsiteY4" fmla="*/ 104775 h 600075"/>
                      <a:gd name="connsiteX5" fmla="*/ 420283 w 837172"/>
                      <a:gd name="connsiteY5" fmla="*/ 57150 h 600075"/>
                      <a:gd name="connsiteX6" fmla="*/ 477433 w 837172"/>
                      <a:gd name="connsiteY6" fmla="*/ 104775 h 600075"/>
                      <a:gd name="connsiteX7" fmla="*/ 506008 w 837172"/>
                      <a:gd name="connsiteY7" fmla="*/ 133350 h 600075"/>
                      <a:gd name="connsiteX8" fmla="*/ 534583 w 837172"/>
                      <a:gd name="connsiteY8" fmla="*/ 104775 h 600075"/>
                      <a:gd name="connsiteX9" fmla="*/ 420283 w 837172"/>
                      <a:gd name="connsiteY9" fmla="*/ 0 h 600075"/>
                      <a:gd name="connsiteX10" fmla="*/ 315508 w 837172"/>
                      <a:gd name="connsiteY10" fmla="*/ 104775 h 600075"/>
                      <a:gd name="connsiteX11" fmla="*/ 41188 w 837172"/>
                      <a:gd name="connsiteY11" fmla="*/ 458152 h 600075"/>
                      <a:gd name="connsiteX12" fmla="*/ 6898 w 837172"/>
                      <a:gd name="connsiteY12" fmla="*/ 543877 h 600075"/>
                      <a:gd name="connsiteX13" fmla="*/ 80240 w 837172"/>
                      <a:gd name="connsiteY13" fmla="*/ 600075 h 600075"/>
                      <a:gd name="connsiteX14" fmla="*/ 761278 w 837172"/>
                      <a:gd name="connsiteY14" fmla="*/ 600075 h 600075"/>
                      <a:gd name="connsiteX15" fmla="*/ 834620 w 837172"/>
                      <a:gd name="connsiteY15" fmla="*/ 543877 h 600075"/>
                      <a:gd name="connsiteX16" fmla="*/ 799378 w 837172"/>
                      <a:gd name="connsiteY16" fmla="*/ 458152 h 600075"/>
                      <a:gd name="connsiteX17" fmla="*/ 779375 w 837172"/>
                      <a:gd name="connsiteY17" fmla="*/ 528637 h 600075"/>
                      <a:gd name="connsiteX18" fmla="*/ 761278 w 837172"/>
                      <a:gd name="connsiteY18" fmla="*/ 542925 h 600075"/>
                      <a:gd name="connsiteX19" fmla="*/ 79288 w 837172"/>
                      <a:gd name="connsiteY19" fmla="*/ 542925 h 600075"/>
                      <a:gd name="connsiteX20" fmla="*/ 61190 w 837172"/>
                      <a:gd name="connsiteY20" fmla="*/ 528637 h 600075"/>
                      <a:gd name="connsiteX21" fmla="*/ 69763 w 837172"/>
                      <a:gd name="connsiteY21" fmla="*/ 507682 h 600075"/>
                      <a:gd name="connsiteX22" fmla="*/ 420283 w 837172"/>
                      <a:gd name="connsiteY22" fmla="*/ 300037 h 600075"/>
                      <a:gd name="connsiteX23" fmla="*/ 770803 w 837172"/>
                      <a:gd name="connsiteY23" fmla="*/ 507682 h 600075"/>
                      <a:gd name="connsiteX24" fmla="*/ 779375 w 837172"/>
                      <a:gd name="connsiteY24" fmla="*/ 528637 h 600075"/>
                      <a:gd name="connsiteX0" fmla="*/ 799378 w 837172"/>
                      <a:gd name="connsiteY0" fmla="*/ 458152 h 600075"/>
                      <a:gd name="connsiteX1" fmla="*/ 448858 w 837172"/>
                      <a:gd name="connsiteY1" fmla="*/ 250507 h 600075"/>
                      <a:gd name="connsiteX2" fmla="*/ 448858 w 837172"/>
                      <a:gd name="connsiteY2" fmla="*/ 200025 h 600075"/>
                      <a:gd name="connsiteX3" fmla="*/ 372658 w 837172"/>
                      <a:gd name="connsiteY3" fmla="*/ 104775 h 600075"/>
                      <a:gd name="connsiteX4" fmla="*/ 420283 w 837172"/>
                      <a:gd name="connsiteY4" fmla="*/ 57150 h 600075"/>
                      <a:gd name="connsiteX5" fmla="*/ 477433 w 837172"/>
                      <a:gd name="connsiteY5" fmla="*/ 104775 h 600075"/>
                      <a:gd name="connsiteX6" fmla="*/ 506008 w 837172"/>
                      <a:gd name="connsiteY6" fmla="*/ 133350 h 600075"/>
                      <a:gd name="connsiteX7" fmla="*/ 534583 w 837172"/>
                      <a:gd name="connsiteY7" fmla="*/ 104775 h 600075"/>
                      <a:gd name="connsiteX8" fmla="*/ 420283 w 837172"/>
                      <a:gd name="connsiteY8" fmla="*/ 0 h 600075"/>
                      <a:gd name="connsiteX9" fmla="*/ 315508 w 837172"/>
                      <a:gd name="connsiteY9" fmla="*/ 104775 h 600075"/>
                      <a:gd name="connsiteX10" fmla="*/ 41188 w 837172"/>
                      <a:gd name="connsiteY10" fmla="*/ 458152 h 600075"/>
                      <a:gd name="connsiteX11" fmla="*/ 6898 w 837172"/>
                      <a:gd name="connsiteY11" fmla="*/ 543877 h 600075"/>
                      <a:gd name="connsiteX12" fmla="*/ 80240 w 837172"/>
                      <a:gd name="connsiteY12" fmla="*/ 600075 h 600075"/>
                      <a:gd name="connsiteX13" fmla="*/ 761278 w 837172"/>
                      <a:gd name="connsiteY13" fmla="*/ 600075 h 600075"/>
                      <a:gd name="connsiteX14" fmla="*/ 834620 w 837172"/>
                      <a:gd name="connsiteY14" fmla="*/ 543877 h 600075"/>
                      <a:gd name="connsiteX15" fmla="*/ 799378 w 837172"/>
                      <a:gd name="connsiteY15" fmla="*/ 458152 h 600075"/>
                      <a:gd name="connsiteX16" fmla="*/ 779375 w 837172"/>
                      <a:gd name="connsiteY16" fmla="*/ 528637 h 600075"/>
                      <a:gd name="connsiteX17" fmla="*/ 761278 w 837172"/>
                      <a:gd name="connsiteY17" fmla="*/ 542925 h 600075"/>
                      <a:gd name="connsiteX18" fmla="*/ 79288 w 837172"/>
                      <a:gd name="connsiteY18" fmla="*/ 542925 h 600075"/>
                      <a:gd name="connsiteX19" fmla="*/ 61190 w 837172"/>
                      <a:gd name="connsiteY19" fmla="*/ 528637 h 600075"/>
                      <a:gd name="connsiteX20" fmla="*/ 69763 w 837172"/>
                      <a:gd name="connsiteY20" fmla="*/ 507682 h 600075"/>
                      <a:gd name="connsiteX21" fmla="*/ 420283 w 837172"/>
                      <a:gd name="connsiteY21" fmla="*/ 300037 h 600075"/>
                      <a:gd name="connsiteX22" fmla="*/ 770803 w 837172"/>
                      <a:gd name="connsiteY22" fmla="*/ 507682 h 600075"/>
                      <a:gd name="connsiteX23" fmla="*/ 779375 w 837172"/>
                      <a:gd name="connsiteY23" fmla="*/ 528637 h 600075"/>
                      <a:gd name="connsiteX0" fmla="*/ 799378 w 837172"/>
                      <a:gd name="connsiteY0" fmla="*/ 458152 h 600075"/>
                      <a:gd name="connsiteX1" fmla="*/ 448858 w 837172"/>
                      <a:gd name="connsiteY1" fmla="*/ 250507 h 600075"/>
                      <a:gd name="connsiteX2" fmla="*/ 372658 w 837172"/>
                      <a:gd name="connsiteY2" fmla="*/ 104775 h 600075"/>
                      <a:gd name="connsiteX3" fmla="*/ 420283 w 837172"/>
                      <a:gd name="connsiteY3" fmla="*/ 57150 h 600075"/>
                      <a:gd name="connsiteX4" fmla="*/ 477433 w 837172"/>
                      <a:gd name="connsiteY4" fmla="*/ 104775 h 600075"/>
                      <a:gd name="connsiteX5" fmla="*/ 506008 w 837172"/>
                      <a:gd name="connsiteY5" fmla="*/ 133350 h 600075"/>
                      <a:gd name="connsiteX6" fmla="*/ 534583 w 837172"/>
                      <a:gd name="connsiteY6" fmla="*/ 104775 h 600075"/>
                      <a:gd name="connsiteX7" fmla="*/ 420283 w 837172"/>
                      <a:gd name="connsiteY7" fmla="*/ 0 h 600075"/>
                      <a:gd name="connsiteX8" fmla="*/ 315508 w 837172"/>
                      <a:gd name="connsiteY8" fmla="*/ 104775 h 600075"/>
                      <a:gd name="connsiteX9" fmla="*/ 41188 w 837172"/>
                      <a:gd name="connsiteY9" fmla="*/ 458152 h 600075"/>
                      <a:gd name="connsiteX10" fmla="*/ 6898 w 837172"/>
                      <a:gd name="connsiteY10" fmla="*/ 543877 h 600075"/>
                      <a:gd name="connsiteX11" fmla="*/ 80240 w 837172"/>
                      <a:gd name="connsiteY11" fmla="*/ 600075 h 600075"/>
                      <a:gd name="connsiteX12" fmla="*/ 761278 w 837172"/>
                      <a:gd name="connsiteY12" fmla="*/ 600075 h 600075"/>
                      <a:gd name="connsiteX13" fmla="*/ 834620 w 837172"/>
                      <a:gd name="connsiteY13" fmla="*/ 543877 h 600075"/>
                      <a:gd name="connsiteX14" fmla="*/ 799378 w 837172"/>
                      <a:gd name="connsiteY14" fmla="*/ 458152 h 600075"/>
                      <a:gd name="connsiteX15" fmla="*/ 779375 w 837172"/>
                      <a:gd name="connsiteY15" fmla="*/ 528637 h 600075"/>
                      <a:gd name="connsiteX16" fmla="*/ 761278 w 837172"/>
                      <a:gd name="connsiteY16" fmla="*/ 542925 h 600075"/>
                      <a:gd name="connsiteX17" fmla="*/ 79288 w 837172"/>
                      <a:gd name="connsiteY17" fmla="*/ 542925 h 600075"/>
                      <a:gd name="connsiteX18" fmla="*/ 61190 w 837172"/>
                      <a:gd name="connsiteY18" fmla="*/ 528637 h 600075"/>
                      <a:gd name="connsiteX19" fmla="*/ 69763 w 837172"/>
                      <a:gd name="connsiteY19" fmla="*/ 507682 h 600075"/>
                      <a:gd name="connsiteX20" fmla="*/ 420283 w 837172"/>
                      <a:gd name="connsiteY20" fmla="*/ 300037 h 600075"/>
                      <a:gd name="connsiteX21" fmla="*/ 770803 w 837172"/>
                      <a:gd name="connsiteY21" fmla="*/ 507682 h 600075"/>
                      <a:gd name="connsiteX22" fmla="*/ 779375 w 837172"/>
                      <a:gd name="connsiteY22" fmla="*/ 528637 h 600075"/>
                      <a:gd name="connsiteX0" fmla="*/ 799378 w 837172"/>
                      <a:gd name="connsiteY0" fmla="*/ 458152 h 600075"/>
                      <a:gd name="connsiteX1" fmla="*/ 372658 w 837172"/>
                      <a:gd name="connsiteY1" fmla="*/ 104775 h 600075"/>
                      <a:gd name="connsiteX2" fmla="*/ 420283 w 837172"/>
                      <a:gd name="connsiteY2" fmla="*/ 57150 h 600075"/>
                      <a:gd name="connsiteX3" fmla="*/ 477433 w 837172"/>
                      <a:gd name="connsiteY3" fmla="*/ 104775 h 600075"/>
                      <a:gd name="connsiteX4" fmla="*/ 506008 w 837172"/>
                      <a:gd name="connsiteY4" fmla="*/ 133350 h 600075"/>
                      <a:gd name="connsiteX5" fmla="*/ 534583 w 837172"/>
                      <a:gd name="connsiteY5" fmla="*/ 104775 h 600075"/>
                      <a:gd name="connsiteX6" fmla="*/ 420283 w 837172"/>
                      <a:gd name="connsiteY6" fmla="*/ 0 h 600075"/>
                      <a:gd name="connsiteX7" fmla="*/ 315508 w 837172"/>
                      <a:gd name="connsiteY7" fmla="*/ 104775 h 600075"/>
                      <a:gd name="connsiteX8" fmla="*/ 41188 w 837172"/>
                      <a:gd name="connsiteY8" fmla="*/ 458152 h 600075"/>
                      <a:gd name="connsiteX9" fmla="*/ 6898 w 837172"/>
                      <a:gd name="connsiteY9" fmla="*/ 543877 h 600075"/>
                      <a:gd name="connsiteX10" fmla="*/ 80240 w 837172"/>
                      <a:gd name="connsiteY10" fmla="*/ 600075 h 600075"/>
                      <a:gd name="connsiteX11" fmla="*/ 761278 w 837172"/>
                      <a:gd name="connsiteY11" fmla="*/ 600075 h 600075"/>
                      <a:gd name="connsiteX12" fmla="*/ 834620 w 837172"/>
                      <a:gd name="connsiteY12" fmla="*/ 543877 h 600075"/>
                      <a:gd name="connsiteX13" fmla="*/ 799378 w 837172"/>
                      <a:gd name="connsiteY13" fmla="*/ 458152 h 600075"/>
                      <a:gd name="connsiteX14" fmla="*/ 779375 w 837172"/>
                      <a:gd name="connsiteY14" fmla="*/ 528637 h 600075"/>
                      <a:gd name="connsiteX15" fmla="*/ 761278 w 837172"/>
                      <a:gd name="connsiteY15" fmla="*/ 542925 h 600075"/>
                      <a:gd name="connsiteX16" fmla="*/ 79288 w 837172"/>
                      <a:gd name="connsiteY16" fmla="*/ 542925 h 600075"/>
                      <a:gd name="connsiteX17" fmla="*/ 61190 w 837172"/>
                      <a:gd name="connsiteY17" fmla="*/ 528637 h 600075"/>
                      <a:gd name="connsiteX18" fmla="*/ 69763 w 837172"/>
                      <a:gd name="connsiteY18" fmla="*/ 507682 h 600075"/>
                      <a:gd name="connsiteX19" fmla="*/ 420283 w 837172"/>
                      <a:gd name="connsiteY19" fmla="*/ 300037 h 600075"/>
                      <a:gd name="connsiteX20" fmla="*/ 770803 w 837172"/>
                      <a:gd name="connsiteY20" fmla="*/ 507682 h 600075"/>
                      <a:gd name="connsiteX21" fmla="*/ 779375 w 837172"/>
                      <a:gd name="connsiteY21" fmla="*/ 528637 h 600075"/>
                      <a:gd name="connsiteX0" fmla="*/ 804847 w 842641"/>
                      <a:gd name="connsiteY0" fmla="*/ 475660 h 617583"/>
                      <a:gd name="connsiteX1" fmla="*/ 378127 w 842641"/>
                      <a:gd name="connsiteY1" fmla="*/ 122283 h 617583"/>
                      <a:gd name="connsiteX2" fmla="*/ 425752 w 842641"/>
                      <a:gd name="connsiteY2" fmla="*/ 74658 h 617583"/>
                      <a:gd name="connsiteX3" fmla="*/ 482902 w 842641"/>
                      <a:gd name="connsiteY3" fmla="*/ 122283 h 617583"/>
                      <a:gd name="connsiteX4" fmla="*/ 511477 w 842641"/>
                      <a:gd name="connsiteY4" fmla="*/ 150858 h 617583"/>
                      <a:gd name="connsiteX5" fmla="*/ 540052 w 842641"/>
                      <a:gd name="connsiteY5" fmla="*/ 122283 h 617583"/>
                      <a:gd name="connsiteX6" fmla="*/ 425752 w 842641"/>
                      <a:gd name="connsiteY6" fmla="*/ 17508 h 617583"/>
                      <a:gd name="connsiteX7" fmla="*/ 46657 w 842641"/>
                      <a:gd name="connsiteY7" fmla="*/ 475660 h 617583"/>
                      <a:gd name="connsiteX8" fmla="*/ 12367 w 842641"/>
                      <a:gd name="connsiteY8" fmla="*/ 561385 h 617583"/>
                      <a:gd name="connsiteX9" fmla="*/ 85709 w 842641"/>
                      <a:gd name="connsiteY9" fmla="*/ 617583 h 617583"/>
                      <a:gd name="connsiteX10" fmla="*/ 766747 w 842641"/>
                      <a:gd name="connsiteY10" fmla="*/ 617583 h 617583"/>
                      <a:gd name="connsiteX11" fmla="*/ 840089 w 842641"/>
                      <a:gd name="connsiteY11" fmla="*/ 561385 h 617583"/>
                      <a:gd name="connsiteX12" fmla="*/ 804847 w 842641"/>
                      <a:gd name="connsiteY12" fmla="*/ 475660 h 617583"/>
                      <a:gd name="connsiteX13" fmla="*/ 784844 w 842641"/>
                      <a:gd name="connsiteY13" fmla="*/ 546145 h 617583"/>
                      <a:gd name="connsiteX14" fmla="*/ 766747 w 842641"/>
                      <a:gd name="connsiteY14" fmla="*/ 560433 h 617583"/>
                      <a:gd name="connsiteX15" fmla="*/ 84757 w 842641"/>
                      <a:gd name="connsiteY15" fmla="*/ 560433 h 617583"/>
                      <a:gd name="connsiteX16" fmla="*/ 66659 w 842641"/>
                      <a:gd name="connsiteY16" fmla="*/ 546145 h 617583"/>
                      <a:gd name="connsiteX17" fmla="*/ 75232 w 842641"/>
                      <a:gd name="connsiteY17" fmla="*/ 525190 h 617583"/>
                      <a:gd name="connsiteX18" fmla="*/ 425752 w 842641"/>
                      <a:gd name="connsiteY18" fmla="*/ 317545 h 617583"/>
                      <a:gd name="connsiteX19" fmla="*/ 776272 w 842641"/>
                      <a:gd name="connsiteY19" fmla="*/ 525190 h 617583"/>
                      <a:gd name="connsiteX20" fmla="*/ 784844 w 842641"/>
                      <a:gd name="connsiteY20" fmla="*/ 546145 h 617583"/>
                      <a:gd name="connsiteX0" fmla="*/ 804847 w 842641"/>
                      <a:gd name="connsiteY0" fmla="*/ 475660 h 617583"/>
                      <a:gd name="connsiteX1" fmla="*/ 425752 w 842641"/>
                      <a:gd name="connsiteY1" fmla="*/ 74658 h 617583"/>
                      <a:gd name="connsiteX2" fmla="*/ 482902 w 842641"/>
                      <a:gd name="connsiteY2" fmla="*/ 122283 h 617583"/>
                      <a:gd name="connsiteX3" fmla="*/ 511477 w 842641"/>
                      <a:gd name="connsiteY3" fmla="*/ 150858 h 617583"/>
                      <a:gd name="connsiteX4" fmla="*/ 540052 w 842641"/>
                      <a:gd name="connsiteY4" fmla="*/ 122283 h 617583"/>
                      <a:gd name="connsiteX5" fmla="*/ 425752 w 842641"/>
                      <a:gd name="connsiteY5" fmla="*/ 17508 h 617583"/>
                      <a:gd name="connsiteX6" fmla="*/ 46657 w 842641"/>
                      <a:gd name="connsiteY6" fmla="*/ 475660 h 617583"/>
                      <a:gd name="connsiteX7" fmla="*/ 12367 w 842641"/>
                      <a:gd name="connsiteY7" fmla="*/ 561385 h 617583"/>
                      <a:gd name="connsiteX8" fmla="*/ 85709 w 842641"/>
                      <a:gd name="connsiteY8" fmla="*/ 617583 h 617583"/>
                      <a:gd name="connsiteX9" fmla="*/ 766747 w 842641"/>
                      <a:gd name="connsiteY9" fmla="*/ 617583 h 617583"/>
                      <a:gd name="connsiteX10" fmla="*/ 840089 w 842641"/>
                      <a:gd name="connsiteY10" fmla="*/ 561385 h 617583"/>
                      <a:gd name="connsiteX11" fmla="*/ 804847 w 842641"/>
                      <a:gd name="connsiteY11" fmla="*/ 475660 h 617583"/>
                      <a:gd name="connsiteX12" fmla="*/ 784844 w 842641"/>
                      <a:gd name="connsiteY12" fmla="*/ 546145 h 617583"/>
                      <a:gd name="connsiteX13" fmla="*/ 766747 w 842641"/>
                      <a:gd name="connsiteY13" fmla="*/ 560433 h 617583"/>
                      <a:gd name="connsiteX14" fmla="*/ 84757 w 842641"/>
                      <a:gd name="connsiteY14" fmla="*/ 560433 h 617583"/>
                      <a:gd name="connsiteX15" fmla="*/ 66659 w 842641"/>
                      <a:gd name="connsiteY15" fmla="*/ 546145 h 617583"/>
                      <a:gd name="connsiteX16" fmla="*/ 75232 w 842641"/>
                      <a:gd name="connsiteY16" fmla="*/ 525190 h 617583"/>
                      <a:gd name="connsiteX17" fmla="*/ 425752 w 842641"/>
                      <a:gd name="connsiteY17" fmla="*/ 317545 h 617583"/>
                      <a:gd name="connsiteX18" fmla="*/ 776272 w 842641"/>
                      <a:gd name="connsiteY18" fmla="*/ 525190 h 617583"/>
                      <a:gd name="connsiteX19" fmla="*/ 784844 w 842641"/>
                      <a:gd name="connsiteY19" fmla="*/ 546145 h 617583"/>
                      <a:gd name="connsiteX0" fmla="*/ 811977 w 849771"/>
                      <a:gd name="connsiteY0" fmla="*/ 401002 h 542925"/>
                      <a:gd name="connsiteX1" fmla="*/ 432882 w 849771"/>
                      <a:gd name="connsiteY1" fmla="*/ 0 h 542925"/>
                      <a:gd name="connsiteX2" fmla="*/ 490032 w 849771"/>
                      <a:gd name="connsiteY2" fmla="*/ 47625 h 542925"/>
                      <a:gd name="connsiteX3" fmla="*/ 518607 w 849771"/>
                      <a:gd name="connsiteY3" fmla="*/ 76200 h 542925"/>
                      <a:gd name="connsiteX4" fmla="*/ 547182 w 849771"/>
                      <a:gd name="connsiteY4" fmla="*/ 47625 h 542925"/>
                      <a:gd name="connsiteX5" fmla="*/ 53787 w 849771"/>
                      <a:gd name="connsiteY5" fmla="*/ 401002 h 542925"/>
                      <a:gd name="connsiteX6" fmla="*/ 19497 w 849771"/>
                      <a:gd name="connsiteY6" fmla="*/ 486727 h 542925"/>
                      <a:gd name="connsiteX7" fmla="*/ 92839 w 849771"/>
                      <a:gd name="connsiteY7" fmla="*/ 542925 h 542925"/>
                      <a:gd name="connsiteX8" fmla="*/ 773877 w 849771"/>
                      <a:gd name="connsiteY8" fmla="*/ 542925 h 542925"/>
                      <a:gd name="connsiteX9" fmla="*/ 847219 w 849771"/>
                      <a:gd name="connsiteY9" fmla="*/ 486727 h 542925"/>
                      <a:gd name="connsiteX10" fmla="*/ 811977 w 849771"/>
                      <a:gd name="connsiteY10" fmla="*/ 401002 h 542925"/>
                      <a:gd name="connsiteX11" fmla="*/ 791974 w 849771"/>
                      <a:gd name="connsiteY11" fmla="*/ 471487 h 542925"/>
                      <a:gd name="connsiteX12" fmla="*/ 773877 w 849771"/>
                      <a:gd name="connsiteY12" fmla="*/ 485775 h 542925"/>
                      <a:gd name="connsiteX13" fmla="*/ 91887 w 849771"/>
                      <a:gd name="connsiteY13" fmla="*/ 485775 h 542925"/>
                      <a:gd name="connsiteX14" fmla="*/ 73789 w 849771"/>
                      <a:gd name="connsiteY14" fmla="*/ 471487 h 542925"/>
                      <a:gd name="connsiteX15" fmla="*/ 82362 w 849771"/>
                      <a:gd name="connsiteY15" fmla="*/ 450532 h 542925"/>
                      <a:gd name="connsiteX16" fmla="*/ 432882 w 849771"/>
                      <a:gd name="connsiteY16" fmla="*/ 242887 h 542925"/>
                      <a:gd name="connsiteX17" fmla="*/ 783402 w 849771"/>
                      <a:gd name="connsiteY17" fmla="*/ 450532 h 542925"/>
                      <a:gd name="connsiteX18" fmla="*/ 791974 w 849771"/>
                      <a:gd name="connsiteY18" fmla="*/ 471487 h 542925"/>
                      <a:gd name="connsiteX0" fmla="*/ 811977 w 849771"/>
                      <a:gd name="connsiteY0" fmla="*/ 401002 h 542925"/>
                      <a:gd name="connsiteX1" fmla="*/ 432882 w 849771"/>
                      <a:gd name="connsiteY1" fmla="*/ 0 h 542925"/>
                      <a:gd name="connsiteX2" fmla="*/ 490032 w 849771"/>
                      <a:gd name="connsiteY2" fmla="*/ 47625 h 542925"/>
                      <a:gd name="connsiteX3" fmla="*/ 547182 w 849771"/>
                      <a:gd name="connsiteY3" fmla="*/ 47625 h 542925"/>
                      <a:gd name="connsiteX4" fmla="*/ 53787 w 849771"/>
                      <a:gd name="connsiteY4" fmla="*/ 401002 h 542925"/>
                      <a:gd name="connsiteX5" fmla="*/ 19497 w 849771"/>
                      <a:gd name="connsiteY5" fmla="*/ 486727 h 542925"/>
                      <a:gd name="connsiteX6" fmla="*/ 92839 w 849771"/>
                      <a:gd name="connsiteY6" fmla="*/ 542925 h 542925"/>
                      <a:gd name="connsiteX7" fmla="*/ 773877 w 849771"/>
                      <a:gd name="connsiteY7" fmla="*/ 542925 h 542925"/>
                      <a:gd name="connsiteX8" fmla="*/ 847219 w 849771"/>
                      <a:gd name="connsiteY8" fmla="*/ 486727 h 542925"/>
                      <a:gd name="connsiteX9" fmla="*/ 811977 w 849771"/>
                      <a:gd name="connsiteY9" fmla="*/ 401002 h 542925"/>
                      <a:gd name="connsiteX10" fmla="*/ 791974 w 849771"/>
                      <a:gd name="connsiteY10" fmla="*/ 471487 h 542925"/>
                      <a:gd name="connsiteX11" fmla="*/ 773877 w 849771"/>
                      <a:gd name="connsiteY11" fmla="*/ 485775 h 542925"/>
                      <a:gd name="connsiteX12" fmla="*/ 91887 w 849771"/>
                      <a:gd name="connsiteY12" fmla="*/ 485775 h 542925"/>
                      <a:gd name="connsiteX13" fmla="*/ 73789 w 849771"/>
                      <a:gd name="connsiteY13" fmla="*/ 471487 h 542925"/>
                      <a:gd name="connsiteX14" fmla="*/ 82362 w 849771"/>
                      <a:gd name="connsiteY14" fmla="*/ 450532 h 542925"/>
                      <a:gd name="connsiteX15" fmla="*/ 432882 w 849771"/>
                      <a:gd name="connsiteY15" fmla="*/ 242887 h 542925"/>
                      <a:gd name="connsiteX16" fmla="*/ 783402 w 849771"/>
                      <a:gd name="connsiteY16" fmla="*/ 450532 h 542925"/>
                      <a:gd name="connsiteX17" fmla="*/ 791974 w 849771"/>
                      <a:gd name="connsiteY17" fmla="*/ 471487 h 542925"/>
                      <a:gd name="connsiteX0" fmla="*/ 808316 w 846110"/>
                      <a:gd name="connsiteY0" fmla="*/ 403561 h 545484"/>
                      <a:gd name="connsiteX1" fmla="*/ 429221 w 846110"/>
                      <a:gd name="connsiteY1" fmla="*/ 2559 h 545484"/>
                      <a:gd name="connsiteX2" fmla="*/ 486371 w 846110"/>
                      <a:gd name="connsiteY2" fmla="*/ 50184 h 545484"/>
                      <a:gd name="connsiteX3" fmla="*/ 50126 w 846110"/>
                      <a:gd name="connsiteY3" fmla="*/ 403561 h 545484"/>
                      <a:gd name="connsiteX4" fmla="*/ 15836 w 846110"/>
                      <a:gd name="connsiteY4" fmla="*/ 489286 h 545484"/>
                      <a:gd name="connsiteX5" fmla="*/ 89178 w 846110"/>
                      <a:gd name="connsiteY5" fmla="*/ 545484 h 545484"/>
                      <a:gd name="connsiteX6" fmla="*/ 770216 w 846110"/>
                      <a:gd name="connsiteY6" fmla="*/ 545484 h 545484"/>
                      <a:gd name="connsiteX7" fmla="*/ 843558 w 846110"/>
                      <a:gd name="connsiteY7" fmla="*/ 489286 h 545484"/>
                      <a:gd name="connsiteX8" fmla="*/ 808316 w 846110"/>
                      <a:gd name="connsiteY8" fmla="*/ 403561 h 545484"/>
                      <a:gd name="connsiteX9" fmla="*/ 788313 w 846110"/>
                      <a:gd name="connsiteY9" fmla="*/ 474046 h 545484"/>
                      <a:gd name="connsiteX10" fmla="*/ 770216 w 846110"/>
                      <a:gd name="connsiteY10" fmla="*/ 488334 h 545484"/>
                      <a:gd name="connsiteX11" fmla="*/ 88226 w 846110"/>
                      <a:gd name="connsiteY11" fmla="*/ 488334 h 545484"/>
                      <a:gd name="connsiteX12" fmla="*/ 70128 w 846110"/>
                      <a:gd name="connsiteY12" fmla="*/ 474046 h 545484"/>
                      <a:gd name="connsiteX13" fmla="*/ 78701 w 846110"/>
                      <a:gd name="connsiteY13" fmla="*/ 453091 h 545484"/>
                      <a:gd name="connsiteX14" fmla="*/ 429221 w 846110"/>
                      <a:gd name="connsiteY14" fmla="*/ 245446 h 545484"/>
                      <a:gd name="connsiteX15" fmla="*/ 779741 w 846110"/>
                      <a:gd name="connsiteY15" fmla="*/ 453091 h 545484"/>
                      <a:gd name="connsiteX16" fmla="*/ 788313 w 846110"/>
                      <a:gd name="connsiteY16" fmla="*/ 474046 h 545484"/>
                      <a:gd name="connsiteX0" fmla="*/ 804848 w 842642"/>
                      <a:gd name="connsiteY0" fmla="*/ 401002 h 542925"/>
                      <a:gd name="connsiteX1" fmla="*/ 425753 w 842642"/>
                      <a:gd name="connsiteY1" fmla="*/ 0 h 542925"/>
                      <a:gd name="connsiteX2" fmla="*/ 46658 w 842642"/>
                      <a:gd name="connsiteY2" fmla="*/ 401002 h 542925"/>
                      <a:gd name="connsiteX3" fmla="*/ 12368 w 842642"/>
                      <a:gd name="connsiteY3" fmla="*/ 486727 h 542925"/>
                      <a:gd name="connsiteX4" fmla="*/ 85710 w 842642"/>
                      <a:gd name="connsiteY4" fmla="*/ 542925 h 542925"/>
                      <a:gd name="connsiteX5" fmla="*/ 766748 w 842642"/>
                      <a:gd name="connsiteY5" fmla="*/ 542925 h 542925"/>
                      <a:gd name="connsiteX6" fmla="*/ 840090 w 842642"/>
                      <a:gd name="connsiteY6" fmla="*/ 486727 h 542925"/>
                      <a:gd name="connsiteX7" fmla="*/ 804848 w 842642"/>
                      <a:gd name="connsiteY7" fmla="*/ 401002 h 542925"/>
                      <a:gd name="connsiteX8" fmla="*/ 784845 w 842642"/>
                      <a:gd name="connsiteY8" fmla="*/ 471487 h 542925"/>
                      <a:gd name="connsiteX9" fmla="*/ 766748 w 842642"/>
                      <a:gd name="connsiteY9" fmla="*/ 485775 h 542925"/>
                      <a:gd name="connsiteX10" fmla="*/ 84758 w 842642"/>
                      <a:gd name="connsiteY10" fmla="*/ 485775 h 542925"/>
                      <a:gd name="connsiteX11" fmla="*/ 66660 w 842642"/>
                      <a:gd name="connsiteY11" fmla="*/ 471487 h 542925"/>
                      <a:gd name="connsiteX12" fmla="*/ 75233 w 842642"/>
                      <a:gd name="connsiteY12" fmla="*/ 450532 h 542925"/>
                      <a:gd name="connsiteX13" fmla="*/ 425753 w 842642"/>
                      <a:gd name="connsiteY13" fmla="*/ 242887 h 542925"/>
                      <a:gd name="connsiteX14" fmla="*/ 776273 w 842642"/>
                      <a:gd name="connsiteY14" fmla="*/ 450532 h 542925"/>
                      <a:gd name="connsiteX15" fmla="*/ 784845 w 842642"/>
                      <a:gd name="connsiteY15" fmla="*/ 471487 h 542925"/>
                      <a:gd name="connsiteX0" fmla="*/ 830163 w 867957"/>
                      <a:gd name="connsiteY0" fmla="*/ 158115 h 300038"/>
                      <a:gd name="connsiteX1" fmla="*/ 71973 w 867957"/>
                      <a:gd name="connsiteY1" fmla="*/ 158115 h 300038"/>
                      <a:gd name="connsiteX2" fmla="*/ 37683 w 867957"/>
                      <a:gd name="connsiteY2" fmla="*/ 243840 h 300038"/>
                      <a:gd name="connsiteX3" fmla="*/ 111025 w 867957"/>
                      <a:gd name="connsiteY3" fmla="*/ 300038 h 300038"/>
                      <a:gd name="connsiteX4" fmla="*/ 792063 w 867957"/>
                      <a:gd name="connsiteY4" fmla="*/ 300038 h 300038"/>
                      <a:gd name="connsiteX5" fmla="*/ 865405 w 867957"/>
                      <a:gd name="connsiteY5" fmla="*/ 243840 h 300038"/>
                      <a:gd name="connsiteX6" fmla="*/ 830163 w 867957"/>
                      <a:gd name="connsiteY6" fmla="*/ 158115 h 300038"/>
                      <a:gd name="connsiteX7" fmla="*/ 810160 w 867957"/>
                      <a:gd name="connsiteY7" fmla="*/ 228600 h 300038"/>
                      <a:gd name="connsiteX8" fmla="*/ 792063 w 867957"/>
                      <a:gd name="connsiteY8" fmla="*/ 242888 h 300038"/>
                      <a:gd name="connsiteX9" fmla="*/ 110073 w 867957"/>
                      <a:gd name="connsiteY9" fmla="*/ 242888 h 300038"/>
                      <a:gd name="connsiteX10" fmla="*/ 91975 w 867957"/>
                      <a:gd name="connsiteY10" fmla="*/ 228600 h 300038"/>
                      <a:gd name="connsiteX11" fmla="*/ 100548 w 867957"/>
                      <a:gd name="connsiteY11" fmla="*/ 207645 h 300038"/>
                      <a:gd name="connsiteX12" fmla="*/ 451068 w 867957"/>
                      <a:gd name="connsiteY12" fmla="*/ 0 h 300038"/>
                      <a:gd name="connsiteX13" fmla="*/ 801588 w 867957"/>
                      <a:gd name="connsiteY13" fmla="*/ 207645 h 300038"/>
                      <a:gd name="connsiteX14" fmla="*/ 810160 w 867957"/>
                      <a:gd name="connsiteY14" fmla="*/ 228600 h 300038"/>
                      <a:gd name="connsiteX0" fmla="*/ 830163 w 867957"/>
                      <a:gd name="connsiteY0" fmla="*/ 10716 h 152639"/>
                      <a:gd name="connsiteX1" fmla="*/ 71973 w 867957"/>
                      <a:gd name="connsiteY1" fmla="*/ 10716 h 152639"/>
                      <a:gd name="connsiteX2" fmla="*/ 37683 w 867957"/>
                      <a:gd name="connsiteY2" fmla="*/ 96441 h 152639"/>
                      <a:gd name="connsiteX3" fmla="*/ 111025 w 867957"/>
                      <a:gd name="connsiteY3" fmla="*/ 152639 h 152639"/>
                      <a:gd name="connsiteX4" fmla="*/ 792063 w 867957"/>
                      <a:gd name="connsiteY4" fmla="*/ 152639 h 152639"/>
                      <a:gd name="connsiteX5" fmla="*/ 865405 w 867957"/>
                      <a:gd name="connsiteY5" fmla="*/ 96441 h 152639"/>
                      <a:gd name="connsiteX6" fmla="*/ 830163 w 867957"/>
                      <a:gd name="connsiteY6" fmla="*/ 10716 h 152639"/>
                      <a:gd name="connsiteX7" fmla="*/ 810160 w 867957"/>
                      <a:gd name="connsiteY7" fmla="*/ 81201 h 152639"/>
                      <a:gd name="connsiteX8" fmla="*/ 792063 w 867957"/>
                      <a:gd name="connsiteY8" fmla="*/ 95489 h 152639"/>
                      <a:gd name="connsiteX9" fmla="*/ 110073 w 867957"/>
                      <a:gd name="connsiteY9" fmla="*/ 95489 h 152639"/>
                      <a:gd name="connsiteX10" fmla="*/ 91975 w 867957"/>
                      <a:gd name="connsiteY10" fmla="*/ 81201 h 152639"/>
                      <a:gd name="connsiteX11" fmla="*/ 100548 w 867957"/>
                      <a:gd name="connsiteY11" fmla="*/ 60246 h 152639"/>
                      <a:gd name="connsiteX12" fmla="*/ 801588 w 867957"/>
                      <a:gd name="connsiteY12" fmla="*/ 60246 h 152639"/>
                      <a:gd name="connsiteX13" fmla="*/ 810160 w 867957"/>
                      <a:gd name="connsiteY13" fmla="*/ 81201 h 152639"/>
                      <a:gd name="connsiteX0" fmla="*/ 847051 w 884845"/>
                      <a:gd name="connsiteY0" fmla="*/ 10716 h 152639"/>
                      <a:gd name="connsiteX1" fmla="*/ 88861 w 884845"/>
                      <a:gd name="connsiteY1" fmla="*/ 10716 h 152639"/>
                      <a:gd name="connsiteX2" fmla="*/ 17862 w 884845"/>
                      <a:gd name="connsiteY2" fmla="*/ 99340 h 152639"/>
                      <a:gd name="connsiteX3" fmla="*/ 127913 w 884845"/>
                      <a:gd name="connsiteY3" fmla="*/ 152639 h 152639"/>
                      <a:gd name="connsiteX4" fmla="*/ 808951 w 884845"/>
                      <a:gd name="connsiteY4" fmla="*/ 152639 h 152639"/>
                      <a:gd name="connsiteX5" fmla="*/ 882293 w 884845"/>
                      <a:gd name="connsiteY5" fmla="*/ 96441 h 152639"/>
                      <a:gd name="connsiteX6" fmla="*/ 847051 w 884845"/>
                      <a:gd name="connsiteY6" fmla="*/ 10716 h 152639"/>
                      <a:gd name="connsiteX7" fmla="*/ 827048 w 884845"/>
                      <a:gd name="connsiteY7" fmla="*/ 81201 h 152639"/>
                      <a:gd name="connsiteX8" fmla="*/ 808951 w 884845"/>
                      <a:gd name="connsiteY8" fmla="*/ 95489 h 152639"/>
                      <a:gd name="connsiteX9" fmla="*/ 126961 w 884845"/>
                      <a:gd name="connsiteY9" fmla="*/ 95489 h 152639"/>
                      <a:gd name="connsiteX10" fmla="*/ 108863 w 884845"/>
                      <a:gd name="connsiteY10" fmla="*/ 81201 h 152639"/>
                      <a:gd name="connsiteX11" fmla="*/ 117436 w 884845"/>
                      <a:gd name="connsiteY11" fmla="*/ 60246 h 152639"/>
                      <a:gd name="connsiteX12" fmla="*/ 818476 w 884845"/>
                      <a:gd name="connsiteY12" fmla="*/ 60246 h 152639"/>
                      <a:gd name="connsiteX13" fmla="*/ 827048 w 884845"/>
                      <a:gd name="connsiteY13" fmla="*/ 81201 h 152639"/>
                      <a:gd name="connsiteX0" fmla="*/ 864149 w 901943"/>
                      <a:gd name="connsiteY0" fmla="*/ 10716 h 152639"/>
                      <a:gd name="connsiteX1" fmla="*/ 105959 w 901943"/>
                      <a:gd name="connsiteY1" fmla="*/ 10716 h 152639"/>
                      <a:gd name="connsiteX2" fmla="*/ 8262 w 901943"/>
                      <a:gd name="connsiteY2" fmla="*/ 99340 h 152639"/>
                      <a:gd name="connsiteX3" fmla="*/ 145011 w 901943"/>
                      <a:gd name="connsiteY3" fmla="*/ 152639 h 152639"/>
                      <a:gd name="connsiteX4" fmla="*/ 826049 w 901943"/>
                      <a:gd name="connsiteY4" fmla="*/ 152639 h 152639"/>
                      <a:gd name="connsiteX5" fmla="*/ 899391 w 901943"/>
                      <a:gd name="connsiteY5" fmla="*/ 96441 h 152639"/>
                      <a:gd name="connsiteX6" fmla="*/ 864149 w 901943"/>
                      <a:gd name="connsiteY6" fmla="*/ 10716 h 152639"/>
                      <a:gd name="connsiteX7" fmla="*/ 844146 w 901943"/>
                      <a:gd name="connsiteY7" fmla="*/ 81201 h 152639"/>
                      <a:gd name="connsiteX8" fmla="*/ 826049 w 901943"/>
                      <a:gd name="connsiteY8" fmla="*/ 95489 h 152639"/>
                      <a:gd name="connsiteX9" fmla="*/ 144059 w 901943"/>
                      <a:gd name="connsiteY9" fmla="*/ 95489 h 152639"/>
                      <a:gd name="connsiteX10" fmla="*/ 125961 w 901943"/>
                      <a:gd name="connsiteY10" fmla="*/ 81201 h 152639"/>
                      <a:gd name="connsiteX11" fmla="*/ 134534 w 901943"/>
                      <a:gd name="connsiteY11" fmla="*/ 60246 h 152639"/>
                      <a:gd name="connsiteX12" fmla="*/ 835574 w 901943"/>
                      <a:gd name="connsiteY12" fmla="*/ 60246 h 152639"/>
                      <a:gd name="connsiteX13" fmla="*/ 844146 w 901943"/>
                      <a:gd name="connsiteY13" fmla="*/ 81201 h 152639"/>
                      <a:gd name="connsiteX0" fmla="*/ 864149 w 901943"/>
                      <a:gd name="connsiteY0" fmla="*/ 10716 h 152639"/>
                      <a:gd name="connsiteX1" fmla="*/ 105959 w 901943"/>
                      <a:gd name="connsiteY1" fmla="*/ 10716 h 152639"/>
                      <a:gd name="connsiteX2" fmla="*/ 8262 w 901943"/>
                      <a:gd name="connsiteY2" fmla="*/ 99340 h 152639"/>
                      <a:gd name="connsiteX3" fmla="*/ 145011 w 901943"/>
                      <a:gd name="connsiteY3" fmla="*/ 152639 h 152639"/>
                      <a:gd name="connsiteX4" fmla="*/ 826049 w 901943"/>
                      <a:gd name="connsiteY4" fmla="*/ 152639 h 152639"/>
                      <a:gd name="connsiteX5" fmla="*/ 899391 w 901943"/>
                      <a:gd name="connsiteY5" fmla="*/ 96441 h 152639"/>
                      <a:gd name="connsiteX6" fmla="*/ 864149 w 901943"/>
                      <a:gd name="connsiteY6" fmla="*/ 10716 h 152639"/>
                      <a:gd name="connsiteX7" fmla="*/ 844146 w 901943"/>
                      <a:gd name="connsiteY7" fmla="*/ 81201 h 152639"/>
                      <a:gd name="connsiteX8" fmla="*/ 826049 w 901943"/>
                      <a:gd name="connsiteY8" fmla="*/ 95489 h 152639"/>
                      <a:gd name="connsiteX9" fmla="*/ 144059 w 901943"/>
                      <a:gd name="connsiteY9" fmla="*/ 95489 h 152639"/>
                      <a:gd name="connsiteX10" fmla="*/ 125961 w 901943"/>
                      <a:gd name="connsiteY10" fmla="*/ 81201 h 152639"/>
                      <a:gd name="connsiteX11" fmla="*/ 141209 w 901943"/>
                      <a:gd name="connsiteY11" fmla="*/ 42851 h 152639"/>
                      <a:gd name="connsiteX12" fmla="*/ 835574 w 901943"/>
                      <a:gd name="connsiteY12" fmla="*/ 60246 h 152639"/>
                      <a:gd name="connsiteX13" fmla="*/ 844146 w 901943"/>
                      <a:gd name="connsiteY13" fmla="*/ 81201 h 152639"/>
                      <a:gd name="connsiteX0" fmla="*/ 864149 w 901943"/>
                      <a:gd name="connsiteY0" fmla="*/ 10716 h 152639"/>
                      <a:gd name="connsiteX1" fmla="*/ 105959 w 901943"/>
                      <a:gd name="connsiteY1" fmla="*/ 10716 h 152639"/>
                      <a:gd name="connsiteX2" fmla="*/ 8262 w 901943"/>
                      <a:gd name="connsiteY2" fmla="*/ 99340 h 152639"/>
                      <a:gd name="connsiteX3" fmla="*/ 145011 w 901943"/>
                      <a:gd name="connsiteY3" fmla="*/ 152639 h 152639"/>
                      <a:gd name="connsiteX4" fmla="*/ 826049 w 901943"/>
                      <a:gd name="connsiteY4" fmla="*/ 152639 h 152639"/>
                      <a:gd name="connsiteX5" fmla="*/ 899391 w 901943"/>
                      <a:gd name="connsiteY5" fmla="*/ 96441 h 152639"/>
                      <a:gd name="connsiteX6" fmla="*/ 864149 w 901943"/>
                      <a:gd name="connsiteY6" fmla="*/ 10716 h 152639"/>
                      <a:gd name="connsiteX7" fmla="*/ 844146 w 901943"/>
                      <a:gd name="connsiteY7" fmla="*/ 81201 h 152639"/>
                      <a:gd name="connsiteX8" fmla="*/ 826049 w 901943"/>
                      <a:gd name="connsiteY8" fmla="*/ 95489 h 152639"/>
                      <a:gd name="connsiteX9" fmla="*/ 144059 w 901943"/>
                      <a:gd name="connsiteY9" fmla="*/ 95489 h 152639"/>
                      <a:gd name="connsiteX10" fmla="*/ 125961 w 901943"/>
                      <a:gd name="connsiteY10" fmla="*/ 81201 h 152639"/>
                      <a:gd name="connsiteX11" fmla="*/ 141209 w 901943"/>
                      <a:gd name="connsiteY11" fmla="*/ 42851 h 152639"/>
                      <a:gd name="connsiteX12" fmla="*/ 812213 w 901943"/>
                      <a:gd name="connsiteY12" fmla="*/ 45750 h 152639"/>
                      <a:gd name="connsiteX13" fmla="*/ 844146 w 901943"/>
                      <a:gd name="connsiteY13" fmla="*/ 81201 h 152639"/>
                      <a:gd name="connsiteX0" fmla="*/ 864149 w 950239"/>
                      <a:gd name="connsiteY0" fmla="*/ 10716 h 152639"/>
                      <a:gd name="connsiteX1" fmla="*/ 105959 w 950239"/>
                      <a:gd name="connsiteY1" fmla="*/ 10716 h 152639"/>
                      <a:gd name="connsiteX2" fmla="*/ 8262 w 950239"/>
                      <a:gd name="connsiteY2" fmla="*/ 99340 h 152639"/>
                      <a:gd name="connsiteX3" fmla="*/ 145011 w 950239"/>
                      <a:gd name="connsiteY3" fmla="*/ 152639 h 152639"/>
                      <a:gd name="connsiteX4" fmla="*/ 826049 w 950239"/>
                      <a:gd name="connsiteY4" fmla="*/ 152639 h 152639"/>
                      <a:gd name="connsiteX5" fmla="*/ 949450 w 950239"/>
                      <a:gd name="connsiteY5" fmla="*/ 96441 h 152639"/>
                      <a:gd name="connsiteX6" fmla="*/ 864149 w 950239"/>
                      <a:gd name="connsiteY6" fmla="*/ 10716 h 152639"/>
                      <a:gd name="connsiteX7" fmla="*/ 844146 w 950239"/>
                      <a:gd name="connsiteY7" fmla="*/ 81201 h 152639"/>
                      <a:gd name="connsiteX8" fmla="*/ 826049 w 950239"/>
                      <a:gd name="connsiteY8" fmla="*/ 95489 h 152639"/>
                      <a:gd name="connsiteX9" fmla="*/ 144059 w 950239"/>
                      <a:gd name="connsiteY9" fmla="*/ 95489 h 152639"/>
                      <a:gd name="connsiteX10" fmla="*/ 125961 w 950239"/>
                      <a:gd name="connsiteY10" fmla="*/ 81201 h 152639"/>
                      <a:gd name="connsiteX11" fmla="*/ 141209 w 950239"/>
                      <a:gd name="connsiteY11" fmla="*/ 42851 h 152639"/>
                      <a:gd name="connsiteX12" fmla="*/ 812213 w 950239"/>
                      <a:gd name="connsiteY12" fmla="*/ 45750 h 152639"/>
                      <a:gd name="connsiteX13" fmla="*/ 844146 w 950239"/>
                      <a:gd name="connsiteY13" fmla="*/ 81201 h 152639"/>
                      <a:gd name="connsiteX0" fmla="*/ 884173 w 950802"/>
                      <a:gd name="connsiteY0" fmla="*/ 12275 h 151299"/>
                      <a:gd name="connsiteX1" fmla="*/ 105959 w 950802"/>
                      <a:gd name="connsiteY1" fmla="*/ 9376 h 151299"/>
                      <a:gd name="connsiteX2" fmla="*/ 8262 w 950802"/>
                      <a:gd name="connsiteY2" fmla="*/ 98000 h 151299"/>
                      <a:gd name="connsiteX3" fmla="*/ 145011 w 950802"/>
                      <a:gd name="connsiteY3" fmla="*/ 151299 h 151299"/>
                      <a:gd name="connsiteX4" fmla="*/ 826049 w 950802"/>
                      <a:gd name="connsiteY4" fmla="*/ 151299 h 151299"/>
                      <a:gd name="connsiteX5" fmla="*/ 949450 w 950802"/>
                      <a:gd name="connsiteY5" fmla="*/ 95101 h 151299"/>
                      <a:gd name="connsiteX6" fmla="*/ 884173 w 950802"/>
                      <a:gd name="connsiteY6" fmla="*/ 12275 h 151299"/>
                      <a:gd name="connsiteX7" fmla="*/ 844146 w 950802"/>
                      <a:gd name="connsiteY7" fmla="*/ 79861 h 151299"/>
                      <a:gd name="connsiteX8" fmla="*/ 826049 w 950802"/>
                      <a:gd name="connsiteY8" fmla="*/ 94149 h 151299"/>
                      <a:gd name="connsiteX9" fmla="*/ 144059 w 950802"/>
                      <a:gd name="connsiteY9" fmla="*/ 94149 h 151299"/>
                      <a:gd name="connsiteX10" fmla="*/ 125961 w 950802"/>
                      <a:gd name="connsiteY10" fmla="*/ 79861 h 151299"/>
                      <a:gd name="connsiteX11" fmla="*/ 141209 w 950802"/>
                      <a:gd name="connsiteY11" fmla="*/ 41511 h 151299"/>
                      <a:gd name="connsiteX12" fmla="*/ 812213 w 950802"/>
                      <a:gd name="connsiteY12" fmla="*/ 44410 h 151299"/>
                      <a:gd name="connsiteX13" fmla="*/ 844146 w 950802"/>
                      <a:gd name="connsiteY13" fmla="*/ 79861 h 15129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</a:cxnLst>
                    <a:rect l="l" t="t" r="r" b="b"/>
                    <a:pathLst>
                      <a:path w="950802" h="151299">
                        <a:moveTo>
                          <a:pt x="884173" y="12275"/>
                        </a:moveTo>
                        <a:cubicBezTo>
                          <a:pt x="751934" y="-2012"/>
                          <a:pt x="238039" y="-4911"/>
                          <a:pt x="105959" y="9376"/>
                        </a:cubicBezTo>
                        <a:cubicBezTo>
                          <a:pt x="-26121" y="23663"/>
                          <a:pt x="-1263" y="64663"/>
                          <a:pt x="8262" y="98000"/>
                        </a:cubicBezTo>
                        <a:cubicBezTo>
                          <a:pt x="17787" y="131338"/>
                          <a:pt x="110721" y="151299"/>
                          <a:pt x="145011" y="151299"/>
                        </a:cubicBezTo>
                        <a:lnTo>
                          <a:pt x="826049" y="151299"/>
                        </a:lnTo>
                        <a:cubicBezTo>
                          <a:pt x="861291" y="151299"/>
                          <a:pt x="939763" y="118272"/>
                          <a:pt x="949450" y="95101"/>
                        </a:cubicBezTo>
                        <a:cubicBezTo>
                          <a:pt x="959137" y="71930"/>
                          <a:pt x="914653" y="30373"/>
                          <a:pt x="884173" y="12275"/>
                        </a:cubicBezTo>
                        <a:close/>
                        <a:moveTo>
                          <a:pt x="844146" y="79861"/>
                        </a:moveTo>
                        <a:cubicBezTo>
                          <a:pt x="846452" y="88151"/>
                          <a:pt x="838431" y="94149"/>
                          <a:pt x="826049" y="94149"/>
                        </a:cubicBezTo>
                        <a:lnTo>
                          <a:pt x="144059" y="94149"/>
                        </a:lnTo>
                        <a:cubicBezTo>
                          <a:pt x="130724" y="94149"/>
                          <a:pt x="126914" y="84624"/>
                          <a:pt x="125961" y="79861"/>
                        </a:cubicBezTo>
                        <a:cubicBezTo>
                          <a:pt x="125009" y="76051"/>
                          <a:pt x="129779" y="48179"/>
                          <a:pt x="141209" y="41511"/>
                        </a:cubicBezTo>
                        <a:lnTo>
                          <a:pt x="812213" y="44410"/>
                        </a:lnTo>
                        <a:cubicBezTo>
                          <a:pt x="823643" y="51078"/>
                          <a:pt x="841840" y="71571"/>
                          <a:pt x="844146" y="79861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b="1"/>
                  </a:p>
                </p:txBody>
              </p:sp>
              <p:sp>
                <p:nvSpPr>
                  <p:cNvPr id="68" name="Rectangle: Rounded Corners 4">
                    <a:extLst>
                      <a:ext uri="{FF2B5EF4-FFF2-40B4-BE49-F238E27FC236}">
                        <a16:creationId xmlns:a16="http://schemas.microsoft.com/office/drawing/2014/main" id="{385374ED-AB54-4C0E-950E-D3A55B4B6E29}"/>
                      </a:ext>
                    </a:extLst>
                  </p:cNvPr>
                  <p:cNvSpPr/>
                  <p:nvPr/>
                </p:nvSpPr>
                <p:spPr>
                  <a:xfrm>
                    <a:off x="4602336" y="1430105"/>
                    <a:ext cx="3397105" cy="298739"/>
                  </a:xfrm>
                  <a:custGeom>
                    <a:avLst/>
                    <a:gdLst>
                      <a:gd name="connsiteX0" fmla="*/ 0 w 3397105"/>
                      <a:gd name="connsiteY0" fmla="*/ 71653 h 169907"/>
                      <a:gd name="connsiteX1" fmla="*/ 71653 w 3397105"/>
                      <a:gd name="connsiteY1" fmla="*/ 0 h 169907"/>
                      <a:gd name="connsiteX2" fmla="*/ 3325452 w 3397105"/>
                      <a:gd name="connsiteY2" fmla="*/ 0 h 169907"/>
                      <a:gd name="connsiteX3" fmla="*/ 3397105 w 3397105"/>
                      <a:gd name="connsiteY3" fmla="*/ 71653 h 169907"/>
                      <a:gd name="connsiteX4" fmla="*/ 3397105 w 3397105"/>
                      <a:gd name="connsiteY4" fmla="*/ 98254 h 169907"/>
                      <a:gd name="connsiteX5" fmla="*/ 3325452 w 3397105"/>
                      <a:gd name="connsiteY5" fmla="*/ 169907 h 169907"/>
                      <a:gd name="connsiteX6" fmla="*/ 71653 w 3397105"/>
                      <a:gd name="connsiteY6" fmla="*/ 169907 h 169907"/>
                      <a:gd name="connsiteX7" fmla="*/ 0 w 3397105"/>
                      <a:gd name="connsiteY7" fmla="*/ 98254 h 169907"/>
                      <a:gd name="connsiteX8" fmla="*/ 0 w 3397105"/>
                      <a:gd name="connsiteY8" fmla="*/ 71653 h 169907"/>
                      <a:gd name="connsiteX0" fmla="*/ 0 w 3397105"/>
                      <a:gd name="connsiteY0" fmla="*/ 200486 h 298740"/>
                      <a:gd name="connsiteX1" fmla="*/ 71653 w 3397105"/>
                      <a:gd name="connsiteY1" fmla="*/ 128833 h 298740"/>
                      <a:gd name="connsiteX2" fmla="*/ 1698790 w 3397105"/>
                      <a:gd name="connsiteY2" fmla="*/ 0 h 298740"/>
                      <a:gd name="connsiteX3" fmla="*/ 3325452 w 3397105"/>
                      <a:gd name="connsiteY3" fmla="*/ 128833 h 298740"/>
                      <a:gd name="connsiteX4" fmla="*/ 3397105 w 3397105"/>
                      <a:gd name="connsiteY4" fmla="*/ 200486 h 298740"/>
                      <a:gd name="connsiteX5" fmla="*/ 3397105 w 3397105"/>
                      <a:gd name="connsiteY5" fmla="*/ 227087 h 298740"/>
                      <a:gd name="connsiteX6" fmla="*/ 3325452 w 3397105"/>
                      <a:gd name="connsiteY6" fmla="*/ 298740 h 298740"/>
                      <a:gd name="connsiteX7" fmla="*/ 71653 w 3397105"/>
                      <a:gd name="connsiteY7" fmla="*/ 298740 h 298740"/>
                      <a:gd name="connsiteX8" fmla="*/ 0 w 3397105"/>
                      <a:gd name="connsiteY8" fmla="*/ 227087 h 298740"/>
                      <a:gd name="connsiteX9" fmla="*/ 0 w 3397105"/>
                      <a:gd name="connsiteY9" fmla="*/ 200486 h 29874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3397105" h="298740">
                        <a:moveTo>
                          <a:pt x="0" y="200486"/>
                        </a:moveTo>
                        <a:cubicBezTo>
                          <a:pt x="0" y="160913"/>
                          <a:pt x="32080" y="128833"/>
                          <a:pt x="71653" y="128833"/>
                        </a:cubicBezTo>
                        <a:cubicBezTo>
                          <a:pt x="612587" y="127781"/>
                          <a:pt x="1157856" y="1052"/>
                          <a:pt x="1698790" y="0"/>
                        </a:cubicBezTo>
                        <a:cubicBezTo>
                          <a:pt x="2242455" y="1052"/>
                          <a:pt x="2781787" y="127781"/>
                          <a:pt x="3325452" y="128833"/>
                        </a:cubicBezTo>
                        <a:cubicBezTo>
                          <a:pt x="3365025" y="128833"/>
                          <a:pt x="3397105" y="160913"/>
                          <a:pt x="3397105" y="200486"/>
                        </a:cubicBezTo>
                        <a:lnTo>
                          <a:pt x="3397105" y="227087"/>
                        </a:lnTo>
                        <a:cubicBezTo>
                          <a:pt x="3397105" y="266660"/>
                          <a:pt x="3365025" y="298740"/>
                          <a:pt x="3325452" y="298740"/>
                        </a:cubicBezTo>
                        <a:lnTo>
                          <a:pt x="71653" y="298740"/>
                        </a:lnTo>
                        <a:cubicBezTo>
                          <a:pt x="32080" y="298740"/>
                          <a:pt x="0" y="266660"/>
                          <a:pt x="0" y="227087"/>
                        </a:cubicBezTo>
                        <a:lnTo>
                          <a:pt x="0" y="200486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b="1" dirty="0"/>
                  </a:p>
                </p:txBody>
              </p:sp>
            </p:grpSp>
            <p:grpSp>
              <p:nvGrpSpPr>
                <p:cNvPr id="60" name="Group 59">
                  <a:extLst>
                    <a:ext uri="{FF2B5EF4-FFF2-40B4-BE49-F238E27FC236}">
                      <a16:creationId xmlns:a16="http://schemas.microsoft.com/office/drawing/2014/main" id="{3B700584-784D-44C0-8EAA-482E338B5F47}"/>
                    </a:ext>
                  </a:extLst>
                </p:cNvPr>
                <p:cNvGrpSpPr/>
                <p:nvPr/>
              </p:nvGrpSpPr>
              <p:grpSpPr>
                <a:xfrm>
                  <a:off x="10249541" y="1639025"/>
                  <a:ext cx="848869" cy="934475"/>
                  <a:chOff x="6698352" y="917347"/>
                  <a:chExt cx="3688214" cy="4807046"/>
                </a:xfrm>
              </p:grpSpPr>
              <p:sp>
                <p:nvSpPr>
                  <p:cNvPr id="61" name="Rectangle: Top Corners Rounded 3">
                    <a:extLst>
                      <a:ext uri="{FF2B5EF4-FFF2-40B4-BE49-F238E27FC236}">
                        <a16:creationId xmlns:a16="http://schemas.microsoft.com/office/drawing/2014/main" id="{B7B78717-F4FC-4C0B-BDBA-6B1340D5E7E5}"/>
                      </a:ext>
                    </a:extLst>
                  </p:cNvPr>
                  <p:cNvSpPr/>
                  <p:nvPr/>
                </p:nvSpPr>
                <p:spPr>
                  <a:xfrm flipV="1">
                    <a:off x="6698352" y="917347"/>
                    <a:ext cx="3688214" cy="4807046"/>
                  </a:xfrm>
                  <a:custGeom>
                    <a:avLst/>
                    <a:gdLst>
                      <a:gd name="connsiteX0" fmla="*/ 224971 w 2555322"/>
                      <a:gd name="connsiteY0" fmla="*/ 0 h 4147774"/>
                      <a:gd name="connsiteX1" fmla="*/ 2330351 w 2555322"/>
                      <a:gd name="connsiteY1" fmla="*/ 0 h 4147774"/>
                      <a:gd name="connsiteX2" fmla="*/ 2555322 w 2555322"/>
                      <a:gd name="connsiteY2" fmla="*/ 224971 h 4147774"/>
                      <a:gd name="connsiteX3" fmla="*/ 2555322 w 2555322"/>
                      <a:gd name="connsiteY3" fmla="*/ 4147774 h 4147774"/>
                      <a:gd name="connsiteX4" fmla="*/ 2555322 w 2555322"/>
                      <a:gd name="connsiteY4" fmla="*/ 4147774 h 4147774"/>
                      <a:gd name="connsiteX5" fmla="*/ 0 w 2555322"/>
                      <a:gd name="connsiteY5" fmla="*/ 4147774 h 4147774"/>
                      <a:gd name="connsiteX6" fmla="*/ 0 w 2555322"/>
                      <a:gd name="connsiteY6" fmla="*/ 4147774 h 4147774"/>
                      <a:gd name="connsiteX7" fmla="*/ 0 w 2555322"/>
                      <a:gd name="connsiteY7" fmla="*/ 224971 h 4147774"/>
                      <a:gd name="connsiteX8" fmla="*/ 224971 w 2555322"/>
                      <a:gd name="connsiteY8" fmla="*/ 0 h 4147774"/>
                      <a:gd name="connsiteX0" fmla="*/ 224971 w 3110029"/>
                      <a:gd name="connsiteY0" fmla="*/ 0 h 4147774"/>
                      <a:gd name="connsiteX1" fmla="*/ 2330351 w 3110029"/>
                      <a:gd name="connsiteY1" fmla="*/ 0 h 4147774"/>
                      <a:gd name="connsiteX2" fmla="*/ 2555322 w 3110029"/>
                      <a:gd name="connsiteY2" fmla="*/ 224971 h 4147774"/>
                      <a:gd name="connsiteX3" fmla="*/ 2555322 w 3110029"/>
                      <a:gd name="connsiteY3" fmla="*/ 4147774 h 4147774"/>
                      <a:gd name="connsiteX4" fmla="*/ 3110029 w 3110029"/>
                      <a:gd name="connsiteY4" fmla="*/ 3922424 h 4147774"/>
                      <a:gd name="connsiteX5" fmla="*/ 0 w 3110029"/>
                      <a:gd name="connsiteY5" fmla="*/ 4147774 h 4147774"/>
                      <a:gd name="connsiteX6" fmla="*/ 0 w 3110029"/>
                      <a:gd name="connsiteY6" fmla="*/ 4147774 h 4147774"/>
                      <a:gd name="connsiteX7" fmla="*/ 0 w 3110029"/>
                      <a:gd name="connsiteY7" fmla="*/ 224971 h 4147774"/>
                      <a:gd name="connsiteX8" fmla="*/ 224971 w 3110029"/>
                      <a:gd name="connsiteY8" fmla="*/ 0 h 4147774"/>
                      <a:gd name="connsiteX0" fmla="*/ 224971 w 3110029"/>
                      <a:gd name="connsiteY0" fmla="*/ 0 h 4160775"/>
                      <a:gd name="connsiteX1" fmla="*/ 2330351 w 3110029"/>
                      <a:gd name="connsiteY1" fmla="*/ 0 h 4160775"/>
                      <a:gd name="connsiteX2" fmla="*/ 2555322 w 3110029"/>
                      <a:gd name="connsiteY2" fmla="*/ 224971 h 4160775"/>
                      <a:gd name="connsiteX3" fmla="*/ 2880346 w 3110029"/>
                      <a:gd name="connsiteY3" fmla="*/ 4160775 h 4160775"/>
                      <a:gd name="connsiteX4" fmla="*/ 3110029 w 3110029"/>
                      <a:gd name="connsiteY4" fmla="*/ 3922424 h 4160775"/>
                      <a:gd name="connsiteX5" fmla="*/ 0 w 3110029"/>
                      <a:gd name="connsiteY5" fmla="*/ 4147774 h 4160775"/>
                      <a:gd name="connsiteX6" fmla="*/ 0 w 3110029"/>
                      <a:gd name="connsiteY6" fmla="*/ 4147774 h 4160775"/>
                      <a:gd name="connsiteX7" fmla="*/ 0 w 3110029"/>
                      <a:gd name="connsiteY7" fmla="*/ 224971 h 4160775"/>
                      <a:gd name="connsiteX8" fmla="*/ 224971 w 3110029"/>
                      <a:gd name="connsiteY8" fmla="*/ 0 h 4160775"/>
                      <a:gd name="connsiteX0" fmla="*/ 224971 w 2880346"/>
                      <a:gd name="connsiteY0" fmla="*/ 0 h 4160775"/>
                      <a:gd name="connsiteX1" fmla="*/ 2330351 w 2880346"/>
                      <a:gd name="connsiteY1" fmla="*/ 0 h 4160775"/>
                      <a:gd name="connsiteX2" fmla="*/ 2555322 w 2880346"/>
                      <a:gd name="connsiteY2" fmla="*/ 224971 h 4160775"/>
                      <a:gd name="connsiteX3" fmla="*/ 2880346 w 2880346"/>
                      <a:gd name="connsiteY3" fmla="*/ 4160775 h 4160775"/>
                      <a:gd name="connsiteX4" fmla="*/ 0 w 2880346"/>
                      <a:gd name="connsiteY4" fmla="*/ 4147774 h 4160775"/>
                      <a:gd name="connsiteX5" fmla="*/ 0 w 2880346"/>
                      <a:gd name="connsiteY5" fmla="*/ 4147774 h 4160775"/>
                      <a:gd name="connsiteX6" fmla="*/ 0 w 2880346"/>
                      <a:gd name="connsiteY6" fmla="*/ 224971 h 4160775"/>
                      <a:gd name="connsiteX7" fmla="*/ 224971 w 2880346"/>
                      <a:gd name="connsiteY7" fmla="*/ 0 h 4160775"/>
                      <a:gd name="connsiteX0" fmla="*/ 536994 w 3192369"/>
                      <a:gd name="connsiteY0" fmla="*/ 0 h 4160775"/>
                      <a:gd name="connsiteX1" fmla="*/ 2642374 w 3192369"/>
                      <a:gd name="connsiteY1" fmla="*/ 0 h 4160775"/>
                      <a:gd name="connsiteX2" fmla="*/ 2867345 w 3192369"/>
                      <a:gd name="connsiteY2" fmla="*/ 224971 h 4160775"/>
                      <a:gd name="connsiteX3" fmla="*/ 3192369 w 3192369"/>
                      <a:gd name="connsiteY3" fmla="*/ 4160775 h 4160775"/>
                      <a:gd name="connsiteX4" fmla="*/ 312023 w 3192369"/>
                      <a:gd name="connsiteY4" fmla="*/ 4147774 h 4160775"/>
                      <a:gd name="connsiteX5" fmla="*/ 0 w 3192369"/>
                      <a:gd name="connsiteY5" fmla="*/ 4147774 h 4160775"/>
                      <a:gd name="connsiteX6" fmla="*/ 312023 w 3192369"/>
                      <a:gd name="connsiteY6" fmla="*/ 224971 h 4160775"/>
                      <a:gd name="connsiteX7" fmla="*/ 536994 w 3192369"/>
                      <a:gd name="connsiteY7" fmla="*/ 0 h 41607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3192369" h="4160775">
                        <a:moveTo>
                          <a:pt x="536994" y="0"/>
                        </a:moveTo>
                        <a:lnTo>
                          <a:pt x="2642374" y="0"/>
                        </a:lnTo>
                        <a:cubicBezTo>
                          <a:pt x="2766622" y="0"/>
                          <a:pt x="2867345" y="100723"/>
                          <a:pt x="2867345" y="224971"/>
                        </a:cubicBezTo>
                        <a:lnTo>
                          <a:pt x="3192369" y="4160775"/>
                        </a:lnTo>
                        <a:lnTo>
                          <a:pt x="312023" y="4147774"/>
                        </a:lnTo>
                        <a:lnTo>
                          <a:pt x="0" y="4147774"/>
                        </a:lnTo>
                        <a:lnTo>
                          <a:pt x="312023" y="224971"/>
                        </a:lnTo>
                        <a:cubicBezTo>
                          <a:pt x="312023" y="100723"/>
                          <a:pt x="412746" y="0"/>
                          <a:pt x="536994" y="0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6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b="1"/>
                  </a:p>
                </p:txBody>
              </p:sp>
              <p:sp>
                <p:nvSpPr>
                  <p:cNvPr id="62" name="Rectangle: Rounded Corners 61">
                    <a:extLst>
                      <a:ext uri="{FF2B5EF4-FFF2-40B4-BE49-F238E27FC236}">
                        <a16:creationId xmlns:a16="http://schemas.microsoft.com/office/drawing/2014/main" id="{3D12CFD5-F707-4441-A756-0FAA762A1F64}"/>
                      </a:ext>
                    </a:extLst>
                  </p:cNvPr>
                  <p:cNvSpPr/>
                  <p:nvPr/>
                </p:nvSpPr>
                <p:spPr>
                  <a:xfrm>
                    <a:off x="8349236" y="1511949"/>
                    <a:ext cx="329077" cy="3371423"/>
                  </a:xfrm>
                  <a:prstGeom prst="roundRect">
                    <a:avLst>
                      <a:gd name="adj" fmla="val 42443"/>
                    </a:avLst>
                  </a:prstGeom>
                  <a:solidFill>
                    <a:schemeClr val="bg1">
                      <a:lumMod val="9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b="1"/>
                  </a:p>
                </p:txBody>
              </p:sp>
              <p:sp>
                <p:nvSpPr>
                  <p:cNvPr id="63" name="Rectangle: Rounded Corners 62">
                    <a:extLst>
                      <a:ext uri="{FF2B5EF4-FFF2-40B4-BE49-F238E27FC236}">
                        <a16:creationId xmlns:a16="http://schemas.microsoft.com/office/drawing/2014/main" id="{05C12377-1747-4241-887F-A63966BD1FB2}"/>
                      </a:ext>
                    </a:extLst>
                  </p:cNvPr>
                  <p:cNvSpPr/>
                  <p:nvPr/>
                </p:nvSpPr>
                <p:spPr>
                  <a:xfrm rot="21443026">
                    <a:off x="7668336" y="1531322"/>
                    <a:ext cx="329077" cy="3371423"/>
                  </a:xfrm>
                  <a:prstGeom prst="roundRect">
                    <a:avLst>
                      <a:gd name="adj" fmla="val 42443"/>
                    </a:avLst>
                  </a:prstGeom>
                  <a:solidFill>
                    <a:schemeClr val="bg1">
                      <a:lumMod val="9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b="1"/>
                  </a:p>
                </p:txBody>
              </p:sp>
              <p:sp>
                <p:nvSpPr>
                  <p:cNvPr id="64" name="Rectangle: Rounded Corners 63">
                    <a:extLst>
                      <a:ext uri="{FF2B5EF4-FFF2-40B4-BE49-F238E27FC236}">
                        <a16:creationId xmlns:a16="http://schemas.microsoft.com/office/drawing/2014/main" id="{631BCAF8-2762-4B03-9FFE-0C8853F6B604}"/>
                      </a:ext>
                    </a:extLst>
                  </p:cNvPr>
                  <p:cNvSpPr/>
                  <p:nvPr/>
                </p:nvSpPr>
                <p:spPr>
                  <a:xfrm rot="21350204">
                    <a:off x="7011287" y="1550699"/>
                    <a:ext cx="329077" cy="3371423"/>
                  </a:xfrm>
                  <a:prstGeom prst="roundRect">
                    <a:avLst>
                      <a:gd name="adj" fmla="val 42443"/>
                    </a:avLst>
                  </a:prstGeom>
                  <a:solidFill>
                    <a:schemeClr val="bg1">
                      <a:lumMod val="9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b="1"/>
                  </a:p>
                </p:txBody>
              </p:sp>
              <p:sp>
                <p:nvSpPr>
                  <p:cNvPr id="65" name="Rectangle: Rounded Corners 64">
                    <a:extLst>
                      <a:ext uri="{FF2B5EF4-FFF2-40B4-BE49-F238E27FC236}">
                        <a16:creationId xmlns:a16="http://schemas.microsoft.com/office/drawing/2014/main" id="{47599A68-FC12-4C79-9E92-8928E8569B42}"/>
                      </a:ext>
                    </a:extLst>
                  </p:cNvPr>
                  <p:cNvSpPr/>
                  <p:nvPr/>
                </p:nvSpPr>
                <p:spPr>
                  <a:xfrm rot="156974" flipH="1">
                    <a:off x="9072809" y="1524834"/>
                    <a:ext cx="329077" cy="3371423"/>
                  </a:xfrm>
                  <a:prstGeom prst="roundRect">
                    <a:avLst>
                      <a:gd name="adj" fmla="val 42443"/>
                    </a:avLst>
                  </a:prstGeom>
                  <a:solidFill>
                    <a:schemeClr val="bg1">
                      <a:lumMod val="9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US" b="1"/>
                  </a:p>
                </p:txBody>
              </p:sp>
              <p:sp>
                <p:nvSpPr>
                  <p:cNvPr id="66" name="Rectangle: Rounded Corners 65">
                    <a:extLst>
                      <a:ext uri="{FF2B5EF4-FFF2-40B4-BE49-F238E27FC236}">
                        <a16:creationId xmlns:a16="http://schemas.microsoft.com/office/drawing/2014/main" id="{33F1D637-5A8E-4F2F-B39F-051329A51A99}"/>
                      </a:ext>
                    </a:extLst>
                  </p:cNvPr>
                  <p:cNvSpPr/>
                  <p:nvPr/>
                </p:nvSpPr>
                <p:spPr>
                  <a:xfrm rot="249796" flipH="1">
                    <a:off x="9729866" y="1544211"/>
                    <a:ext cx="329077" cy="3371423"/>
                  </a:xfrm>
                  <a:prstGeom prst="roundRect">
                    <a:avLst>
                      <a:gd name="adj" fmla="val 42443"/>
                    </a:avLst>
                  </a:prstGeom>
                  <a:solidFill>
                    <a:schemeClr val="bg1">
                      <a:lumMod val="9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US" b="1"/>
                  </a:p>
                </p:txBody>
              </p:sp>
            </p:grpSp>
          </p:grp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FE487F15-3100-4A2F-AE64-F5ACDCEEB431}"/>
                  </a:ext>
                </a:extLst>
              </p:cNvPr>
              <p:cNvSpPr/>
              <p:nvPr/>
            </p:nvSpPr>
            <p:spPr>
              <a:xfrm>
                <a:off x="11028796" y="3033846"/>
                <a:ext cx="926889" cy="1200329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A6A6A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rIns="0" rtlCol="0" anchor="ctr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Kim called </a:t>
                </a:r>
              </a:p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at noon—10 minutes arguing b/c work not </a:t>
                </a:r>
              </a:p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done yet</a:t>
                </a:r>
              </a:p>
            </p:txBody>
          </p:sp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42811543-008A-4F6A-A475-A7BC8B97FFDA}"/>
                  </a:ext>
                </a:extLst>
              </p:cNvPr>
              <p:cNvSpPr/>
              <p:nvPr/>
            </p:nvSpPr>
            <p:spPr>
              <a:xfrm>
                <a:off x="10938671" y="4215120"/>
                <a:ext cx="1111130" cy="374670"/>
              </a:xfrm>
              <a:prstGeom prst="rect">
                <a:avLst/>
              </a:prstGeom>
              <a:solidFill>
                <a:srgbClr val="E3B82B"/>
              </a:solidFill>
              <a:ln/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819" tIns="48409" rIns="96819" bIns="4840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defTabSz="484086"/>
                <a:r>
                  <a:rPr lang="en-US" sz="1412" b="1" dirty="0">
                    <a:solidFill>
                      <a:srgbClr val="C42F1A"/>
                    </a:solidFill>
                    <a:latin typeface="Trebuchet MS" panose="020B0603020202020204"/>
                  </a:rPr>
                  <a:t>D </a:t>
                </a:r>
                <a:r>
                  <a:rPr lang="en-US" sz="1098" dirty="0">
                    <a:solidFill>
                      <a:prstClr val="white"/>
                    </a:solidFill>
                    <a:latin typeface="Trebuchet MS" panose="020B0603020202020204"/>
                  </a:rPr>
                  <a:t>iscord</a:t>
                </a:r>
              </a:p>
            </p:txBody>
          </p:sp>
        </p:grp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700E3090-EF45-47B8-A926-67228F1C7181}"/>
              </a:ext>
            </a:extLst>
          </p:cNvPr>
          <p:cNvGrpSpPr/>
          <p:nvPr/>
        </p:nvGrpSpPr>
        <p:grpSpPr>
          <a:xfrm>
            <a:off x="5386354" y="2997228"/>
            <a:ext cx="1396179" cy="1816483"/>
            <a:chOff x="5670440" y="4678061"/>
            <a:chExt cx="1396179" cy="1816483"/>
          </a:xfrm>
        </p:grpSpPr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47593B36-B1BB-4C09-BA19-7E715461EE2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6000" y="5336036"/>
              <a:ext cx="233213" cy="5765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1" name="Group 110">
              <a:extLst>
                <a:ext uri="{FF2B5EF4-FFF2-40B4-BE49-F238E27FC236}">
                  <a16:creationId xmlns:a16="http://schemas.microsoft.com/office/drawing/2014/main" id="{499A5A27-82AD-41E9-A219-94AE586B8923}"/>
                </a:ext>
              </a:extLst>
            </p:cNvPr>
            <p:cNvGrpSpPr/>
            <p:nvPr/>
          </p:nvGrpSpPr>
          <p:grpSpPr>
            <a:xfrm>
              <a:off x="5670440" y="4678061"/>
              <a:ext cx="1396179" cy="1816483"/>
              <a:chOff x="10790669" y="2773307"/>
              <a:chExt cx="1396179" cy="1816483"/>
            </a:xfrm>
          </p:grpSpPr>
          <p:grpSp>
            <p:nvGrpSpPr>
              <p:cNvPr id="112" name="Group 111">
                <a:extLst>
                  <a:ext uri="{FF2B5EF4-FFF2-40B4-BE49-F238E27FC236}">
                    <a16:creationId xmlns:a16="http://schemas.microsoft.com/office/drawing/2014/main" id="{05B6C07B-45C6-4C68-8BE1-761545BA90F5}"/>
                  </a:ext>
                </a:extLst>
              </p:cNvPr>
              <p:cNvGrpSpPr/>
              <p:nvPr/>
            </p:nvGrpSpPr>
            <p:grpSpPr>
              <a:xfrm>
                <a:off x="10843681" y="2773307"/>
                <a:ext cx="1325546" cy="1601376"/>
                <a:chOff x="10222133" y="1482222"/>
                <a:chExt cx="903310" cy="1091278"/>
              </a:xfrm>
            </p:grpSpPr>
            <p:grpSp>
              <p:nvGrpSpPr>
                <p:cNvPr id="117" name="Group 116">
                  <a:extLst>
                    <a:ext uri="{FF2B5EF4-FFF2-40B4-BE49-F238E27FC236}">
                      <a16:creationId xmlns:a16="http://schemas.microsoft.com/office/drawing/2014/main" id="{ACE7B4D2-EFF8-4788-93F5-159C598884D4}"/>
                    </a:ext>
                  </a:extLst>
                </p:cNvPr>
                <p:cNvGrpSpPr/>
                <p:nvPr/>
              </p:nvGrpSpPr>
              <p:grpSpPr>
                <a:xfrm>
                  <a:off x="10222133" y="1482222"/>
                  <a:ext cx="903310" cy="147029"/>
                  <a:chOff x="4602336" y="1175906"/>
                  <a:chExt cx="3397105" cy="552938"/>
                </a:xfrm>
                <a:solidFill>
                  <a:schemeClr val="bg1">
                    <a:lumMod val="65000"/>
                  </a:schemeClr>
                </a:solidFill>
              </p:grpSpPr>
              <p:sp>
                <p:nvSpPr>
                  <p:cNvPr id="125" name="Graphic 6" descr="Hanger">
                    <a:extLst>
                      <a:ext uri="{FF2B5EF4-FFF2-40B4-BE49-F238E27FC236}">
                        <a16:creationId xmlns:a16="http://schemas.microsoft.com/office/drawing/2014/main" id="{95424685-908C-4857-AF2B-346A22763941}"/>
                      </a:ext>
                    </a:extLst>
                  </p:cNvPr>
                  <p:cNvSpPr/>
                  <p:nvPr/>
                </p:nvSpPr>
                <p:spPr>
                  <a:xfrm>
                    <a:off x="5828561" y="1175906"/>
                    <a:ext cx="950802" cy="522470"/>
                  </a:xfrm>
                  <a:custGeom>
                    <a:avLst/>
                    <a:gdLst>
                      <a:gd name="connsiteX0" fmla="*/ 802554 w 838200"/>
                      <a:gd name="connsiteY0" fmla="*/ 465296 h 609600"/>
                      <a:gd name="connsiteX1" fmla="*/ 452034 w 838200"/>
                      <a:gd name="connsiteY1" fmla="*/ 257651 h 609600"/>
                      <a:gd name="connsiteX2" fmla="*/ 452034 w 838200"/>
                      <a:gd name="connsiteY2" fmla="*/ 207169 h 609600"/>
                      <a:gd name="connsiteX3" fmla="*/ 434889 w 838200"/>
                      <a:gd name="connsiteY3" fmla="*/ 180499 h 609600"/>
                      <a:gd name="connsiteX4" fmla="*/ 375834 w 838200"/>
                      <a:gd name="connsiteY4" fmla="*/ 111919 h 609600"/>
                      <a:gd name="connsiteX5" fmla="*/ 423459 w 838200"/>
                      <a:gd name="connsiteY5" fmla="*/ 64294 h 609600"/>
                      <a:gd name="connsiteX6" fmla="*/ 480609 w 838200"/>
                      <a:gd name="connsiteY6" fmla="*/ 111919 h 609600"/>
                      <a:gd name="connsiteX7" fmla="*/ 509184 w 838200"/>
                      <a:gd name="connsiteY7" fmla="*/ 140494 h 609600"/>
                      <a:gd name="connsiteX8" fmla="*/ 537759 w 838200"/>
                      <a:gd name="connsiteY8" fmla="*/ 111919 h 609600"/>
                      <a:gd name="connsiteX9" fmla="*/ 423459 w 838200"/>
                      <a:gd name="connsiteY9" fmla="*/ 7144 h 609600"/>
                      <a:gd name="connsiteX10" fmla="*/ 318684 w 838200"/>
                      <a:gd name="connsiteY10" fmla="*/ 111919 h 609600"/>
                      <a:gd name="connsiteX11" fmla="*/ 394884 w 838200"/>
                      <a:gd name="connsiteY11" fmla="*/ 225266 h 609600"/>
                      <a:gd name="connsiteX12" fmla="*/ 394884 w 838200"/>
                      <a:gd name="connsiteY12" fmla="*/ 257651 h 609600"/>
                      <a:gd name="connsiteX13" fmla="*/ 44364 w 838200"/>
                      <a:gd name="connsiteY13" fmla="*/ 465296 h 609600"/>
                      <a:gd name="connsiteX14" fmla="*/ 10074 w 838200"/>
                      <a:gd name="connsiteY14" fmla="*/ 551021 h 609600"/>
                      <a:gd name="connsiteX15" fmla="*/ 83416 w 838200"/>
                      <a:gd name="connsiteY15" fmla="*/ 607219 h 609600"/>
                      <a:gd name="connsiteX16" fmla="*/ 764454 w 838200"/>
                      <a:gd name="connsiteY16" fmla="*/ 607219 h 609600"/>
                      <a:gd name="connsiteX17" fmla="*/ 837796 w 838200"/>
                      <a:gd name="connsiteY17" fmla="*/ 551021 h 609600"/>
                      <a:gd name="connsiteX18" fmla="*/ 802554 w 838200"/>
                      <a:gd name="connsiteY18" fmla="*/ 465296 h 609600"/>
                      <a:gd name="connsiteX19" fmla="*/ 782551 w 838200"/>
                      <a:gd name="connsiteY19" fmla="*/ 535781 h 609600"/>
                      <a:gd name="connsiteX20" fmla="*/ 764454 w 838200"/>
                      <a:gd name="connsiteY20" fmla="*/ 550069 h 609600"/>
                      <a:gd name="connsiteX21" fmla="*/ 82464 w 838200"/>
                      <a:gd name="connsiteY21" fmla="*/ 550069 h 609600"/>
                      <a:gd name="connsiteX22" fmla="*/ 64366 w 838200"/>
                      <a:gd name="connsiteY22" fmla="*/ 535781 h 609600"/>
                      <a:gd name="connsiteX23" fmla="*/ 72939 w 838200"/>
                      <a:gd name="connsiteY23" fmla="*/ 514826 h 609600"/>
                      <a:gd name="connsiteX24" fmla="*/ 423459 w 838200"/>
                      <a:gd name="connsiteY24" fmla="*/ 307181 h 609600"/>
                      <a:gd name="connsiteX25" fmla="*/ 773979 w 838200"/>
                      <a:gd name="connsiteY25" fmla="*/ 514826 h 609600"/>
                      <a:gd name="connsiteX26" fmla="*/ 782551 w 838200"/>
                      <a:gd name="connsiteY26" fmla="*/ 535781 h 609600"/>
                      <a:gd name="connsiteX0" fmla="*/ 795411 w 833205"/>
                      <a:gd name="connsiteY0" fmla="*/ 458152 h 600075"/>
                      <a:gd name="connsiteX1" fmla="*/ 444891 w 833205"/>
                      <a:gd name="connsiteY1" fmla="*/ 250507 h 600075"/>
                      <a:gd name="connsiteX2" fmla="*/ 444891 w 833205"/>
                      <a:gd name="connsiteY2" fmla="*/ 200025 h 600075"/>
                      <a:gd name="connsiteX3" fmla="*/ 427746 w 833205"/>
                      <a:gd name="connsiteY3" fmla="*/ 173355 h 600075"/>
                      <a:gd name="connsiteX4" fmla="*/ 368691 w 833205"/>
                      <a:gd name="connsiteY4" fmla="*/ 104775 h 600075"/>
                      <a:gd name="connsiteX5" fmla="*/ 416316 w 833205"/>
                      <a:gd name="connsiteY5" fmla="*/ 57150 h 600075"/>
                      <a:gd name="connsiteX6" fmla="*/ 473466 w 833205"/>
                      <a:gd name="connsiteY6" fmla="*/ 104775 h 600075"/>
                      <a:gd name="connsiteX7" fmla="*/ 502041 w 833205"/>
                      <a:gd name="connsiteY7" fmla="*/ 133350 h 600075"/>
                      <a:gd name="connsiteX8" fmla="*/ 530616 w 833205"/>
                      <a:gd name="connsiteY8" fmla="*/ 104775 h 600075"/>
                      <a:gd name="connsiteX9" fmla="*/ 416316 w 833205"/>
                      <a:gd name="connsiteY9" fmla="*/ 0 h 600075"/>
                      <a:gd name="connsiteX10" fmla="*/ 311541 w 833205"/>
                      <a:gd name="connsiteY10" fmla="*/ 104775 h 600075"/>
                      <a:gd name="connsiteX11" fmla="*/ 387741 w 833205"/>
                      <a:gd name="connsiteY11" fmla="*/ 218122 h 600075"/>
                      <a:gd name="connsiteX12" fmla="*/ 37221 w 833205"/>
                      <a:gd name="connsiteY12" fmla="*/ 458152 h 600075"/>
                      <a:gd name="connsiteX13" fmla="*/ 2931 w 833205"/>
                      <a:gd name="connsiteY13" fmla="*/ 543877 h 600075"/>
                      <a:gd name="connsiteX14" fmla="*/ 76273 w 833205"/>
                      <a:gd name="connsiteY14" fmla="*/ 600075 h 600075"/>
                      <a:gd name="connsiteX15" fmla="*/ 757311 w 833205"/>
                      <a:gd name="connsiteY15" fmla="*/ 600075 h 600075"/>
                      <a:gd name="connsiteX16" fmla="*/ 830653 w 833205"/>
                      <a:gd name="connsiteY16" fmla="*/ 543877 h 600075"/>
                      <a:gd name="connsiteX17" fmla="*/ 795411 w 833205"/>
                      <a:gd name="connsiteY17" fmla="*/ 458152 h 600075"/>
                      <a:gd name="connsiteX18" fmla="*/ 775408 w 833205"/>
                      <a:gd name="connsiteY18" fmla="*/ 528637 h 600075"/>
                      <a:gd name="connsiteX19" fmla="*/ 757311 w 833205"/>
                      <a:gd name="connsiteY19" fmla="*/ 542925 h 600075"/>
                      <a:gd name="connsiteX20" fmla="*/ 75321 w 833205"/>
                      <a:gd name="connsiteY20" fmla="*/ 542925 h 600075"/>
                      <a:gd name="connsiteX21" fmla="*/ 57223 w 833205"/>
                      <a:gd name="connsiteY21" fmla="*/ 528637 h 600075"/>
                      <a:gd name="connsiteX22" fmla="*/ 65796 w 833205"/>
                      <a:gd name="connsiteY22" fmla="*/ 507682 h 600075"/>
                      <a:gd name="connsiteX23" fmla="*/ 416316 w 833205"/>
                      <a:gd name="connsiteY23" fmla="*/ 300037 h 600075"/>
                      <a:gd name="connsiteX24" fmla="*/ 766836 w 833205"/>
                      <a:gd name="connsiteY24" fmla="*/ 507682 h 600075"/>
                      <a:gd name="connsiteX25" fmla="*/ 775408 w 833205"/>
                      <a:gd name="connsiteY25" fmla="*/ 528637 h 600075"/>
                      <a:gd name="connsiteX0" fmla="*/ 799378 w 837172"/>
                      <a:gd name="connsiteY0" fmla="*/ 458152 h 600075"/>
                      <a:gd name="connsiteX1" fmla="*/ 448858 w 837172"/>
                      <a:gd name="connsiteY1" fmla="*/ 250507 h 600075"/>
                      <a:gd name="connsiteX2" fmla="*/ 448858 w 837172"/>
                      <a:gd name="connsiteY2" fmla="*/ 200025 h 600075"/>
                      <a:gd name="connsiteX3" fmla="*/ 431713 w 837172"/>
                      <a:gd name="connsiteY3" fmla="*/ 173355 h 600075"/>
                      <a:gd name="connsiteX4" fmla="*/ 372658 w 837172"/>
                      <a:gd name="connsiteY4" fmla="*/ 104775 h 600075"/>
                      <a:gd name="connsiteX5" fmla="*/ 420283 w 837172"/>
                      <a:gd name="connsiteY5" fmla="*/ 57150 h 600075"/>
                      <a:gd name="connsiteX6" fmla="*/ 477433 w 837172"/>
                      <a:gd name="connsiteY6" fmla="*/ 104775 h 600075"/>
                      <a:gd name="connsiteX7" fmla="*/ 506008 w 837172"/>
                      <a:gd name="connsiteY7" fmla="*/ 133350 h 600075"/>
                      <a:gd name="connsiteX8" fmla="*/ 534583 w 837172"/>
                      <a:gd name="connsiteY8" fmla="*/ 104775 h 600075"/>
                      <a:gd name="connsiteX9" fmla="*/ 420283 w 837172"/>
                      <a:gd name="connsiteY9" fmla="*/ 0 h 600075"/>
                      <a:gd name="connsiteX10" fmla="*/ 315508 w 837172"/>
                      <a:gd name="connsiteY10" fmla="*/ 104775 h 600075"/>
                      <a:gd name="connsiteX11" fmla="*/ 41188 w 837172"/>
                      <a:gd name="connsiteY11" fmla="*/ 458152 h 600075"/>
                      <a:gd name="connsiteX12" fmla="*/ 6898 w 837172"/>
                      <a:gd name="connsiteY12" fmla="*/ 543877 h 600075"/>
                      <a:gd name="connsiteX13" fmla="*/ 80240 w 837172"/>
                      <a:gd name="connsiteY13" fmla="*/ 600075 h 600075"/>
                      <a:gd name="connsiteX14" fmla="*/ 761278 w 837172"/>
                      <a:gd name="connsiteY14" fmla="*/ 600075 h 600075"/>
                      <a:gd name="connsiteX15" fmla="*/ 834620 w 837172"/>
                      <a:gd name="connsiteY15" fmla="*/ 543877 h 600075"/>
                      <a:gd name="connsiteX16" fmla="*/ 799378 w 837172"/>
                      <a:gd name="connsiteY16" fmla="*/ 458152 h 600075"/>
                      <a:gd name="connsiteX17" fmla="*/ 779375 w 837172"/>
                      <a:gd name="connsiteY17" fmla="*/ 528637 h 600075"/>
                      <a:gd name="connsiteX18" fmla="*/ 761278 w 837172"/>
                      <a:gd name="connsiteY18" fmla="*/ 542925 h 600075"/>
                      <a:gd name="connsiteX19" fmla="*/ 79288 w 837172"/>
                      <a:gd name="connsiteY19" fmla="*/ 542925 h 600075"/>
                      <a:gd name="connsiteX20" fmla="*/ 61190 w 837172"/>
                      <a:gd name="connsiteY20" fmla="*/ 528637 h 600075"/>
                      <a:gd name="connsiteX21" fmla="*/ 69763 w 837172"/>
                      <a:gd name="connsiteY21" fmla="*/ 507682 h 600075"/>
                      <a:gd name="connsiteX22" fmla="*/ 420283 w 837172"/>
                      <a:gd name="connsiteY22" fmla="*/ 300037 h 600075"/>
                      <a:gd name="connsiteX23" fmla="*/ 770803 w 837172"/>
                      <a:gd name="connsiteY23" fmla="*/ 507682 h 600075"/>
                      <a:gd name="connsiteX24" fmla="*/ 779375 w 837172"/>
                      <a:gd name="connsiteY24" fmla="*/ 528637 h 600075"/>
                      <a:gd name="connsiteX0" fmla="*/ 799378 w 837172"/>
                      <a:gd name="connsiteY0" fmla="*/ 458152 h 600075"/>
                      <a:gd name="connsiteX1" fmla="*/ 448858 w 837172"/>
                      <a:gd name="connsiteY1" fmla="*/ 250507 h 600075"/>
                      <a:gd name="connsiteX2" fmla="*/ 448858 w 837172"/>
                      <a:gd name="connsiteY2" fmla="*/ 200025 h 600075"/>
                      <a:gd name="connsiteX3" fmla="*/ 372658 w 837172"/>
                      <a:gd name="connsiteY3" fmla="*/ 104775 h 600075"/>
                      <a:gd name="connsiteX4" fmla="*/ 420283 w 837172"/>
                      <a:gd name="connsiteY4" fmla="*/ 57150 h 600075"/>
                      <a:gd name="connsiteX5" fmla="*/ 477433 w 837172"/>
                      <a:gd name="connsiteY5" fmla="*/ 104775 h 600075"/>
                      <a:gd name="connsiteX6" fmla="*/ 506008 w 837172"/>
                      <a:gd name="connsiteY6" fmla="*/ 133350 h 600075"/>
                      <a:gd name="connsiteX7" fmla="*/ 534583 w 837172"/>
                      <a:gd name="connsiteY7" fmla="*/ 104775 h 600075"/>
                      <a:gd name="connsiteX8" fmla="*/ 420283 w 837172"/>
                      <a:gd name="connsiteY8" fmla="*/ 0 h 600075"/>
                      <a:gd name="connsiteX9" fmla="*/ 315508 w 837172"/>
                      <a:gd name="connsiteY9" fmla="*/ 104775 h 600075"/>
                      <a:gd name="connsiteX10" fmla="*/ 41188 w 837172"/>
                      <a:gd name="connsiteY10" fmla="*/ 458152 h 600075"/>
                      <a:gd name="connsiteX11" fmla="*/ 6898 w 837172"/>
                      <a:gd name="connsiteY11" fmla="*/ 543877 h 600075"/>
                      <a:gd name="connsiteX12" fmla="*/ 80240 w 837172"/>
                      <a:gd name="connsiteY12" fmla="*/ 600075 h 600075"/>
                      <a:gd name="connsiteX13" fmla="*/ 761278 w 837172"/>
                      <a:gd name="connsiteY13" fmla="*/ 600075 h 600075"/>
                      <a:gd name="connsiteX14" fmla="*/ 834620 w 837172"/>
                      <a:gd name="connsiteY14" fmla="*/ 543877 h 600075"/>
                      <a:gd name="connsiteX15" fmla="*/ 799378 w 837172"/>
                      <a:gd name="connsiteY15" fmla="*/ 458152 h 600075"/>
                      <a:gd name="connsiteX16" fmla="*/ 779375 w 837172"/>
                      <a:gd name="connsiteY16" fmla="*/ 528637 h 600075"/>
                      <a:gd name="connsiteX17" fmla="*/ 761278 w 837172"/>
                      <a:gd name="connsiteY17" fmla="*/ 542925 h 600075"/>
                      <a:gd name="connsiteX18" fmla="*/ 79288 w 837172"/>
                      <a:gd name="connsiteY18" fmla="*/ 542925 h 600075"/>
                      <a:gd name="connsiteX19" fmla="*/ 61190 w 837172"/>
                      <a:gd name="connsiteY19" fmla="*/ 528637 h 600075"/>
                      <a:gd name="connsiteX20" fmla="*/ 69763 w 837172"/>
                      <a:gd name="connsiteY20" fmla="*/ 507682 h 600075"/>
                      <a:gd name="connsiteX21" fmla="*/ 420283 w 837172"/>
                      <a:gd name="connsiteY21" fmla="*/ 300037 h 600075"/>
                      <a:gd name="connsiteX22" fmla="*/ 770803 w 837172"/>
                      <a:gd name="connsiteY22" fmla="*/ 507682 h 600075"/>
                      <a:gd name="connsiteX23" fmla="*/ 779375 w 837172"/>
                      <a:gd name="connsiteY23" fmla="*/ 528637 h 600075"/>
                      <a:gd name="connsiteX0" fmla="*/ 799378 w 837172"/>
                      <a:gd name="connsiteY0" fmla="*/ 458152 h 600075"/>
                      <a:gd name="connsiteX1" fmla="*/ 448858 w 837172"/>
                      <a:gd name="connsiteY1" fmla="*/ 250507 h 600075"/>
                      <a:gd name="connsiteX2" fmla="*/ 372658 w 837172"/>
                      <a:gd name="connsiteY2" fmla="*/ 104775 h 600075"/>
                      <a:gd name="connsiteX3" fmla="*/ 420283 w 837172"/>
                      <a:gd name="connsiteY3" fmla="*/ 57150 h 600075"/>
                      <a:gd name="connsiteX4" fmla="*/ 477433 w 837172"/>
                      <a:gd name="connsiteY4" fmla="*/ 104775 h 600075"/>
                      <a:gd name="connsiteX5" fmla="*/ 506008 w 837172"/>
                      <a:gd name="connsiteY5" fmla="*/ 133350 h 600075"/>
                      <a:gd name="connsiteX6" fmla="*/ 534583 w 837172"/>
                      <a:gd name="connsiteY6" fmla="*/ 104775 h 600075"/>
                      <a:gd name="connsiteX7" fmla="*/ 420283 w 837172"/>
                      <a:gd name="connsiteY7" fmla="*/ 0 h 600075"/>
                      <a:gd name="connsiteX8" fmla="*/ 315508 w 837172"/>
                      <a:gd name="connsiteY8" fmla="*/ 104775 h 600075"/>
                      <a:gd name="connsiteX9" fmla="*/ 41188 w 837172"/>
                      <a:gd name="connsiteY9" fmla="*/ 458152 h 600075"/>
                      <a:gd name="connsiteX10" fmla="*/ 6898 w 837172"/>
                      <a:gd name="connsiteY10" fmla="*/ 543877 h 600075"/>
                      <a:gd name="connsiteX11" fmla="*/ 80240 w 837172"/>
                      <a:gd name="connsiteY11" fmla="*/ 600075 h 600075"/>
                      <a:gd name="connsiteX12" fmla="*/ 761278 w 837172"/>
                      <a:gd name="connsiteY12" fmla="*/ 600075 h 600075"/>
                      <a:gd name="connsiteX13" fmla="*/ 834620 w 837172"/>
                      <a:gd name="connsiteY13" fmla="*/ 543877 h 600075"/>
                      <a:gd name="connsiteX14" fmla="*/ 799378 w 837172"/>
                      <a:gd name="connsiteY14" fmla="*/ 458152 h 600075"/>
                      <a:gd name="connsiteX15" fmla="*/ 779375 w 837172"/>
                      <a:gd name="connsiteY15" fmla="*/ 528637 h 600075"/>
                      <a:gd name="connsiteX16" fmla="*/ 761278 w 837172"/>
                      <a:gd name="connsiteY16" fmla="*/ 542925 h 600075"/>
                      <a:gd name="connsiteX17" fmla="*/ 79288 w 837172"/>
                      <a:gd name="connsiteY17" fmla="*/ 542925 h 600075"/>
                      <a:gd name="connsiteX18" fmla="*/ 61190 w 837172"/>
                      <a:gd name="connsiteY18" fmla="*/ 528637 h 600075"/>
                      <a:gd name="connsiteX19" fmla="*/ 69763 w 837172"/>
                      <a:gd name="connsiteY19" fmla="*/ 507682 h 600075"/>
                      <a:gd name="connsiteX20" fmla="*/ 420283 w 837172"/>
                      <a:gd name="connsiteY20" fmla="*/ 300037 h 600075"/>
                      <a:gd name="connsiteX21" fmla="*/ 770803 w 837172"/>
                      <a:gd name="connsiteY21" fmla="*/ 507682 h 600075"/>
                      <a:gd name="connsiteX22" fmla="*/ 779375 w 837172"/>
                      <a:gd name="connsiteY22" fmla="*/ 528637 h 600075"/>
                      <a:gd name="connsiteX0" fmla="*/ 799378 w 837172"/>
                      <a:gd name="connsiteY0" fmla="*/ 458152 h 600075"/>
                      <a:gd name="connsiteX1" fmla="*/ 372658 w 837172"/>
                      <a:gd name="connsiteY1" fmla="*/ 104775 h 600075"/>
                      <a:gd name="connsiteX2" fmla="*/ 420283 w 837172"/>
                      <a:gd name="connsiteY2" fmla="*/ 57150 h 600075"/>
                      <a:gd name="connsiteX3" fmla="*/ 477433 w 837172"/>
                      <a:gd name="connsiteY3" fmla="*/ 104775 h 600075"/>
                      <a:gd name="connsiteX4" fmla="*/ 506008 w 837172"/>
                      <a:gd name="connsiteY4" fmla="*/ 133350 h 600075"/>
                      <a:gd name="connsiteX5" fmla="*/ 534583 w 837172"/>
                      <a:gd name="connsiteY5" fmla="*/ 104775 h 600075"/>
                      <a:gd name="connsiteX6" fmla="*/ 420283 w 837172"/>
                      <a:gd name="connsiteY6" fmla="*/ 0 h 600075"/>
                      <a:gd name="connsiteX7" fmla="*/ 315508 w 837172"/>
                      <a:gd name="connsiteY7" fmla="*/ 104775 h 600075"/>
                      <a:gd name="connsiteX8" fmla="*/ 41188 w 837172"/>
                      <a:gd name="connsiteY8" fmla="*/ 458152 h 600075"/>
                      <a:gd name="connsiteX9" fmla="*/ 6898 w 837172"/>
                      <a:gd name="connsiteY9" fmla="*/ 543877 h 600075"/>
                      <a:gd name="connsiteX10" fmla="*/ 80240 w 837172"/>
                      <a:gd name="connsiteY10" fmla="*/ 600075 h 600075"/>
                      <a:gd name="connsiteX11" fmla="*/ 761278 w 837172"/>
                      <a:gd name="connsiteY11" fmla="*/ 600075 h 600075"/>
                      <a:gd name="connsiteX12" fmla="*/ 834620 w 837172"/>
                      <a:gd name="connsiteY12" fmla="*/ 543877 h 600075"/>
                      <a:gd name="connsiteX13" fmla="*/ 799378 w 837172"/>
                      <a:gd name="connsiteY13" fmla="*/ 458152 h 600075"/>
                      <a:gd name="connsiteX14" fmla="*/ 779375 w 837172"/>
                      <a:gd name="connsiteY14" fmla="*/ 528637 h 600075"/>
                      <a:gd name="connsiteX15" fmla="*/ 761278 w 837172"/>
                      <a:gd name="connsiteY15" fmla="*/ 542925 h 600075"/>
                      <a:gd name="connsiteX16" fmla="*/ 79288 w 837172"/>
                      <a:gd name="connsiteY16" fmla="*/ 542925 h 600075"/>
                      <a:gd name="connsiteX17" fmla="*/ 61190 w 837172"/>
                      <a:gd name="connsiteY17" fmla="*/ 528637 h 600075"/>
                      <a:gd name="connsiteX18" fmla="*/ 69763 w 837172"/>
                      <a:gd name="connsiteY18" fmla="*/ 507682 h 600075"/>
                      <a:gd name="connsiteX19" fmla="*/ 420283 w 837172"/>
                      <a:gd name="connsiteY19" fmla="*/ 300037 h 600075"/>
                      <a:gd name="connsiteX20" fmla="*/ 770803 w 837172"/>
                      <a:gd name="connsiteY20" fmla="*/ 507682 h 600075"/>
                      <a:gd name="connsiteX21" fmla="*/ 779375 w 837172"/>
                      <a:gd name="connsiteY21" fmla="*/ 528637 h 600075"/>
                      <a:gd name="connsiteX0" fmla="*/ 804847 w 842641"/>
                      <a:gd name="connsiteY0" fmla="*/ 475660 h 617583"/>
                      <a:gd name="connsiteX1" fmla="*/ 378127 w 842641"/>
                      <a:gd name="connsiteY1" fmla="*/ 122283 h 617583"/>
                      <a:gd name="connsiteX2" fmla="*/ 425752 w 842641"/>
                      <a:gd name="connsiteY2" fmla="*/ 74658 h 617583"/>
                      <a:gd name="connsiteX3" fmla="*/ 482902 w 842641"/>
                      <a:gd name="connsiteY3" fmla="*/ 122283 h 617583"/>
                      <a:gd name="connsiteX4" fmla="*/ 511477 w 842641"/>
                      <a:gd name="connsiteY4" fmla="*/ 150858 h 617583"/>
                      <a:gd name="connsiteX5" fmla="*/ 540052 w 842641"/>
                      <a:gd name="connsiteY5" fmla="*/ 122283 h 617583"/>
                      <a:gd name="connsiteX6" fmla="*/ 425752 w 842641"/>
                      <a:gd name="connsiteY6" fmla="*/ 17508 h 617583"/>
                      <a:gd name="connsiteX7" fmla="*/ 46657 w 842641"/>
                      <a:gd name="connsiteY7" fmla="*/ 475660 h 617583"/>
                      <a:gd name="connsiteX8" fmla="*/ 12367 w 842641"/>
                      <a:gd name="connsiteY8" fmla="*/ 561385 h 617583"/>
                      <a:gd name="connsiteX9" fmla="*/ 85709 w 842641"/>
                      <a:gd name="connsiteY9" fmla="*/ 617583 h 617583"/>
                      <a:gd name="connsiteX10" fmla="*/ 766747 w 842641"/>
                      <a:gd name="connsiteY10" fmla="*/ 617583 h 617583"/>
                      <a:gd name="connsiteX11" fmla="*/ 840089 w 842641"/>
                      <a:gd name="connsiteY11" fmla="*/ 561385 h 617583"/>
                      <a:gd name="connsiteX12" fmla="*/ 804847 w 842641"/>
                      <a:gd name="connsiteY12" fmla="*/ 475660 h 617583"/>
                      <a:gd name="connsiteX13" fmla="*/ 784844 w 842641"/>
                      <a:gd name="connsiteY13" fmla="*/ 546145 h 617583"/>
                      <a:gd name="connsiteX14" fmla="*/ 766747 w 842641"/>
                      <a:gd name="connsiteY14" fmla="*/ 560433 h 617583"/>
                      <a:gd name="connsiteX15" fmla="*/ 84757 w 842641"/>
                      <a:gd name="connsiteY15" fmla="*/ 560433 h 617583"/>
                      <a:gd name="connsiteX16" fmla="*/ 66659 w 842641"/>
                      <a:gd name="connsiteY16" fmla="*/ 546145 h 617583"/>
                      <a:gd name="connsiteX17" fmla="*/ 75232 w 842641"/>
                      <a:gd name="connsiteY17" fmla="*/ 525190 h 617583"/>
                      <a:gd name="connsiteX18" fmla="*/ 425752 w 842641"/>
                      <a:gd name="connsiteY18" fmla="*/ 317545 h 617583"/>
                      <a:gd name="connsiteX19" fmla="*/ 776272 w 842641"/>
                      <a:gd name="connsiteY19" fmla="*/ 525190 h 617583"/>
                      <a:gd name="connsiteX20" fmla="*/ 784844 w 842641"/>
                      <a:gd name="connsiteY20" fmla="*/ 546145 h 617583"/>
                      <a:gd name="connsiteX0" fmla="*/ 804847 w 842641"/>
                      <a:gd name="connsiteY0" fmla="*/ 475660 h 617583"/>
                      <a:gd name="connsiteX1" fmla="*/ 425752 w 842641"/>
                      <a:gd name="connsiteY1" fmla="*/ 74658 h 617583"/>
                      <a:gd name="connsiteX2" fmla="*/ 482902 w 842641"/>
                      <a:gd name="connsiteY2" fmla="*/ 122283 h 617583"/>
                      <a:gd name="connsiteX3" fmla="*/ 511477 w 842641"/>
                      <a:gd name="connsiteY3" fmla="*/ 150858 h 617583"/>
                      <a:gd name="connsiteX4" fmla="*/ 540052 w 842641"/>
                      <a:gd name="connsiteY4" fmla="*/ 122283 h 617583"/>
                      <a:gd name="connsiteX5" fmla="*/ 425752 w 842641"/>
                      <a:gd name="connsiteY5" fmla="*/ 17508 h 617583"/>
                      <a:gd name="connsiteX6" fmla="*/ 46657 w 842641"/>
                      <a:gd name="connsiteY6" fmla="*/ 475660 h 617583"/>
                      <a:gd name="connsiteX7" fmla="*/ 12367 w 842641"/>
                      <a:gd name="connsiteY7" fmla="*/ 561385 h 617583"/>
                      <a:gd name="connsiteX8" fmla="*/ 85709 w 842641"/>
                      <a:gd name="connsiteY8" fmla="*/ 617583 h 617583"/>
                      <a:gd name="connsiteX9" fmla="*/ 766747 w 842641"/>
                      <a:gd name="connsiteY9" fmla="*/ 617583 h 617583"/>
                      <a:gd name="connsiteX10" fmla="*/ 840089 w 842641"/>
                      <a:gd name="connsiteY10" fmla="*/ 561385 h 617583"/>
                      <a:gd name="connsiteX11" fmla="*/ 804847 w 842641"/>
                      <a:gd name="connsiteY11" fmla="*/ 475660 h 617583"/>
                      <a:gd name="connsiteX12" fmla="*/ 784844 w 842641"/>
                      <a:gd name="connsiteY12" fmla="*/ 546145 h 617583"/>
                      <a:gd name="connsiteX13" fmla="*/ 766747 w 842641"/>
                      <a:gd name="connsiteY13" fmla="*/ 560433 h 617583"/>
                      <a:gd name="connsiteX14" fmla="*/ 84757 w 842641"/>
                      <a:gd name="connsiteY14" fmla="*/ 560433 h 617583"/>
                      <a:gd name="connsiteX15" fmla="*/ 66659 w 842641"/>
                      <a:gd name="connsiteY15" fmla="*/ 546145 h 617583"/>
                      <a:gd name="connsiteX16" fmla="*/ 75232 w 842641"/>
                      <a:gd name="connsiteY16" fmla="*/ 525190 h 617583"/>
                      <a:gd name="connsiteX17" fmla="*/ 425752 w 842641"/>
                      <a:gd name="connsiteY17" fmla="*/ 317545 h 617583"/>
                      <a:gd name="connsiteX18" fmla="*/ 776272 w 842641"/>
                      <a:gd name="connsiteY18" fmla="*/ 525190 h 617583"/>
                      <a:gd name="connsiteX19" fmla="*/ 784844 w 842641"/>
                      <a:gd name="connsiteY19" fmla="*/ 546145 h 617583"/>
                      <a:gd name="connsiteX0" fmla="*/ 811977 w 849771"/>
                      <a:gd name="connsiteY0" fmla="*/ 401002 h 542925"/>
                      <a:gd name="connsiteX1" fmla="*/ 432882 w 849771"/>
                      <a:gd name="connsiteY1" fmla="*/ 0 h 542925"/>
                      <a:gd name="connsiteX2" fmla="*/ 490032 w 849771"/>
                      <a:gd name="connsiteY2" fmla="*/ 47625 h 542925"/>
                      <a:gd name="connsiteX3" fmla="*/ 518607 w 849771"/>
                      <a:gd name="connsiteY3" fmla="*/ 76200 h 542925"/>
                      <a:gd name="connsiteX4" fmla="*/ 547182 w 849771"/>
                      <a:gd name="connsiteY4" fmla="*/ 47625 h 542925"/>
                      <a:gd name="connsiteX5" fmla="*/ 53787 w 849771"/>
                      <a:gd name="connsiteY5" fmla="*/ 401002 h 542925"/>
                      <a:gd name="connsiteX6" fmla="*/ 19497 w 849771"/>
                      <a:gd name="connsiteY6" fmla="*/ 486727 h 542925"/>
                      <a:gd name="connsiteX7" fmla="*/ 92839 w 849771"/>
                      <a:gd name="connsiteY7" fmla="*/ 542925 h 542925"/>
                      <a:gd name="connsiteX8" fmla="*/ 773877 w 849771"/>
                      <a:gd name="connsiteY8" fmla="*/ 542925 h 542925"/>
                      <a:gd name="connsiteX9" fmla="*/ 847219 w 849771"/>
                      <a:gd name="connsiteY9" fmla="*/ 486727 h 542925"/>
                      <a:gd name="connsiteX10" fmla="*/ 811977 w 849771"/>
                      <a:gd name="connsiteY10" fmla="*/ 401002 h 542925"/>
                      <a:gd name="connsiteX11" fmla="*/ 791974 w 849771"/>
                      <a:gd name="connsiteY11" fmla="*/ 471487 h 542925"/>
                      <a:gd name="connsiteX12" fmla="*/ 773877 w 849771"/>
                      <a:gd name="connsiteY12" fmla="*/ 485775 h 542925"/>
                      <a:gd name="connsiteX13" fmla="*/ 91887 w 849771"/>
                      <a:gd name="connsiteY13" fmla="*/ 485775 h 542925"/>
                      <a:gd name="connsiteX14" fmla="*/ 73789 w 849771"/>
                      <a:gd name="connsiteY14" fmla="*/ 471487 h 542925"/>
                      <a:gd name="connsiteX15" fmla="*/ 82362 w 849771"/>
                      <a:gd name="connsiteY15" fmla="*/ 450532 h 542925"/>
                      <a:gd name="connsiteX16" fmla="*/ 432882 w 849771"/>
                      <a:gd name="connsiteY16" fmla="*/ 242887 h 542925"/>
                      <a:gd name="connsiteX17" fmla="*/ 783402 w 849771"/>
                      <a:gd name="connsiteY17" fmla="*/ 450532 h 542925"/>
                      <a:gd name="connsiteX18" fmla="*/ 791974 w 849771"/>
                      <a:gd name="connsiteY18" fmla="*/ 471487 h 542925"/>
                      <a:gd name="connsiteX0" fmla="*/ 811977 w 849771"/>
                      <a:gd name="connsiteY0" fmla="*/ 401002 h 542925"/>
                      <a:gd name="connsiteX1" fmla="*/ 432882 w 849771"/>
                      <a:gd name="connsiteY1" fmla="*/ 0 h 542925"/>
                      <a:gd name="connsiteX2" fmla="*/ 490032 w 849771"/>
                      <a:gd name="connsiteY2" fmla="*/ 47625 h 542925"/>
                      <a:gd name="connsiteX3" fmla="*/ 547182 w 849771"/>
                      <a:gd name="connsiteY3" fmla="*/ 47625 h 542925"/>
                      <a:gd name="connsiteX4" fmla="*/ 53787 w 849771"/>
                      <a:gd name="connsiteY4" fmla="*/ 401002 h 542925"/>
                      <a:gd name="connsiteX5" fmla="*/ 19497 w 849771"/>
                      <a:gd name="connsiteY5" fmla="*/ 486727 h 542925"/>
                      <a:gd name="connsiteX6" fmla="*/ 92839 w 849771"/>
                      <a:gd name="connsiteY6" fmla="*/ 542925 h 542925"/>
                      <a:gd name="connsiteX7" fmla="*/ 773877 w 849771"/>
                      <a:gd name="connsiteY7" fmla="*/ 542925 h 542925"/>
                      <a:gd name="connsiteX8" fmla="*/ 847219 w 849771"/>
                      <a:gd name="connsiteY8" fmla="*/ 486727 h 542925"/>
                      <a:gd name="connsiteX9" fmla="*/ 811977 w 849771"/>
                      <a:gd name="connsiteY9" fmla="*/ 401002 h 542925"/>
                      <a:gd name="connsiteX10" fmla="*/ 791974 w 849771"/>
                      <a:gd name="connsiteY10" fmla="*/ 471487 h 542925"/>
                      <a:gd name="connsiteX11" fmla="*/ 773877 w 849771"/>
                      <a:gd name="connsiteY11" fmla="*/ 485775 h 542925"/>
                      <a:gd name="connsiteX12" fmla="*/ 91887 w 849771"/>
                      <a:gd name="connsiteY12" fmla="*/ 485775 h 542925"/>
                      <a:gd name="connsiteX13" fmla="*/ 73789 w 849771"/>
                      <a:gd name="connsiteY13" fmla="*/ 471487 h 542925"/>
                      <a:gd name="connsiteX14" fmla="*/ 82362 w 849771"/>
                      <a:gd name="connsiteY14" fmla="*/ 450532 h 542925"/>
                      <a:gd name="connsiteX15" fmla="*/ 432882 w 849771"/>
                      <a:gd name="connsiteY15" fmla="*/ 242887 h 542925"/>
                      <a:gd name="connsiteX16" fmla="*/ 783402 w 849771"/>
                      <a:gd name="connsiteY16" fmla="*/ 450532 h 542925"/>
                      <a:gd name="connsiteX17" fmla="*/ 791974 w 849771"/>
                      <a:gd name="connsiteY17" fmla="*/ 471487 h 542925"/>
                      <a:gd name="connsiteX0" fmla="*/ 808316 w 846110"/>
                      <a:gd name="connsiteY0" fmla="*/ 403561 h 545484"/>
                      <a:gd name="connsiteX1" fmla="*/ 429221 w 846110"/>
                      <a:gd name="connsiteY1" fmla="*/ 2559 h 545484"/>
                      <a:gd name="connsiteX2" fmla="*/ 486371 w 846110"/>
                      <a:gd name="connsiteY2" fmla="*/ 50184 h 545484"/>
                      <a:gd name="connsiteX3" fmla="*/ 50126 w 846110"/>
                      <a:gd name="connsiteY3" fmla="*/ 403561 h 545484"/>
                      <a:gd name="connsiteX4" fmla="*/ 15836 w 846110"/>
                      <a:gd name="connsiteY4" fmla="*/ 489286 h 545484"/>
                      <a:gd name="connsiteX5" fmla="*/ 89178 w 846110"/>
                      <a:gd name="connsiteY5" fmla="*/ 545484 h 545484"/>
                      <a:gd name="connsiteX6" fmla="*/ 770216 w 846110"/>
                      <a:gd name="connsiteY6" fmla="*/ 545484 h 545484"/>
                      <a:gd name="connsiteX7" fmla="*/ 843558 w 846110"/>
                      <a:gd name="connsiteY7" fmla="*/ 489286 h 545484"/>
                      <a:gd name="connsiteX8" fmla="*/ 808316 w 846110"/>
                      <a:gd name="connsiteY8" fmla="*/ 403561 h 545484"/>
                      <a:gd name="connsiteX9" fmla="*/ 788313 w 846110"/>
                      <a:gd name="connsiteY9" fmla="*/ 474046 h 545484"/>
                      <a:gd name="connsiteX10" fmla="*/ 770216 w 846110"/>
                      <a:gd name="connsiteY10" fmla="*/ 488334 h 545484"/>
                      <a:gd name="connsiteX11" fmla="*/ 88226 w 846110"/>
                      <a:gd name="connsiteY11" fmla="*/ 488334 h 545484"/>
                      <a:gd name="connsiteX12" fmla="*/ 70128 w 846110"/>
                      <a:gd name="connsiteY12" fmla="*/ 474046 h 545484"/>
                      <a:gd name="connsiteX13" fmla="*/ 78701 w 846110"/>
                      <a:gd name="connsiteY13" fmla="*/ 453091 h 545484"/>
                      <a:gd name="connsiteX14" fmla="*/ 429221 w 846110"/>
                      <a:gd name="connsiteY14" fmla="*/ 245446 h 545484"/>
                      <a:gd name="connsiteX15" fmla="*/ 779741 w 846110"/>
                      <a:gd name="connsiteY15" fmla="*/ 453091 h 545484"/>
                      <a:gd name="connsiteX16" fmla="*/ 788313 w 846110"/>
                      <a:gd name="connsiteY16" fmla="*/ 474046 h 545484"/>
                      <a:gd name="connsiteX0" fmla="*/ 804848 w 842642"/>
                      <a:gd name="connsiteY0" fmla="*/ 401002 h 542925"/>
                      <a:gd name="connsiteX1" fmla="*/ 425753 w 842642"/>
                      <a:gd name="connsiteY1" fmla="*/ 0 h 542925"/>
                      <a:gd name="connsiteX2" fmla="*/ 46658 w 842642"/>
                      <a:gd name="connsiteY2" fmla="*/ 401002 h 542925"/>
                      <a:gd name="connsiteX3" fmla="*/ 12368 w 842642"/>
                      <a:gd name="connsiteY3" fmla="*/ 486727 h 542925"/>
                      <a:gd name="connsiteX4" fmla="*/ 85710 w 842642"/>
                      <a:gd name="connsiteY4" fmla="*/ 542925 h 542925"/>
                      <a:gd name="connsiteX5" fmla="*/ 766748 w 842642"/>
                      <a:gd name="connsiteY5" fmla="*/ 542925 h 542925"/>
                      <a:gd name="connsiteX6" fmla="*/ 840090 w 842642"/>
                      <a:gd name="connsiteY6" fmla="*/ 486727 h 542925"/>
                      <a:gd name="connsiteX7" fmla="*/ 804848 w 842642"/>
                      <a:gd name="connsiteY7" fmla="*/ 401002 h 542925"/>
                      <a:gd name="connsiteX8" fmla="*/ 784845 w 842642"/>
                      <a:gd name="connsiteY8" fmla="*/ 471487 h 542925"/>
                      <a:gd name="connsiteX9" fmla="*/ 766748 w 842642"/>
                      <a:gd name="connsiteY9" fmla="*/ 485775 h 542925"/>
                      <a:gd name="connsiteX10" fmla="*/ 84758 w 842642"/>
                      <a:gd name="connsiteY10" fmla="*/ 485775 h 542925"/>
                      <a:gd name="connsiteX11" fmla="*/ 66660 w 842642"/>
                      <a:gd name="connsiteY11" fmla="*/ 471487 h 542925"/>
                      <a:gd name="connsiteX12" fmla="*/ 75233 w 842642"/>
                      <a:gd name="connsiteY12" fmla="*/ 450532 h 542925"/>
                      <a:gd name="connsiteX13" fmla="*/ 425753 w 842642"/>
                      <a:gd name="connsiteY13" fmla="*/ 242887 h 542925"/>
                      <a:gd name="connsiteX14" fmla="*/ 776273 w 842642"/>
                      <a:gd name="connsiteY14" fmla="*/ 450532 h 542925"/>
                      <a:gd name="connsiteX15" fmla="*/ 784845 w 842642"/>
                      <a:gd name="connsiteY15" fmla="*/ 471487 h 542925"/>
                      <a:gd name="connsiteX0" fmla="*/ 830163 w 867957"/>
                      <a:gd name="connsiteY0" fmla="*/ 158115 h 300038"/>
                      <a:gd name="connsiteX1" fmla="*/ 71973 w 867957"/>
                      <a:gd name="connsiteY1" fmla="*/ 158115 h 300038"/>
                      <a:gd name="connsiteX2" fmla="*/ 37683 w 867957"/>
                      <a:gd name="connsiteY2" fmla="*/ 243840 h 300038"/>
                      <a:gd name="connsiteX3" fmla="*/ 111025 w 867957"/>
                      <a:gd name="connsiteY3" fmla="*/ 300038 h 300038"/>
                      <a:gd name="connsiteX4" fmla="*/ 792063 w 867957"/>
                      <a:gd name="connsiteY4" fmla="*/ 300038 h 300038"/>
                      <a:gd name="connsiteX5" fmla="*/ 865405 w 867957"/>
                      <a:gd name="connsiteY5" fmla="*/ 243840 h 300038"/>
                      <a:gd name="connsiteX6" fmla="*/ 830163 w 867957"/>
                      <a:gd name="connsiteY6" fmla="*/ 158115 h 300038"/>
                      <a:gd name="connsiteX7" fmla="*/ 810160 w 867957"/>
                      <a:gd name="connsiteY7" fmla="*/ 228600 h 300038"/>
                      <a:gd name="connsiteX8" fmla="*/ 792063 w 867957"/>
                      <a:gd name="connsiteY8" fmla="*/ 242888 h 300038"/>
                      <a:gd name="connsiteX9" fmla="*/ 110073 w 867957"/>
                      <a:gd name="connsiteY9" fmla="*/ 242888 h 300038"/>
                      <a:gd name="connsiteX10" fmla="*/ 91975 w 867957"/>
                      <a:gd name="connsiteY10" fmla="*/ 228600 h 300038"/>
                      <a:gd name="connsiteX11" fmla="*/ 100548 w 867957"/>
                      <a:gd name="connsiteY11" fmla="*/ 207645 h 300038"/>
                      <a:gd name="connsiteX12" fmla="*/ 451068 w 867957"/>
                      <a:gd name="connsiteY12" fmla="*/ 0 h 300038"/>
                      <a:gd name="connsiteX13" fmla="*/ 801588 w 867957"/>
                      <a:gd name="connsiteY13" fmla="*/ 207645 h 300038"/>
                      <a:gd name="connsiteX14" fmla="*/ 810160 w 867957"/>
                      <a:gd name="connsiteY14" fmla="*/ 228600 h 300038"/>
                      <a:gd name="connsiteX0" fmla="*/ 830163 w 867957"/>
                      <a:gd name="connsiteY0" fmla="*/ 10716 h 152639"/>
                      <a:gd name="connsiteX1" fmla="*/ 71973 w 867957"/>
                      <a:gd name="connsiteY1" fmla="*/ 10716 h 152639"/>
                      <a:gd name="connsiteX2" fmla="*/ 37683 w 867957"/>
                      <a:gd name="connsiteY2" fmla="*/ 96441 h 152639"/>
                      <a:gd name="connsiteX3" fmla="*/ 111025 w 867957"/>
                      <a:gd name="connsiteY3" fmla="*/ 152639 h 152639"/>
                      <a:gd name="connsiteX4" fmla="*/ 792063 w 867957"/>
                      <a:gd name="connsiteY4" fmla="*/ 152639 h 152639"/>
                      <a:gd name="connsiteX5" fmla="*/ 865405 w 867957"/>
                      <a:gd name="connsiteY5" fmla="*/ 96441 h 152639"/>
                      <a:gd name="connsiteX6" fmla="*/ 830163 w 867957"/>
                      <a:gd name="connsiteY6" fmla="*/ 10716 h 152639"/>
                      <a:gd name="connsiteX7" fmla="*/ 810160 w 867957"/>
                      <a:gd name="connsiteY7" fmla="*/ 81201 h 152639"/>
                      <a:gd name="connsiteX8" fmla="*/ 792063 w 867957"/>
                      <a:gd name="connsiteY8" fmla="*/ 95489 h 152639"/>
                      <a:gd name="connsiteX9" fmla="*/ 110073 w 867957"/>
                      <a:gd name="connsiteY9" fmla="*/ 95489 h 152639"/>
                      <a:gd name="connsiteX10" fmla="*/ 91975 w 867957"/>
                      <a:gd name="connsiteY10" fmla="*/ 81201 h 152639"/>
                      <a:gd name="connsiteX11" fmla="*/ 100548 w 867957"/>
                      <a:gd name="connsiteY11" fmla="*/ 60246 h 152639"/>
                      <a:gd name="connsiteX12" fmla="*/ 801588 w 867957"/>
                      <a:gd name="connsiteY12" fmla="*/ 60246 h 152639"/>
                      <a:gd name="connsiteX13" fmla="*/ 810160 w 867957"/>
                      <a:gd name="connsiteY13" fmla="*/ 81201 h 152639"/>
                      <a:gd name="connsiteX0" fmla="*/ 847051 w 884845"/>
                      <a:gd name="connsiteY0" fmla="*/ 10716 h 152639"/>
                      <a:gd name="connsiteX1" fmla="*/ 88861 w 884845"/>
                      <a:gd name="connsiteY1" fmla="*/ 10716 h 152639"/>
                      <a:gd name="connsiteX2" fmla="*/ 17862 w 884845"/>
                      <a:gd name="connsiteY2" fmla="*/ 99340 h 152639"/>
                      <a:gd name="connsiteX3" fmla="*/ 127913 w 884845"/>
                      <a:gd name="connsiteY3" fmla="*/ 152639 h 152639"/>
                      <a:gd name="connsiteX4" fmla="*/ 808951 w 884845"/>
                      <a:gd name="connsiteY4" fmla="*/ 152639 h 152639"/>
                      <a:gd name="connsiteX5" fmla="*/ 882293 w 884845"/>
                      <a:gd name="connsiteY5" fmla="*/ 96441 h 152639"/>
                      <a:gd name="connsiteX6" fmla="*/ 847051 w 884845"/>
                      <a:gd name="connsiteY6" fmla="*/ 10716 h 152639"/>
                      <a:gd name="connsiteX7" fmla="*/ 827048 w 884845"/>
                      <a:gd name="connsiteY7" fmla="*/ 81201 h 152639"/>
                      <a:gd name="connsiteX8" fmla="*/ 808951 w 884845"/>
                      <a:gd name="connsiteY8" fmla="*/ 95489 h 152639"/>
                      <a:gd name="connsiteX9" fmla="*/ 126961 w 884845"/>
                      <a:gd name="connsiteY9" fmla="*/ 95489 h 152639"/>
                      <a:gd name="connsiteX10" fmla="*/ 108863 w 884845"/>
                      <a:gd name="connsiteY10" fmla="*/ 81201 h 152639"/>
                      <a:gd name="connsiteX11" fmla="*/ 117436 w 884845"/>
                      <a:gd name="connsiteY11" fmla="*/ 60246 h 152639"/>
                      <a:gd name="connsiteX12" fmla="*/ 818476 w 884845"/>
                      <a:gd name="connsiteY12" fmla="*/ 60246 h 152639"/>
                      <a:gd name="connsiteX13" fmla="*/ 827048 w 884845"/>
                      <a:gd name="connsiteY13" fmla="*/ 81201 h 152639"/>
                      <a:gd name="connsiteX0" fmla="*/ 864149 w 901943"/>
                      <a:gd name="connsiteY0" fmla="*/ 10716 h 152639"/>
                      <a:gd name="connsiteX1" fmla="*/ 105959 w 901943"/>
                      <a:gd name="connsiteY1" fmla="*/ 10716 h 152639"/>
                      <a:gd name="connsiteX2" fmla="*/ 8262 w 901943"/>
                      <a:gd name="connsiteY2" fmla="*/ 99340 h 152639"/>
                      <a:gd name="connsiteX3" fmla="*/ 145011 w 901943"/>
                      <a:gd name="connsiteY3" fmla="*/ 152639 h 152639"/>
                      <a:gd name="connsiteX4" fmla="*/ 826049 w 901943"/>
                      <a:gd name="connsiteY4" fmla="*/ 152639 h 152639"/>
                      <a:gd name="connsiteX5" fmla="*/ 899391 w 901943"/>
                      <a:gd name="connsiteY5" fmla="*/ 96441 h 152639"/>
                      <a:gd name="connsiteX6" fmla="*/ 864149 w 901943"/>
                      <a:gd name="connsiteY6" fmla="*/ 10716 h 152639"/>
                      <a:gd name="connsiteX7" fmla="*/ 844146 w 901943"/>
                      <a:gd name="connsiteY7" fmla="*/ 81201 h 152639"/>
                      <a:gd name="connsiteX8" fmla="*/ 826049 w 901943"/>
                      <a:gd name="connsiteY8" fmla="*/ 95489 h 152639"/>
                      <a:gd name="connsiteX9" fmla="*/ 144059 w 901943"/>
                      <a:gd name="connsiteY9" fmla="*/ 95489 h 152639"/>
                      <a:gd name="connsiteX10" fmla="*/ 125961 w 901943"/>
                      <a:gd name="connsiteY10" fmla="*/ 81201 h 152639"/>
                      <a:gd name="connsiteX11" fmla="*/ 134534 w 901943"/>
                      <a:gd name="connsiteY11" fmla="*/ 60246 h 152639"/>
                      <a:gd name="connsiteX12" fmla="*/ 835574 w 901943"/>
                      <a:gd name="connsiteY12" fmla="*/ 60246 h 152639"/>
                      <a:gd name="connsiteX13" fmla="*/ 844146 w 901943"/>
                      <a:gd name="connsiteY13" fmla="*/ 81201 h 152639"/>
                      <a:gd name="connsiteX0" fmla="*/ 864149 w 901943"/>
                      <a:gd name="connsiteY0" fmla="*/ 10716 h 152639"/>
                      <a:gd name="connsiteX1" fmla="*/ 105959 w 901943"/>
                      <a:gd name="connsiteY1" fmla="*/ 10716 h 152639"/>
                      <a:gd name="connsiteX2" fmla="*/ 8262 w 901943"/>
                      <a:gd name="connsiteY2" fmla="*/ 99340 h 152639"/>
                      <a:gd name="connsiteX3" fmla="*/ 145011 w 901943"/>
                      <a:gd name="connsiteY3" fmla="*/ 152639 h 152639"/>
                      <a:gd name="connsiteX4" fmla="*/ 826049 w 901943"/>
                      <a:gd name="connsiteY4" fmla="*/ 152639 h 152639"/>
                      <a:gd name="connsiteX5" fmla="*/ 899391 w 901943"/>
                      <a:gd name="connsiteY5" fmla="*/ 96441 h 152639"/>
                      <a:gd name="connsiteX6" fmla="*/ 864149 w 901943"/>
                      <a:gd name="connsiteY6" fmla="*/ 10716 h 152639"/>
                      <a:gd name="connsiteX7" fmla="*/ 844146 w 901943"/>
                      <a:gd name="connsiteY7" fmla="*/ 81201 h 152639"/>
                      <a:gd name="connsiteX8" fmla="*/ 826049 w 901943"/>
                      <a:gd name="connsiteY8" fmla="*/ 95489 h 152639"/>
                      <a:gd name="connsiteX9" fmla="*/ 144059 w 901943"/>
                      <a:gd name="connsiteY9" fmla="*/ 95489 h 152639"/>
                      <a:gd name="connsiteX10" fmla="*/ 125961 w 901943"/>
                      <a:gd name="connsiteY10" fmla="*/ 81201 h 152639"/>
                      <a:gd name="connsiteX11" fmla="*/ 141209 w 901943"/>
                      <a:gd name="connsiteY11" fmla="*/ 42851 h 152639"/>
                      <a:gd name="connsiteX12" fmla="*/ 835574 w 901943"/>
                      <a:gd name="connsiteY12" fmla="*/ 60246 h 152639"/>
                      <a:gd name="connsiteX13" fmla="*/ 844146 w 901943"/>
                      <a:gd name="connsiteY13" fmla="*/ 81201 h 152639"/>
                      <a:gd name="connsiteX0" fmla="*/ 864149 w 901943"/>
                      <a:gd name="connsiteY0" fmla="*/ 10716 h 152639"/>
                      <a:gd name="connsiteX1" fmla="*/ 105959 w 901943"/>
                      <a:gd name="connsiteY1" fmla="*/ 10716 h 152639"/>
                      <a:gd name="connsiteX2" fmla="*/ 8262 w 901943"/>
                      <a:gd name="connsiteY2" fmla="*/ 99340 h 152639"/>
                      <a:gd name="connsiteX3" fmla="*/ 145011 w 901943"/>
                      <a:gd name="connsiteY3" fmla="*/ 152639 h 152639"/>
                      <a:gd name="connsiteX4" fmla="*/ 826049 w 901943"/>
                      <a:gd name="connsiteY4" fmla="*/ 152639 h 152639"/>
                      <a:gd name="connsiteX5" fmla="*/ 899391 w 901943"/>
                      <a:gd name="connsiteY5" fmla="*/ 96441 h 152639"/>
                      <a:gd name="connsiteX6" fmla="*/ 864149 w 901943"/>
                      <a:gd name="connsiteY6" fmla="*/ 10716 h 152639"/>
                      <a:gd name="connsiteX7" fmla="*/ 844146 w 901943"/>
                      <a:gd name="connsiteY7" fmla="*/ 81201 h 152639"/>
                      <a:gd name="connsiteX8" fmla="*/ 826049 w 901943"/>
                      <a:gd name="connsiteY8" fmla="*/ 95489 h 152639"/>
                      <a:gd name="connsiteX9" fmla="*/ 144059 w 901943"/>
                      <a:gd name="connsiteY9" fmla="*/ 95489 h 152639"/>
                      <a:gd name="connsiteX10" fmla="*/ 125961 w 901943"/>
                      <a:gd name="connsiteY10" fmla="*/ 81201 h 152639"/>
                      <a:gd name="connsiteX11" fmla="*/ 141209 w 901943"/>
                      <a:gd name="connsiteY11" fmla="*/ 42851 h 152639"/>
                      <a:gd name="connsiteX12" fmla="*/ 812213 w 901943"/>
                      <a:gd name="connsiteY12" fmla="*/ 45750 h 152639"/>
                      <a:gd name="connsiteX13" fmla="*/ 844146 w 901943"/>
                      <a:gd name="connsiteY13" fmla="*/ 81201 h 152639"/>
                      <a:gd name="connsiteX0" fmla="*/ 864149 w 950239"/>
                      <a:gd name="connsiteY0" fmla="*/ 10716 h 152639"/>
                      <a:gd name="connsiteX1" fmla="*/ 105959 w 950239"/>
                      <a:gd name="connsiteY1" fmla="*/ 10716 h 152639"/>
                      <a:gd name="connsiteX2" fmla="*/ 8262 w 950239"/>
                      <a:gd name="connsiteY2" fmla="*/ 99340 h 152639"/>
                      <a:gd name="connsiteX3" fmla="*/ 145011 w 950239"/>
                      <a:gd name="connsiteY3" fmla="*/ 152639 h 152639"/>
                      <a:gd name="connsiteX4" fmla="*/ 826049 w 950239"/>
                      <a:gd name="connsiteY4" fmla="*/ 152639 h 152639"/>
                      <a:gd name="connsiteX5" fmla="*/ 949450 w 950239"/>
                      <a:gd name="connsiteY5" fmla="*/ 96441 h 152639"/>
                      <a:gd name="connsiteX6" fmla="*/ 864149 w 950239"/>
                      <a:gd name="connsiteY6" fmla="*/ 10716 h 152639"/>
                      <a:gd name="connsiteX7" fmla="*/ 844146 w 950239"/>
                      <a:gd name="connsiteY7" fmla="*/ 81201 h 152639"/>
                      <a:gd name="connsiteX8" fmla="*/ 826049 w 950239"/>
                      <a:gd name="connsiteY8" fmla="*/ 95489 h 152639"/>
                      <a:gd name="connsiteX9" fmla="*/ 144059 w 950239"/>
                      <a:gd name="connsiteY9" fmla="*/ 95489 h 152639"/>
                      <a:gd name="connsiteX10" fmla="*/ 125961 w 950239"/>
                      <a:gd name="connsiteY10" fmla="*/ 81201 h 152639"/>
                      <a:gd name="connsiteX11" fmla="*/ 141209 w 950239"/>
                      <a:gd name="connsiteY11" fmla="*/ 42851 h 152639"/>
                      <a:gd name="connsiteX12" fmla="*/ 812213 w 950239"/>
                      <a:gd name="connsiteY12" fmla="*/ 45750 h 152639"/>
                      <a:gd name="connsiteX13" fmla="*/ 844146 w 950239"/>
                      <a:gd name="connsiteY13" fmla="*/ 81201 h 152639"/>
                      <a:gd name="connsiteX0" fmla="*/ 884173 w 950802"/>
                      <a:gd name="connsiteY0" fmla="*/ 12275 h 151299"/>
                      <a:gd name="connsiteX1" fmla="*/ 105959 w 950802"/>
                      <a:gd name="connsiteY1" fmla="*/ 9376 h 151299"/>
                      <a:gd name="connsiteX2" fmla="*/ 8262 w 950802"/>
                      <a:gd name="connsiteY2" fmla="*/ 98000 h 151299"/>
                      <a:gd name="connsiteX3" fmla="*/ 145011 w 950802"/>
                      <a:gd name="connsiteY3" fmla="*/ 151299 h 151299"/>
                      <a:gd name="connsiteX4" fmla="*/ 826049 w 950802"/>
                      <a:gd name="connsiteY4" fmla="*/ 151299 h 151299"/>
                      <a:gd name="connsiteX5" fmla="*/ 949450 w 950802"/>
                      <a:gd name="connsiteY5" fmla="*/ 95101 h 151299"/>
                      <a:gd name="connsiteX6" fmla="*/ 884173 w 950802"/>
                      <a:gd name="connsiteY6" fmla="*/ 12275 h 151299"/>
                      <a:gd name="connsiteX7" fmla="*/ 844146 w 950802"/>
                      <a:gd name="connsiteY7" fmla="*/ 79861 h 151299"/>
                      <a:gd name="connsiteX8" fmla="*/ 826049 w 950802"/>
                      <a:gd name="connsiteY8" fmla="*/ 94149 h 151299"/>
                      <a:gd name="connsiteX9" fmla="*/ 144059 w 950802"/>
                      <a:gd name="connsiteY9" fmla="*/ 94149 h 151299"/>
                      <a:gd name="connsiteX10" fmla="*/ 125961 w 950802"/>
                      <a:gd name="connsiteY10" fmla="*/ 79861 h 151299"/>
                      <a:gd name="connsiteX11" fmla="*/ 141209 w 950802"/>
                      <a:gd name="connsiteY11" fmla="*/ 41511 h 151299"/>
                      <a:gd name="connsiteX12" fmla="*/ 812213 w 950802"/>
                      <a:gd name="connsiteY12" fmla="*/ 44410 h 151299"/>
                      <a:gd name="connsiteX13" fmla="*/ 844146 w 950802"/>
                      <a:gd name="connsiteY13" fmla="*/ 79861 h 15129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</a:cxnLst>
                    <a:rect l="l" t="t" r="r" b="b"/>
                    <a:pathLst>
                      <a:path w="950802" h="151299">
                        <a:moveTo>
                          <a:pt x="884173" y="12275"/>
                        </a:moveTo>
                        <a:cubicBezTo>
                          <a:pt x="751934" y="-2012"/>
                          <a:pt x="238039" y="-4911"/>
                          <a:pt x="105959" y="9376"/>
                        </a:cubicBezTo>
                        <a:cubicBezTo>
                          <a:pt x="-26121" y="23663"/>
                          <a:pt x="-1263" y="64663"/>
                          <a:pt x="8262" y="98000"/>
                        </a:cubicBezTo>
                        <a:cubicBezTo>
                          <a:pt x="17787" y="131338"/>
                          <a:pt x="110721" y="151299"/>
                          <a:pt x="145011" y="151299"/>
                        </a:cubicBezTo>
                        <a:lnTo>
                          <a:pt x="826049" y="151299"/>
                        </a:lnTo>
                        <a:cubicBezTo>
                          <a:pt x="861291" y="151299"/>
                          <a:pt x="939763" y="118272"/>
                          <a:pt x="949450" y="95101"/>
                        </a:cubicBezTo>
                        <a:cubicBezTo>
                          <a:pt x="959137" y="71930"/>
                          <a:pt x="914653" y="30373"/>
                          <a:pt x="884173" y="12275"/>
                        </a:cubicBezTo>
                        <a:close/>
                        <a:moveTo>
                          <a:pt x="844146" y="79861"/>
                        </a:moveTo>
                        <a:cubicBezTo>
                          <a:pt x="846452" y="88151"/>
                          <a:pt x="838431" y="94149"/>
                          <a:pt x="826049" y="94149"/>
                        </a:cubicBezTo>
                        <a:lnTo>
                          <a:pt x="144059" y="94149"/>
                        </a:lnTo>
                        <a:cubicBezTo>
                          <a:pt x="130724" y="94149"/>
                          <a:pt x="126914" y="84624"/>
                          <a:pt x="125961" y="79861"/>
                        </a:cubicBezTo>
                        <a:cubicBezTo>
                          <a:pt x="125009" y="76051"/>
                          <a:pt x="129779" y="48179"/>
                          <a:pt x="141209" y="41511"/>
                        </a:cubicBezTo>
                        <a:lnTo>
                          <a:pt x="812213" y="44410"/>
                        </a:lnTo>
                        <a:cubicBezTo>
                          <a:pt x="823643" y="51078"/>
                          <a:pt x="841840" y="71571"/>
                          <a:pt x="844146" y="79861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b="1"/>
                  </a:p>
                </p:txBody>
              </p:sp>
              <p:sp>
                <p:nvSpPr>
                  <p:cNvPr id="133" name="Rectangle: Rounded Corners 4">
                    <a:extLst>
                      <a:ext uri="{FF2B5EF4-FFF2-40B4-BE49-F238E27FC236}">
                        <a16:creationId xmlns:a16="http://schemas.microsoft.com/office/drawing/2014/main" id="{7C3920DC-2151-4CAB-8347-DD8666B903E8}"/>
                      </a:ext>
                    </a:extLst>
                  </p:cNvPr>
                  <p:cNvSpPr/>
                  <p:nvPr/>
                </p:nvSpPr>
                <p:spPr>
                  <a:xfrm>
                    <a:off x="4602336" y="1430105"/>
                    <a:ext cx="3397105" cy="298739"/>
                  </a:xfrm>
                  <a:custGeom>
                    <a:avLst/>
                    <a:gdLst>
                      <a:gd name="connsiteX0" fmla="*/ 0 w 3397105"/>
                      <a:gd name="connsiteY0" fmla="*/ 71653 h 169907"/>
                      <a:gd name="connsiteX1" fmla="*/ 71653 w 3397105"/>
                      <a:gd name="connsiteY1" fmla="*/ 0 h 169907"/>
                      <a:gd name="connsiteX2" fmla="*/ 3325452 w 3397105"/>
                      <a:gd name="connsiteY2" fmla="*/ 0 h 169907"/>
                      <a:gd name="connsiteX3" fmla="*/ 3397105 w 3397105"/>
                      <a:gd name="connsiteY3" fmla="*/ 71653 h 169907"/>
                      <a:gd name="connsiteX4" fmla="*/ 3397105 w 3397105"/>
                      <a:gd name="connsiteY4" fmla="*/ 98254 h 169907"/>
                      <a:gd name="connsiteX5" fmla="*/ 3325452 w 3397105"/>
                      <a:gd name="connsiteY5" fmla="*/ 169907 h 169907"/>
                      <a:gd name="connsiteX6" fmla="*/ 71653 w 3397105"/>
                      <a:gd name="connsiteY6" fmla="*/ 169907 h 169907"/>
                      <a:gd name="connsiteX7" fmla="*/ 0 w 3397105"/>
                      <a:gd name="connsiteY7" fmla="*/ 98254 h 169907"/>
                      <a:gd name="connsiteX8" fmla="*/ 0 w 3397105"/>
                      <a:gd name="connsiteY8" fmla="*/ 71653 h 169907"/>
                      <a:gd name="connsiteX0" fmla="*/ 0 w 3397105"/>
                      <a:gd name="connsiteY0" fmla="*/ 200486 h 298740"/>
                      <a:gd name="connsiteX1" fmla="*/ 71653 w 3397105"/>
                      <a:gd name="connsiteY1" fmla="*/ 128833 h 298740"/>
                      <a:gd name="connsiteX2" fmla="*/ 1698790 w 3397105"/>
                      <a:gd name="connsiteY2" fmla="*/ 0 h 298740"/>
                      <a:gd name="connsiteX3" fmla="*/ 3325452 w 3397105"/>
                      <a:gd name="connsiteY3" fmla="*/ 128833 h 298740"/>
                      <a:gd name="connsiteX4" fmla="*/ 3397105 w 3397105"/>
                      <a:gd name="connsiteY4" fmla="*/ 200486 h 298740"/>
                      <a:gd name="connsiteX5" fmla="*/ 3397105 w 3397105"/>
                      <a:gd name="connsiteY5" fmla="*/ 227087 h 298740"/>
                      <a:gd name="connsiteX6" fmla="*/ 3325452 w 3397105"/>
                      <a:gd name="connsiteY6" fmla="*/ 298740 h 298740"/>
                      <a:gd name="connsiteX7" fmla="*/ 71653 w 3397105"/>
                      <a:gd name="connsiteY7" fmla="*/ 298740 h 298740"/>
                      <a:gd name="connsiteX8" fmla="*/ 0 w 3397105"/>
                      <a:gd name="connsiteY8" fmla="*/ 227087 h 298740"/>
                      <a:gd name="connsiteX9" fmla="*/ 0 w 3397105"/>
                      <a:gd name="connsiteY9" fmla="*/ 200486 h 29874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3397105" h="298740">
                        <a:moveTo>
                          <a:pt x="0" y="200486"/>
                        </a:moveTo>
                        <a:cubicBezTo>
                          <a:pt x="0" y="160913"/>
                          <a:pt x="32080" y="128833"/>
                          <a:pt x="71653" y="128833"/>
                        </a:cubicBezTo>
                        <a:cubicBezTo>
                          <a:pt x="612587" y="127781"/>
                          <a:pt x="1157856" y="1052"/>
                          <a:pt x="1698790" y="0"/>
                        </a:cubicBezTo>
                        <a:cubicBezTo>
                          <a:pt x="2242455" y="1052"/>
                          <a:pt x="2781787" y="127781"/>
                          <a:pt x="3325452" y="128833"/>
                        </a:cubicBezTo>
                        <a:cubicBezTo>
                          <a:pt x="3365025" y="128833"/>
                          <a:pt x="3397105" y="160913"/>
                          <a:pt x="3397105" y="200486"/>
                        </a:cubicBezTo>
                        <a:lnTo>
                          <a:pt x="3397105" y="227087"/>
                        </a:lnTo>
                        <a:cubicBezTo>
                          <a:pt x="3397105" y="266660"/>
                          <a:pt x="3365025" y="298740"/>
                          <a:pt x="3325452" y="298740"/>
                        </a:cubicBezTo>
                        <a:lnTo>
                          <a:pt x="71653" y="298740"/>
                        </a:lnTo>
                        <a:cubicBezTo>
                          <a:pt x="32080" y="298740"/>
                          <a:pt x="0" y="266660"/>
                          <a:pt x="0" y="227087"/>
                        </a:cubicBezTo>
                        <a:lnTo>
                          <a:pt x="0" y="200486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b="1" dirty="0"/>
                  </a:p>
                </p:txBody>
              </p:sp>
            </p:grpSp>
            <p:grpSp>
              <p:nvGrpSpPr>
                <p:cNvPr id="118" name="Group 117">
                  <a:extLst>
                    <a:ext uri="{FF2B5EF4-FFF2-40B4-BE49-F238E27FC236}">
                      <a16:creationId xmlns:a16="http://schemas.microsoft.com/office/drawing/2014/main" id="{C95B9CFD-BFA1-4C4A-862F-0C3DD1740779}"/>
                    </a:ext>
                  </a:extLst>
                </p:cNvPr>
                <p:cNvGrpSpPr/>
                <p:nvPr/>
              </p:nvGrpSpPr>
              <p:grpSpPr>
                <a:xfrm>
                  <a:off x="10249541" y="1639025"/>
                  <a:ext cx="848869" cy="934475"/>
                  <a:chOff x="6698352" y="917347"/>
                  <a:chExt cx="3688214" cy="4807046"/>
                </a:xfrm>
              </p:grpSpPr>
              <p:sp>
                <p:nvSpPr>
                  <p:cNvPr id="119" name="Rectangle: Top Corners Rounded 3">
                    <a:extLst>
                      <a:ext uri="{FF2B5EF4-FFF2-40B4-BE49-F238E27FC236}">
                        <a16:creationId xmlns:a16="http://schemas.microsoft.com/office/drawing/2014/main" id="{83F53282-BE06-450B-A9C7-6DB86D59682B}"/>
                      </a:ext>
                    </a:extLst>
                  </p:cNvPr>
                  <p:cNvSpPr/>
                  <p:nvPr/>
                </p:nvSpPr>
                <p:spPr>
                  <a:xfrm flipV="1">
                    <a:off x="6698352" y="917347"/>
                    <a:ext cx="3688214" cy="4807046"/>
                  </a:xfrm>
                  <a:custGeom>
                    <a:avLst/>
                    <a:gdLst>
                      <a:gd name="connsiteX0" fmla="*/ 224971 w 2555322"/>
                      <a:gd name="connsiteY0" fmla="*/ 0 h 4147774"/>
                      <a:gd name="connsiteX1" fmla="*/ 2330351 w 2555322"/>
                      <a:gd name="connsiteY1" fmla="*/ 0 h 4147774"/>
                      <a:gd name="connsiteX2" fmla="*/ 2555322 w 2555322"/>
                      <a:gd name="connsiteY2" fmla="*/ 224971 h 4147774"/>
                      <a:gd name="connsiteX3" fmla="*/ 2555322 w 2555322"/>
                      <a:gd name="connsiteY3" fmla="*/ 4147774 h 4147774"/>
                      <a:gd name="connsiteX4" fmla="*/ 2555322 w 2555322"/>
                      <a:gd name="connsiteY4" fmla="*/ 4147774 h 4147774"/>
                      <a:gd name="connsiteX5" fmla="*/ 0 w 2555322"/>
                      <a:gd name="connsiteY5" fmla="*/ 4147774 h 4147774"/>
                      <a:gd name="connsiteX6" fmla="*/ 0 w 2555322"/>
                      <a:gd name="connsiteY6" fmla="*/ 4147774 h 4147774"/>
                      <a:gd name="connsiteX7" fmla="*/ 0 w 2555322"/>
                      <a:gd name="connsiteY7" fmla="*/ 224971 h 4147774"/>
                      <a:gd name="connsiteX8" fmla="*/ 224971 w 2555322"/>
                      <a:gd name="connsiteY8" fmla="*/ 0 h 4147774"/>
                      <a:gd name="connsiteX0" fmla="*/ 224971 w 3110029"/>
                      <a:gd name="connsiteY0" fmla="*/ 0 h 4147774"/>
                      <a:gd name="connsiteX1" fmla="*/ 2330351 w 3110029"/>
                      <a:gd name="connsiteY1" fmla="*/ 0 h 4147774"/>
                      <a:gd name="connsiteX2" fmla="*/ 2555322 w 3110029"/>
                      <a:gd name="connsiteY2" fmla="*/ 224971 h 4147774"/>
                      <a:gd name="connsiteX3" fmla="*/ 2555322 w 3110029"/>
                      <a:gd name="connsiteY3" fmla="*/ 4147774 h 4147774"/>
                      <a:gd name="connsiteX4" fmla="*/ 3110029 w 3110029"/>
                      <a:gd name="connsiteY4" fmla="*/ 3922424 h 4147774"/>
                      <a:gd name="connsiteX5" fmla="*/ 0 w 3110029"/>
                      <a:gd name="connsiteY5" fmla="*/ 4147774 h 4147774"/>
                      <a:gd name="connsiteX6" fmla="*/ 0 w 3110029"/>
                      <a:gd name="connsiteY6" fmla="*/ 4147774 h 4147774"/>
                      <a:gd name="connsiteX7" fmla="*/ 0 w 3110029"/>
                      <a:gd name="connsiteY7" fmla="*/ 224971 h 4147774"/>
                      <a:gd name="connsiteX8" fmla="*/ 224971 w 3110029"/>
                      <a:gd name="connsiteY8" fmla="*/ 0 h 4147774"/>
                      <a:gd name="connsiteX0" fmla="*/ 224971 w 3110029"/>
                      <a:gd name="connsiteY0" fmla="*/ 0 h 4160775"/>
                      <a:gd name="connsiteX1" fmla="*/ 2330351 w 3110029"/>
                      <a:gd name="connsiteY1" fmla="*/ 0 h 4160775"/>
                      <a:gd name="connsiteX2" fmla="*/ 2555322 w 3110029"/>
                      <a:gd name="connsiteY2" fmla="*/ 224971 h 4160775"/>
                      <a:gd name="connsiteX3" fmla="*/ 2880346 w 3110029"/>
                      <a:gd name="connsiteY3" fmla="*/ 4160775 h 4160775"/>
                      <a:gd name="connsiteX4" fmla="*/ 3110029 w 3110029"/>
                      <a:gd name="connsiteY4" fmla="*/ 3922424 h 4160775"/>
                      <a:gd name="connsiteX5" fmla="*/ 0 w 3110029"/>
                      <a:gd name="connsiteY5" fmla="*/ 4147774 h 4160775"/>
                      <a:gd name="connsiteX6" fmla="*/ 0 w 3110029"/>
                      <a:gd name="connsiteY6" fmla="*/ 4147774 h 4160775"/>
                      <a:gd name="connsiteX7" fmla="*/ 0 w 3110029"/>
                      <a:gd name="connsiteY7" fmla="*/ 224971 h 4160775"/>
                      <a:gd name="connsiteX8" fmla="*/ 224971 w 3110029"/>
                      <a:gd name="connsiteY8" fmla="*/ 0 h 4160775"/>
                      <a:gd name="connsiteX0" fmla="*/ 224971 w 2880346"/>
                      <a:gd name="connsiteY0" fmla="*/ 0 h 4160775"/>
                      <a:gd name="connsiteX1" fmla="*/ 2330351 w 2880346"/>
                      <a:gd name="connsiteY1" fmla="*/ 0 h 4160775"/>
                      <a:gd name="connsiteX2" fmla="*/ 2555322 w 2880346"/>
                      <a:gd name="connsiteY2" fmla="*/ 224971 h 4160775"/>
                      <a:gd name="connsiteX3" fmla="*/ 2880346 w 2880346"/>
                      <a:gd name="connsiteY3" fmla="*/ 4160775 h 4160775"/>
                      <a:gd name="connsiteX4" fmla="*/ 0 w 2880346"/>
                      <a:gd name="connsiteY4" fmla="*/ 4147774 h 4160775"/>
                      <a:gd name="connsiteX5" fmla="*/ 0 w 2880346"/>
                      <a:gd name="connsiteY5" fmla="*/ 4147774 h 4160775"/>
                      <a:gd name="connsiteX6" fmla="*/ 0 w 2880346"/>
                      <a:gd name="connsiteY6" fmla="*/ 224971 h 4160775"/>
                      <a:gd name="connsiteX7" fmla="*/ 224971 w 2880346"/>
                      <a:gd name="connsiteY7" fmla="*/ 0 h 4160775"/>
                      <a:gd name="connsiteX0" fmla="*/ 536994 w 3192369"/>
                      <a:gd name="connsiteY0" fmla="*/ 0 h 4160775"/>
                      <a:gd name="connsiteX1" fmla="*/ 2642374 w 3192369"/>
                      <a:gd name="connsiteY1" fmla="*/ 0 h 4160775"/>
                      <a:gd name="connsiteX2" fmla="*/ 2867345 w 3192369"/>
                      <a:gd name="connsiteY2" fmla="*/ 224971 h 4160775"/>
                      <a:gd name="connsiteX3" fmla="*/ 3192369 w 3192369"/>
                      <a:gd name="connsiteY3" fmla="*/ 4160775 h 4160775"/>
                      <a:gd name="connsiteX4" fmla="*/ 312023 w 3192369"/>
                      <a:gd name="connsiteY4" fmla="*/ 4147774 h 4160775"/>
                      <a:gd name="connsiteX5" fmla="*/ 0 w 3192369"/>
                      <a:gd name="connsiteY5" fmla="*/ 4147774 h 4160775"/>
                      <a:gd name="connsiteX6" fmla="*/ 312023 w 3192369"/>
                      <a:gd name="connsiteY6" fmla="*/ 224971 h 4160775"/>
                      <a:gd name="connsiteX7" fmla="*/ 536994 w 3192369"/>
                      <a:gd name="connsiteY7" fmla="*/ 0 h 41607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3192369" h="4160775">
                        <a:moveTo>
                          <a:pt x="536994" y="0"/>
                        </a:moveTo>
                        <a:lnTo>
                          <a:pt x="2642374" y="0"/>
                        </a:lnTo>
                        <a:cubicBezTo>
                          <a:pt x="2766622" y="0"/>
                          <a:pt x="2867345" y="100723"/>
                          <a:pt x="2867345" y="224971"/>
                        </a:cubicBezTo>
                        <a:lnTo>
                          <a:pt x="3192369" y="4160775"/>
                        </a:lnTo>
                        <a:lnTo>
                          <a:pt x="312023" y="4147774"/>
                        </a:lnTo>
                        <a:lnTo>
                          <a:pt x="0" y="4147774"/>
                        </a:lnTo>
                        <a:lnTo>
                          <a:pt x="312023" y="224971"/>
                        </a:lnTo>
                        <a:cubicBezTo>
                          <a:pt x="312023" y="100723"/>
                          <a:pt x="412746" y="0"/>
                          <a:pt x="536994" y="0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6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b="1"/>
                  </a:p>
                </p:txBody>
              </p:sp>
              <p:sp>
                <p:nvSpPr>
                  <p:cNvPr id="120" name="Rectangle: Rounded Corners 119">
                    <a:extLst>
                      <a:ext uri="{FF2B5EF4-FFF2-40B4-BE49-F238E27FC236}">
                        <a16:creationId xmlns:a16="http://schemas.microsoft.com/office/drawing/2014/main" id="{C4F97C3B-FEB6-4808-BEE5-9A3C428E09BF}"/>
                      </a:ext>
                    </a:extLst>
                  </p:cNvPr>
                  <p:cNvSpPr/>
                  <p:nvPr/>
                </p:nvSpPr>
                <p:spPr>
                  <a:xfrm>
                    <a:off x="8349236" y="1511949"/>
                    <a:ext cx="329077" cy="3371423"/>
                  </a:xfrm>
                  <a:prstGeom prst="roundRect">
                    <a:avLst>
                      <a:gd name="adj" fmla="val 42443"/>
                    </a:avLst>
                  </a:prstGeom>
                  <a:solidFill>
                    <a:schemeClr val="bg1">
                      <a:lumMod val="9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b="1"/>
                  </a:p>
                </p:txBody>
              </p:sp>
              <p:sp>
                <p:nvSpPr>
                  <p:cNvPr id="121" name="Rectangle: Rounded Corners 120">
                    <a:extLst>
                      <a:ext uri="{FF2B5EF4-FFF2-40B4-BE49-F238E27FC236}">
                        <a16:creationId xmlns:a16="http://schemas.microsoft.com/office/drawing/2014/main" id="{6F24CABD-F6AE-4133-9E19-F80297F8752D}"/>
                      </a:ext>
                    </a:extLst>
                  </p:cNvPr>
                  <p:cNvSpPr/>
                  <p:nvPr/>
                </p:nvSpPr>
                <p:spPr>
                  <a:xfrm rot="21443026">
                    <a:off x="7668336" y="1531322"/>
                    <a:ext cx="329077" cy="3371423"/>
                  </a:xfrm>
                  <a:prstGeom prst="roundRect">
                    <a:avLst>
                      <a:gd name="adj" fmla="val 42443"/>
                    </a:avLst>
                  </a:prstGeom>
                  <a:solidFill>
                    <a:schemeClr val="bg1">
                      <a:lumMod val="9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b="1"/>
                  </a:p>
                </p:txBody>
              </p:sp>
              <p:sp>
                <p:nvSpPr>
                  <p:cNvPr id="122" name="Rectangle: Rounded Corners 121">
                    <a:extLst>
                      <a:ext uri="{FF2B5EF4-FFF2-40B4-BE49-F238E27FC236}">
                        <a16:creationId xmlns:a16="http://schemas.microsoft.com/office/drawing/2014/main" id="{BA1F32BE-F649-4DD3-AECD-FB8DF7D03F5D}"/>
                      </a:ext>
                    </a:extLst>
                  </p:cNvPr>
                  <p:cNvSpPr/>
                  <p:nvPr/>
                </p:nvSpPr>
                <p:spPr>
                  <a:xfrm rot="21350204">
                    <a:off x="7011287" y="1550699"/>
                    <a:ext cx="329077" cy="3371423"/>
                  </a:xfrm>
                  <a:prstGeom prst="roundRect">
                    <a:avLst>
                      <a:gd name="adj" fmla="val 42443"/>
                    </a:avLst>
                  </a:prstGeom>
                  <a:solidFill>
                    <a:schemeClr val="bg1">
                      <a:lumMod val="9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b="1"/>
                  </a:p>
                </p:txBody>
              </p:sp>
              <p:sp>
                <p:nvSpPr>
                  <p:cNvPr id="123" name="Rectangle: Rounded Corners 122">
                    <a:extLst>
                      <a:ext uri="{FF2B5EF4-FFF2-40B4-BE49-F238E27FC236}">
                        <a16:creationId xmlns:a16="http://schemas.microsoft.com/office/drawing/2014/main" id="{FE1F6BFC-4037-46CD-BBD0-3729B9C13C68}"/>
                      </a:ext>
                    </a:extLst>
                  </p:cNvPr>
                  <p:cNvSpPr/>
                  <p:nvPr/>
                </p:nvSpPr>
                <p:spPr>
                  <a:xfrm rot="156974" flipH="1">
                    <a:off x="9072809" y="1524834"/>
                    <a:ext cx="329077" cy="3371423"/>
                  </a:xfrm>
                  <a:prstGeom prst="roundRect">
                    <a:avLst>
                      <a:gd name="adj" fmla="val 42443"/>
                    </a:avLst>
                  </a:prstGeom>
                  <a:solidFill>
                    <a:schemeClr val="bg1">
                      <a:lumMod val="9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US" b="1"/>
                  </a:p>
                </p:txBody>
              </p:sp>
              <p:sp>
                <p:nvSpPr>
                  <p:cNvPr id="124" name="Rectangle: Rounded Corners 123">
                    <a:extLst>
                      <a:ext uri="{FF2B5EF4-FFF2-40B4-BE49-F238E27FC236}">
                        <a16:creationId xmlns:a16="http://schemas.microsoft.com/office/drawing/2014/main" id="{A047D092-53EC-4458-B15E-907C213B15D4}"/>
                      </a:ext>
                    </a:extLst>
                  </p:cNvPr>
                  <p:cNvSpPr/>
                  <p:nvPr/>
                </p:nvSpPr>
                <p:spPr>
                  <a:xfrm rot="249796" flipH="1">
                    <a:off x="9729866" y="1544211"/>
                    <a:ext cx="329077" cy="3371423"/>
                  </a:xfrm>
                  <a:prstGeom prst="roundRect">
                    <a:avLst>
                      <a:gd name="adj" fmla="val 42443"/>
                    </a:avLst>
                  </a:prstGeom>
                  <a:solidFill>
                    <a:schemeClr val="bg1">
                      <a:lumMod val="9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US" b="1"/>
                  </a:p>
                </p:txBody>
              </p:sp>
            </p:grpSp>
          </p:grpSp>
          <p:sp>
            <p:nvSpPr>
              <p:cNvPr id="113" name="Rectangle 112">
                <a:extLst>
                  <a:ext uri="{FF2B5EF4-FFF2-40B4-BE49-F238E27FC236}">
                    <a16:creationId xmlns:a16="http://schemas.microsoft.com/office/drawing/2014/main" id="{EA429103-3FE3-4231-BDC4-778740C6D5D6}"/>
                  </a:ext>
                </a:extLst>
              </p:cNvPr>
              <p:cNvSpPr/>
              <p:nvPr/>
            </p:nvSpPr>
            <p:spPr>
              <a:xfrm>
                <a:off x="11028796" y="3126179"/>
                <a:ext cx="926889" cy="1015663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A6A6A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rIns="0" rtlCol="0" anchor="ctr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Put out code with possible solution to John’s critical bug</a:t>
                </a:r>
              </a:p>
            </p:txBody>
          </p:sp>
          <p:sp>
            <p:nvSpPr>
              <p:cNvPr id="114" name="Rectangle 113">
                <a:extLst>
                  <a:ext uri="{FF2B5EF4-FFF2-40B4-BE49-F238E27FC236}">
                    <a16:creationId xmlns:a16="http://schemas.microsoft.com/office/drawing/2014/main" id="{5848C958-E3EB-4D46-A62C-71091C522EA3}"/>
                  </a:ext>
                </a:extLst>
              </p:cNvPr>
              <p:cNvSpPr/>
              <p:nvPr/>
            </p:nvSpPr>
            <p:spPr>
              <a:xfrm>
                <a:off x="10790669" y="4215120"/>
                <a:ext cx="1396179" cy="374670"/>
              </a:xfrm>
              <a:prstGeom prst="rect">
                <a:avLst/>
              </a:prstGeom>
              <a:solidFill>
                <a:srgbClr val="E3B82B"/>
              </a:solidFill>
              <a:ln/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819" tIns="48409" rIns="96819" bIns="4840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defTabSz="484086"/>
                <a:r>
                  <a:rPr lang="en-US" sz="1412" b="1" dirty="0">
                    <a:solidFill>
                      <a:srgbClr val="C42F1A"/>
                    </a:solidFill>
                    <a:latin typeface="Trebuchet MS" panose="020B0603020202020204"/>
                  </a:rPr>
                  <a:t>I </a:t>
                </a:r>
                <a:r>
                  <a:rPr lang="en-US" sz="1098" dirty="0">
                    <a:solidFill>
                      <a:prstClr val="white"/>
                    </a:solidFill>
                    <a:latin typeface="Trebuchet MS" panose="020B0603020202020204"/>
                  </a:rPr>
                  <a:t>nferior Problem Solve</a:t>
                </a:r>
              </a:p>
            </p:txBody>
          </p:sp>
        </p:grpSp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73901748-F187-42EA-A3AE-1FC5E9937CCC}"/>
              </a:ext>
            </a:extLst>
          </p:cNvPr>
          <p:cNvGrpSpPr/>
          <p:nvPr/>
        </p:nvGrpSpPr>
        <p:grpSpPr>
          <a:xfrm>
            <a:off x="7212478" y="2997228"/>
            <a:ext cx="1396179" cy="1816483"/>
            <a:chOff x="5670440" y="4678061"/>
            <a:chExt cx="1396179" cy="1816483"/>
          </a:xfrm>
        </p:grpSpPr>
        <p:cxnSp>
          <p:nvCxnSpPr>
            <p:cNvPr id="145" name="Straight Arrow Connector 144">
              <a:extLst>
                <a:ext uri="{FF2B5EF4-FFF2-40B4-BE49-F238E27FC236}">
                  <a16:creationId xmlns:a16="http://schemas.microsoft.com/office/drawing/2014/main" id="{C1B8D3DE-A8AF-44E9-A946-6403826301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6000" y="5336036"/>
              <a:ext cx="233213" cy="5765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6" name="Group 145">
              <a:extLst>
                <a:ext uri="{FF2B5EF4-FFF2-40B4-BE49-F238E27FC236}">
                  <a16:creationId xmlns:a16="http://schemas.microsoft.com/office/drawing/2014/main" id="{B2514C29-D605-4B2C-9A84-F2917F611E6D}"/>
                </a:ext>
              </a:extLst>
            </p:cNvPr>
            <p:cNvGrpSpPr/>
            <p:nvPr/>
          </p:nvGrpSpPr>
          <p:grpSpPr>
            <a:xfrm>
              <a:off x="5670440" y="4678061"/>
              <a:ext cx="1396179" cy="1816483"/>
              <a:chOff x="10790669" y="2773307"/>
              <a:chExt cx="1396179" cy="1816483"/>
            </a:xfrm>
          </p:grpSpPr>
          <p:grpSp>
            <p:nvGrpSpPr>
              <p:cNvPr id="147" name="Group 146">
                <a:extLst>
                  <a:ext uri="{FF2B5EF4-FFF2-40B4-BE49-F238E27FC236}">
                    <a16:creationId xmlns:a16="http://schemas.microsoft.com/office/drawing/2014/main" id="{6341A9DA-D11B-40A4-9468-0456087792C2}"/>
                  </a:ext>
                </a:extLst>
              </p:cNvPr>
              <p:cNvGrpSpPr/>
              <p:nvPr/>
            </p:nvGrpSpPr>
            <p:grpSpPr>
              <a:xfrm>
                <a:off x="10843681" y="2773307"/>
                <a:ext cx="1325546" cy="1601376"/>
                <a:chOff x="10222133" y="1482222"/>
                <a:chExt cx="903310" cy="1091278"/>
              </a:xfrm>
            </p:grpSpPr>
            <p:grpSp>
              <p:nvGrpSpPr>
                <p:cNvPr id="150" name="Group 149">
                  <a:extLst>
                    <a:ext uri="{FF2B5EF4-FFF2-40B4-BE49-F238E27FC236}">
                      <a16:creationId xmlns:a16="http://schemas.microsoft.com/office/drawing/2014/main" id="{CA4CEDE3-DA7C-4E5A-9193-995CAAA4269F}"/>
                    </a:ext>
                  </a:extLst>
                </p:cNvPr>
                <p:cNvGrpSpPr/>
                <p:nvPr/>
              </p:nvGrpSpPr>
              <p:grpSpPr>
                <a:xfrm>
                  <a:off x="10222133" y="1482222"/>
                  <a:ext cx="903310" cy="147029"/>
                  <a:chOff x="4602336" y="1175906"/>
                  <a:chExt cx="3397105" cy="552938"/>
                </a:xfrm>
                <a:solidFill>
                  <a:schemeClr val="bg1">
                    <a:lumMod val="65000"/>
                  </a:schemeClr>
                </a:solidFill>
              </p:grpSpPr>
              <p:sp>
                <p:nvSpPr>
                  <p:cNvPr id="158" name="Graphic 6" descr="Hanger">
                    <a:extLst>
                      <a:ext uri="{FF2B5EF4-FFF2-40B4-BE49-F238E27FC236}">
                        <a16:creationId xmlns:a16="http://schemas.microsoft.com/office/drawing/2014/main" id="{89C2AB6B-C3F9-4D12-A294-6713FEFD67B2}"/>
                      </a:ext>
                    </a:extLst>
                  </p:cNvPr>
                  <p:cNvSpPr/>
                  <p:nvPr/>
                </p:nvSpPr>
                <p:spPr>
                  <a:xfrm>
                    <a:off x="5828561" y="1175906"/>
                    <a:ext cx="950802" cy="522470"/>
                  </a:xfrm>
                  <a:custGeom>
                    <a:avLst/>
                    <a:gdLst>
                      <a:gd name="connsiteX0" fmla="*/ 802554 w 838200"/>
                      <a:gd name="connsiteY0" fmla="*/ 465296 h 609600"/>
                      <a:gd name="connsiteX1" fmla="*/ 452034 w 838200"/>
                      <a:gd name="connsiteY1" fmla="*/ 257651 h 609600"/>
                      <a:gd name="connsiteX2" fmla="*/ 452034 w 838200"/>
                      <a:gd name="connsiteY2" fmla="*/ 207169 h 609600"/>
                      <a:gd name="connsiteX3" fmla="*/ 434889 w 838200"/>
                      <a:gd name="connsiteY3" fmla="*/ 180499 h 609600"/>
                      <a:gd name="connsiteX4" fmla="*/ 375834 w 838200"/>
                      <a:gd name="connsiteY4" fmla="*/ 111919 h 609600"/>
                      <a:gd name="connsiteX5" fmla="*/ 423459 w 838200"/>
                      <a:gd name="connsiteY5" fmla="*/ 64294 h 609600"/>
                      <a:gd name="connsiteX6" fmla="*/ 480609 w 838200"/>
                      <a:gd name="connsiteY6" fmla="*/ 111919 h 609600"/>
                      <a:gd name="connsiteX7" fmla="*/ 509184 w 838200"/>
                      <a:gd name="connsiteY7" fmla="*/ 140494 h 609600"/>
                      <a:gd name="connsiteX8" fmla="*/ 537759 w 838200"/>
                      <a:gd name="connsiteY8" fmla="*/ 111919 h 609600"/>
                      <a:gd name="connsiteX9" fmla="*/ 423459 w 838200"/>
                      <a:gd name="connsiteY9" fmla="*/ 7144 h 609600"/>
                      <a:gd name="connsiteX10" fmla="*/ 318684 w 838200"/>
                      <a:gd name="connsiteY10" fmla="*/ 111919 h 609600"/>
                      <a:gd name="connsiteX11" fmla="*/ 394884 w 838200"/>
                      <a:gd name="connsiteY11" fmla="*/ 225266 h 609600"/>
                      <a:gd name="connsiteX12" fmla="*/ 394884 w 838200"/>
                      <a:gd name="connsiteY12" fmla="*/ 257651 h 609600"/>
                      <a:gd name="connsiteX13" fmla="*/ 44364 w 838200"/>
                      <a:gd name="connsiteY13" fmla="*/ 465296 h 609600"/>
                      <a:gd name="connsiteX14" fmla="*/ 10074 w 838200"/>
                      <a:gd name="connsiteY14" fmla="*/ 551021 h 609600"/>
                      <a:gd name="connsiteX15" fmla="*/ 83416 w 838200"/>
                      <a:gd name="connsiteY15" fmla="*/ 607219 h 609600"/>
                      <a:gd name="connsiteX16" fmla="*/ 764454 w 838200"/>
                      <a:gd name="connsiteY16" fmla="*/ 607219 h 609600"/>
                      <a:gd name="connsiteX17" fmla="*/ 837796 w 838200"/>
                      <a:gd name="connsiteY17" fmla="*/ 551021 h 609600"/>
                      <a:gd name="connsiteX18" fmla="*/ 802554 w 838200"/>
                      <a:gd name="connsiteY18" fmla="*/ 465296 h 609600"/>
                      <a:gd name="connsiteX19" fmla="*/ 782551 w 838200"/>
                      <a:gd name="connsiteY19" fmla="*/ 535781 h 609600"/>
                      <a:gd name="connsiteX20" fmla="*/ 764454 w 838200"/>
                      <a:gd name="connsiteY20" fmla="*/ 550069 h 609600"/>
                      <a:gd name="connsiteX21" fmla="*/ 82464 w 838200"/>
                      <a:gd name="connsiteY21" fmla="*/ 550069 h 609600"/>
                      <a:gd name="connsiteX22" fmla="*/ 64366 w 838200"/>
                      <a:gd name="connsiteY22" fmla="*/ 535781 h 609600"/>
                      <a:gd name="connsiteX23" fmla="*/ 72939 w 838200"/>
                      <a:gd name="connsiteY23" fmla="*/ 514826 h 609600"/>
                      <a:gd name="connsiteX24" fmla="*/ 423459 w 838200"/>
                      <a:gd name="connsiteY24" fmla="*/ 307181 h 609600"/>
                      <a:gd name="connsiteX25" fmla="*/ 773979 w 838200"/>
                      <a:gd name="connsiteY25" fmla="*/ 514826 h 609600"/>
                      <a:gd name="connsiteX26" fmla="*/ 782551 w 838200"/>
                      <a:gd name="connsiteY26" fmla="*/ 535781 h 609600"/>
                      <a:gd name="connsiteX0" fmla="*/ 795411 w 833205"/>
                      <a:gd name="connsiteY0" fmla="*/ 458152 h 600075"/>
                      <a:gd name="connsiteX1" fmla="*/ 444891 w 833205"/>
                      <a:gd name="connsiteY1" fmla="*/ 250507 h 600075"/>
                      <a:gd name="connsiteX2" fmla="*/ 444891 w 833205"/>
                      <a:gd name="connsiteY2" fmla="*/ 200025 h 600075"/>
                      <a:gd name="connsiteX3" fmla="*/ 427746 w 833205"/>
                      <a:gd name="connsiteY3" fmla="*/ 173355 h 600075"/>
                      <a:gd name="connsiteX4" fmla="*/ 368691 w 833205"/>
                      <a:gd name="connsiteY4" fmla="*/ 104775 h 600075"/>
                      <a:gd name="connsiteX5" fmla="*/ 416316 w 833205"/>
                      <a:gd name="connsiteY5" fmla="*/ 57150 h 600075"/>
                      <a:gd name="connsiteX6" fmla="*/ 473466 w 833205"/>
                      <a:gd name="connsiteY6" fmla="*/ 104775 h 600075"/>
                      <a:gd name="connsiteX7" fmla="*/ 502041 w 833205"/>
                      <a:gd name="connsiteY7" fmla="*/ 133350 h 600075"/>
                      <a:gd name="connsiteX8" fmla="*/ 530616 w 833205"/>
                      <a:gd name="connsiteY8" fmla="*/ 104775 h 600075"/>
                      <a:gd name="connsiteX9" fmla="*/ 416316 w 833205"/>
                      <a:gd name="connsiteY9" fmla="*/ 0 h 600075"/>
                      <a:gd name="connsiteX10" fmla="*/ 311541 w 833205"/>
                      <a:gd name="connsiteY10" fmla="*/ 104775 h 600075"/>
                      <a:gd name="connsiteX11" fmla="*/ 387741 w 833205"/>
                      <a:gd name="connsiteY11" fmla="*/ 218122 h 600075"/>
                      <a:gd name="connsiteX12" fmla="*/ 37221 w 833205"/>
                      <a:gd name="connsiteY12" fmla="*/ 458152 h 600075"/>
                      <a:gd name="connsiteX13" fmla="*/ 2931 w 833205"/>
                      <a:gd name="connsiteY13" fmla="*/ 543877 h 600075"/>
                      <a:gd name="connsiteX14" fmla="*/ 76273 w 833205"/>
                      <a:gd name="connsiteY14" fmla="*/ 600075 h 600075"/>
                      <a:gd name="connsiteX15" fmla="*/ 757311 w 833205"/>
                      <a:gd name="connsiteY15" fmla="*/ 600075 h 600075"/>
                      <a:gd name="connsiteX16" fmla="*/ 830653 w 833205"/>
                      <a:gd name="connsiteY16" fmla="*/ 543877 h 600075"/>
                      <a:gd name="connsiteX17" fmla="*/ 795411 w 833205"/>
                      <a:gd name="connsiteY17" fmla="*/ 458152 h 600075"/>
                      <a:gd name="connsiteX18" fmla="*/ 775408 w 833205"/>
                      <a:gd name="connsiteY18" fmla="*/ 528637 h 600075"/>
                      <a:gd name="connsiteX19" fmla="*/ 757311 w 833205"/>
                      <a:gd name="connsiteY19" fmla="*/ 542925 h 600075"/>
                      <a:gd name="connsiteX20" fmla="*/ 75321 w 833205"/>
                      <a:gd name="connsiteY20" fmla="*/ 542925 h 600075"/>
                      <a:gd name="connsiteX21" fmla="*/ 57223 w 833205"/>
                      <a:gd name="connsiteY21" fmla="*/ 528637 h 600075"/>
                      <a:gd name="connsiteX22" fmla="*/ 65796 w 833205"/>
                      <a:gd name="connsiteY22" fmla="*/ 507682 h 600075"/>
                      <a:gd name="connsiteX23" fmla="*/ 416316 w 833205"/>
                      <a:gd name="connsiteY23" fmla="*/ 300037 h 600075"/>
                      <a:gd name="connsiteX24" fmla="*/ 766836 w 833205"/>
                      <a:gd name="connsiteY24" fmla="*/ 507682 h 600075"/>
                      <a:gd name="connsiteX25" fmla="*/ 775408 w 833205"/>
                      <a:gd name="connsiteY25" fmla="*/ 528637 h 600075"/>
                      <a:gd name="connsiteX0" fmla="*/ 799378 w 837172"/>
                      <a:gd name="connsiteY0" fmla="*/ 458152 h 600075"/>
                      <a:gd name="connsiteX1" fmla="*/ 448858 w 837172"/>
                      <a:gd name="connsiteY1" fmla="*/ 250507 h 600075"/>
                      <a:gd name="connsiteX2" fmla="*/ 448858 w 837172"/>
                      <a:gd name="connsiteY2" fmla="*/ 200025 h 600075"/>
                      <a:gd name="connsiteX3" fmla="*/ 431713 w 837172"/>
                      <a:gd name="connsiteY3" fmla="*/ 173355 h 600075"/>
                      <a:gd name="connsiteX4" fmla="*/ 372658 w 837172"/>
                      <a:gd name="connsiteY4" fmla="*/ 104775 h 600075"/>
                      <a:gd name="connsiteX5" fmla="*/ 420283 w 837172"/>
                      <a:gd name="connsiteY5" fmla="*/ 57150 h 600075"/>
                      <a:gd name="connsiteX6" fmla="*/ 477433 w 837172"/>
                      <a:gd name="connsiteY6" fmla="*/ 104775 h 600075"/>
                      <a:gd name="connsiteX7" fmla="*/ 506008 w 837172"/>
                      <a:gd name="connsiteY7" fmla="*/ 133350 h 600075"/>
                      <a:gd name="connsiteX8" fmla="*/ 534583 w 837172"/>
                      <a:gd name="connsiteY8" fmla="*/ 104775 h 600075"/>
                      <a:gd name="connsiteX9" fmla="*/ 420283 w 837172"/>
                      <a:gd name="connsiteY9" fmla="*/ 0 h 600075"/>
                      <a:gd name="connsiteX10" fmla="*/ 315508 w 837172"/>
                      <a:gd name="connsiteY10" fmla="*/ 104775 h 600075"/>
                      <a:gd name="connsiteX11" fmla="*/ 41188 w 837172"/>
                      <a:gd name="connsiteY11" fmla="*/ 458152 h 600075"/>
                      <a:gd name="connsiteX12" fmla="*/ 6898 w 837172"/>
                      <a:gd name="connsiteY12" fmla="*/ 543877 h 600075"/>
                      <a:gd name="connsiteX13" fmla="*/ 80240 w 837172"/>
                      <a:gd name="connsiteY13" fmla="*/ 600075 h 600075"/>
                      <a:gd name="connsiteX14" fmla="*/ 761278 w 837172"/>
                      <a:gd name="connsiteY14" fmla="*/ 600075 h 600075"/>
                      <a:gd name="connsiteX15" fmla="*/ 834620 w 837172"/>
                      <a:gd name="connsiteY15" fmla="*/ 543877 h 600075"/>
                      <a:gd name="connsiteX16" fmla="*/ 799378 w 837172"/>
                      <a:gd name="connsiteY16" fmla="*/ 458152 h 600075"/>
                      <a:gd name="connsiteX17" fmla="*/ 779375 w 837172"/>
                      <a:gd name="connsiteY17" fmla="*/ 528637 h 600075"/>
                      <a:gd name="connsiteX18" fmla="*/ 761278 w 837172"/>
                      <a:gd name="connsiteY18" fmla="*/ 542925 h 600075"/>
                      <a:gd name="connsiteX19" fmla="*/ 79288 w 837172"/>
                      <a:gd name="connsiteY19" fmla="*/ 542925 h 600075"/>
                      <a:gd name="connsiteX20" fmla="*/ 61190 w 837172"/>
                      <a:gd name="connsiteY20" fmla="*/ 528637 h 600075"/>
                      <a:gd name="connsiteX21" fmla="*/ 69763 w 837172"/>
                      <a:gd name="connsiteY21" fmla="*/ 507682 h 600075"/>
                      <a:gd name="connsiteX22" fmla="*/ 420283 w 837172"/>
                      <a:gd name="connsiteY22" fmla="*/ 300037 h 600075"/>
                      <a:gd name="connsiteX23" fmla="*/ 770803 w 837172"/>
                      <a:gd name="connsiteY23" fmla="*/ 507682 h 600075"/>
                      <a:gd name="connsiteX24" fmla="*/ 779375 w 837172"/>
                      <a:gd name="connsiteY24" fmla="*/ 528637 h 600075"/>
                      <a:gd name="connsiteX0" fmla="*/ 799378 w 837172"/>
                      <a:gd name="connsiteY0" fmla="*/ 458152 h 600075"/>
                      <a:gd name="connsiteX1" fmla="*/ 448858 w 837172"/>
                      <a:gd name="connsiteY1" fmla="*/ 250507 h 600075"/>
                      <a:gd name="connsiteX2" fmla="*/ 448858 w 837172"/>
                      <a:gd name="connsiteY2" fmla="*/ 200025 h 600075"/>
                      <a:gd name="connsiteX3" fmla="*/ 372658 w 837172"/>
                      <a:gd name="connsiteY3" fmla="*/ 104775 h 600075"/>
                      <a:gd name="connsiteX4" fmla="*/ 420283 w 837172"/>
                      <a:gd name="connsiteY4" fmla="*/ 57150 h 600075"/>
                      <a:gd name="connsiteX5" fmla="*/ 477433 w 837172"/>
                      <a:gd name="connsiteY5" fmla="*/ 104775 h 600075"/>
                      <a:gd name="connsiteX6" fmla="*/ 506008 w 837172"/>
                      <a:gd name="connsiteY6" fmla="*/ 133350 h 600075"/>
                      <a:gd name="connsiteX7" fmla="*/ 534583 w 837172"/>
                      <a:gd name="connsiteY7" fmla="*/ 104775 h 600075"/>
                      <a:gd name="connsiteX8" fmla="*/ 420283 w 837172"/>
                      <a:gd name="connsiteY8" fmla="*/ 0 h 600075"/>
                      <a:gd name="connsiteX9" fmla="*/ 315508 w 837172"/>
                      <a:gd name="connsiteY9" fmla="*/ 104775 h 600075"/>
                      <a:gd name="connsiteX10" fmla="*/ 41188 w 837172"/>
                      <a:gd name="connsiteY10" fmla="*/ 458152 h 600075"/>
                      <a:gd name="connsiteX11" fmla="*/ 6898 w 837172"/>
                      <a:gd name="connsiteY11" fmla="*/ 543877 h 600075"/>
                      <a:gd name="connsiteX12" fmla="*/ 80240 w 837172"/>
                      <a:gd name="connsiteY12" fmla="*/ 600075 h 600075"/>
                      <a:gd name="connsiteX13" fmla="*/ 761278 w 837172"/>
                      <a:gd name="connsiteY13" fmla="*/ 600075 h 600075"/>
                      <a:gd name="connsiteX14" fmla="*/ 834620 w 837172"/>
                      <a:gd name="connsiteY14" fmla="*/ 543877 h 600075"/>
                      <a:gd name="connsiteX15" fmla="*/ 799378 w 837172"/>
                      <a:gd name="connsiteY15" fmla="*/ 458152 h 600075"/>
                      <a:gd name="connsiteX16" fmla="*/ 779375 w 837172"/>
                      <a:gd name="connsiteY16" fmla="*/ 528637 h 600075"/>
                      <a:gd name="connsiteX17" fmla="*/ 761278 w 837172"/>
                      <a:gd name="connsiteY17" fmla="*/ 542925 h 600075"/>
                      <a:gd name="connsiteX18" fmla="*/ 79288 w 837172"/>
                      <a:gd name="connsiteY18" fmla="*/ 542925 h 600075"/>
                      <a:gd name="connsiteX19" fmla="*/ 61190 w 837172"/>
                      <a:gd name="connsiteY19" fmla="*/ 528637 h 600075"/>
                      <a:gd name="connsiteX20" fmla="*/ 69763 w 837172"/>
                      <a:gd name="connsiteY20" fmla="*/ 507682 h 600075"/>
                      <a:gd name="connsiteX21" fmla="*/ 420283 w 837172"/>
                      <a:gd name="connsiteY21" fmla="*/ 300037 h 600075"/>
                      <a:gd name="connsiteX22" fmla="*/ 770803 w 837172"/>
                      <a:gd name="connsiteY22" fmla="*/ 507682 h 600075"/>
                      <a:gd name="connsiteX23" fmla="*/ 779375 w 837172"/>
                      <a:gd name="connsiteY23" fmla="*/ 528637 h 600075"/>
                      <a:gd name="connsiteX0" fmla="*/ 799378 w 837172"/>
                      <a:gd name="connsiteY0" fmla="*/ 458152 h 600075"/>
                      <a:gd name="connsiteX1" fmla="*/ 448858 w 837172"/>
                      <a:gd name="connsiteY1" fmla="*/ 250507 h 600075"/>
                      <a:gd name="connsiteX2" fmla="*/ 372658 w 837172"/>
                      <a:gd name="connsiteY2" fmla="*/ 104775 h 600075"/>
                      <a:gd name="connsiteX3" fmla="*/ 420283 w 837172"/>
                      <a:gd name="connsiteY3" fmla="*/ 57150 h 600075"/>
                      <a:gd name="connsiteX4" fmla="*/ 477433 w 837172"/>
                      <a:gd name="connsiteY4" fmla="*/ 104775 h 600075"/>
                      <a:gd name="connsiteX5" fmla="*/ 506008 w 837172"/>
                      <a:gd name="connsiteY5" fmla="*/ 133350 h 600075"/>
                      <a:gd name="connsiteX6" fmla="*/ 534583 w 837172"/>
                      <a:gd name="connsiteY6" fmla="*/ 104775 h 600075"/>
                      <a:gd name="connsiteX7" fmla="*/ 420283 w 837172"/>
                      <a:gd name="connsiteY7" fmla="*/ 0 h 600075"/>
                      <a:gd name="connsiteX8" fmla="*/ 315508 w 837172"/>
                      <a:gd name="connsiteY8" fmla="*/ 104775 h 600075"/>
                      <a:gd name="connsiteX9" fmla="*/ 41188 w 837172"/>
                      <a:gd name="connsiteY9" fmla="*/ 458152 h 600075"/>
                      <a:gd name="connsiteX10" fmla="*/ 6898 w 837172"/>
                      <a:gd name="connsiteY10" fmla="*/ 543877 h 600075"/>
                      <a:gd name="connsiteX11" fmla="*/ 80240 w 837172"/>
                      <a:gd name="connsiteY11" fmla="*/ 600075 h 600075"/>
                      <a:gd name="connsiteX12" fmla="*/ 761278 w 837172"/>
                      <a:gd name="connsiteY12" fmla="*/ 600075 h 600075"/>
                      <a:gd name="connsiteX13" fmla="*/ 834620 w 837172"/>
                      <a:gd name="connsiteY13" fmla="*/ 543877 h 600075"/>
                      <a:gd name="connsiteX14" fmla="*/ 799378 w 837172"/>
                      <a:gd name="connsiteY14" fmla="*/ 458152 h 600075"/>
                      <a:gd name="connsiteX15" fmla="*/ 779375 w 837172"/>
                      <a:gd name="connsiteY15" fmla="*/ 528637 h 600075"/>
                      <a:gd name="connsiteX16" fmla="*/ 761278 w 837172"/>
                      <a:gd name="connsiteY16" fmla="*/ 542925 h 600075"/>
                      <a:gd name="connsiteX17" fmla="*/ 79288 w 837172"/>
                      <a:gd name="connsiteY17" fmla="*/ 542925 h 600075"/>
                      <a:gd name="connsiteX18" fmla="*/ 61190 w 837172"/>
                      <a:gd name="connsiteY18" fmla="*/ 528637 h 600075"/>
                      <a:gd name="connsiteX19" fmla="*/ 69763 w 837172"/>
                      <a:gd name="connsiteY19" fmla="*/ 507682 h 600075"/>
                      <a:gd name="connsiteX20" fmla="*/ 420283 w 837172"/>
                      <a:gd name="connsiteY20" fmla="*/ 300037 h 600075"/>
                      <a:gd name="connsiteX21" fmla="*/ 770803 w 837172"/>
                      <a:gd name="connsiteY21" fmla="*/ 507682 h 600075"/>
                      <a:gd name="connsiteX22" fmla="*/ 779375 w 837172"/>
                      <a:gd name="connsiteY22" fmla="*/ 528637 h 600075"/>
                      <a:gd name="connsiteX0" fmla="*/ 799378 w 837172"/>
                      <a:gd name="connsiteY0" fmla="*/ 458152 h 600075"/>
                      <a:gd name="connsiteX1" fmla="*/ 372658 w 837172"/>
                      <a:gd name="connsiteY1" fmla="*/ 104775 h 600075"/>
                      <a:gd name="connsiteX2" fmla="*/ 420283 w 837172"/>
                      <a:gd name="connsiteY2" fmla="*/ 57150 h 600075"/>
                      <a:gd name="connsiteX3" fmla="*/ 477433 w 837172"/>
                      <a:gd name="connsiteY3" fmla="*/ 104775 h 600075"/>
                      <a:gd name="connsiteX4" fmla="*/ 506008 w 837172"/>
                      <a:gd name="connsiteY4" fmla="*/ 133350 h 600075"/>
                      <a:gd name="connsiteX5" fmla="*/ 534583 w 837172"/>
                      <a:gd name="connsiteY5" fmla="*/ 104775 h 600075"/>
                      <a:gd name="connsiteX6" fmla="*/ 420283 w 837172"/>
                      <a:gd name="connsiteY6" fmla="*/ 0 h 600075"/>
                      <a:gd name="connsiteX7" fmla="*/ 315508 w 837172"/>
                      <a:gd name="connsiteY7" fmla="*/ 104775 h 600075"/>
                      <a:gd name="connsiteX8" fmla="*/ 41188 w 837172"/>
                      <a:gd name="connsiteY8" fmla="*/ 458152 h 600075"/>
                      <a:gd name="connsiteX9" fmla="*/ 6898 w 837172"/>
                      <a:gd name="connsiteY9" fmla="*/ 543877 h 600075"/>
                      <a:gd name="connsiteX10" fmla="*/ 80240 w 837172"/>
                      <a:gd name="connsiteY10" fmla="*/ 600075 h 600075"/>
                      <a:gd name="connsiteX11" fmla="*/ 761278 w 837172"/>
                      <a:gd name="connsiteY11" fmla="*/ 600075 h 600075"/>
                      <a:gd name="connsiteX12" fmla="*/ 834620 w 837172"/>
                      <a:gd name="connsiteY12" fmla="*/ 543877 h 600075"/>
                      <a:gd name="connsiteX13" fmla="*/ 799378 w 837172"/>
                      <a:gd name="connsiteY13" fmla="*/ 458152 h 600075"/>
                      <a:gd name="connsiteX14" fmla="*/ 779375 w 837172"/>
                      <a:gd name="connsiteY14" fmla="*/ 528637 h 600075"/>
                      <a:gd name="connsiteX15" fmla="*/ 761278 w 837172"/>
                      <a:gd name="connsiteY15" fmla="*/ 542925 h 600075"/>
                      <a:gd name="connsiteX16" fmla="*/ 79288 w 837172"/>
                      <a:gd name="connsiteY16" fmla="*/ 542925 h 600075"/>
                      <a:gd name="connsiteX17" fmla="*/ 61190 w 837172"/>
                      <a:gd name="connsiteY17" fmla="*/ 528637 h 600075"/>
                      <a:gd name="connsiteX18" fmla="*/ 69763 w 837172"/>
                      <a:gd name="connsiteY18" fmla="*/ 507682 h 600075"/>
                      <a:gd name="connsiteX19" fmla="*/ 420283 w 837172"/>
                      <a:gd name="connsiteY19" fmla="*/ 300037 h 600075"/>
                      <a:gd name="connsiteX20" fmla="*/ 770803 w 837172"/>
                      <a:gd name="connsiteY20" fmla="*/ 507682 h 600075"/>
                      <a:gd name="connsiteX21" fmla="*/ 779375 w 837172"/>
                      <a:gd name="connsiteY21" fmla="*/ 528637 h 600075"/>
                      <a:gd name="connsiteX0" fmla="*/ 804847 w 842641"/>
                      <a:gd name="connsiteY0" fmla="*/ 475660 h 617583"/>
                      <a:gd name="connsiteX1" fmla="*/ 378127 w 842641"/>
                      <a:gd name="connsiteY1" fmla="*/ 122283 h 617583"/>
                      <a:gd name="connsiteX2" fmla="*/ 425752 w 842641"/>
                      <a:gd name="connsiteY2" fmla="*/ 74658 h 617583"/>
                      <a:gd name="connsiteX3" fmla="*/ 482902 w 842641"/>
                      <a:gd name="connsiteY3" fmla="*/ 122283 h 617583"/>
                      <a:gd name="connsiteX4" fmla="*/ 511477 w 842641"/>
                      <a:gd name="connsiteY4" fmla="*/ 150858 h 617583"/>
                      <a:gd name="connsiteX5" fmla="*/ 540052 w 842641"/>
                      <a:gd name="connsiteY5" fmla="*/ 122283 h 617583"/>
                      <a:gd name="connsiteX6" fmla="*/ 425752 w 842641"/>
                      <a:gd name="connsiteY6" fmla="*/ 17508 h 617583"/>
                      <a:gd name="connsiteX7" fmla="*/ 46657 w 842641"/>
                      <a:gd name="connsiteY7" fmla="*/ 475660 h 617583"/>
                      <a:gd name="connsiteX8" fmla="*/ 12367 w 842641"/>
                      <a:gd name="connsiteY8" fmla="*/ 561385 h 617583"/>
                      <a:gd name="connsiteX9" fmla="*/ 85709 w 842641"/>
                      <a:gd name="connsiteY9" fmla="*/ 617583 h 617583"/>
                      <a:gd name="connsiteX10" fmla="*/ 766747 w 842641"/>
                      <a:gd name="connsiteY10" fmla="*/ 617583 h 617583"/>
                      <a:gd name="connsiteX11" fmla="*/ 840089 w 842641"/>
                      <a:gd name="connsiteY11" fmla="*/ 561385 h 617583"/>
                      <a:gd name="connsiteX12" fmla="*/ 804847 w 842641"/>
                      <a:gd name="connsiteY12" fmla="*/ 475660 h 617583"/>
                      <a:gd name="connsiteX13" fmla="*/ 784844 w 842641"/>
                      <a:gd name="connsiteY13" fmla="*/ 546145 h 617583"/>
                      <a:gd name="connsiteX14" fmla="*/ 766747 w 842641"/>
                      <a:gd name="connsiteY14" fmla="*/ 560433 h 617583"/>
                      <a:gd name="connsiteX15" fmla="*/ 84757 w 842641"/>
                      <a:gd name="connsiteY15" fmla="*/ 560433 h 617583"/>
                      <a:gd name="connsiteX16" fmla="*/ 66659 w 842641"/>
                      <a:gd name="connsiteY16" fmla="*/ 546145 h 617583"/>
                      <a:gd name="connsiteX17" fmla="*/ 75232 w 842641"/>
                      <a:gd name="connsiteY17" fmla="*/ 525190 h 617583"/>
                      <a:gd name="connsiteX18" fmla="*/ 425752 w 842641"/>
                      <a:gd name="connsiteY18" fmla="*/ 317545 h 617583"/>
                      <a:gd name="connsiteX19" fmla="*/ 776272 w 842641"/>
                      <a:gd name="connsiteY19" fmla="*/ 525190 h 617583"/>
                      <a:gd name="connsiteX20" fmla="*/ 784844 w 842641"/>
                      <a:gd name="connsiteY20" fmla="*/ 546145 h 617583"/>
                      <a:gd name="connsiteX0" fmla="*/ 804847 w 842641"/>
                      <a:gd name="connsiteY0" fmla="*/ 475660 h 617583"/>
                      <a:gd name="connsiteX1" fmla="*/ 425752 w 842641"/>
                      <a:gd name="connsiteY1" fmla="*/ 74658 h 617583"/>
                      <a:gd name="connsiteX2" fmla="*/ 482902 w 842641"/>
                      <a:gd name="connsiteY2" fmla="*/ 122283 h 617583"/>
                      <a:gd name="connsiteX3" fmla="*/ 511477 w 842641"/>
                      <a:gd name="connsiteY3" fmla="*/ 150858 h 617583"/>
                      <a:gd name="connsiteX4" fmla="*/ 540052 w 842641"/>
                      <a:gd name="connsiteY4" fmla="*/ 122283 h 617583"/>
                      <a:gd name="connsiteX5" fmla="*/ 425752 w 842641"/>
                      <a:gd name="connsiteY5" fmla="*/ 17508 h 617583"/>
                      <a:gd name="connsiteX6" fmla="*/ 46657 w 842641"/>
                      <a:gd name="connsiteY6" fmla="*/ 475660 h 617583"/>
                      <a:gd name="connsiteX7" fmla="*/ 12367 w 842641"/>
                      <a:gd name="connsiteY7" fmla="*/ 561385 h 617583"/>
                      <a:gd name="connsiteX8" fmla="*/ 85709 w 842641"/>
                      <a:gd name="connsiteY8" fmla="*/ 617583 h 617583"/>
                      <a:gd name="connsiteX9" fmla="*/ 766747 w 842641"/>
                      <a:gd name="connsiteY9" fmla="*/ 617583 h 617583"/>
                      <a:gd name="connsiteX10" fmla="*/ 840089 w 842641"/>
                      <a:gd name="connsiteY10" fmla="*/ 561385 h 617583"/>
                      <a:gd name="connsiteX11" fmla="*/ 804847 w 842641"/>
                      <a:gd name="connsiteY11" fmla="*/ 475660 h 617583"/>
                      <a:gd name="connsiteX12" fmla="*/ 784844 w 842641"/>
                      <a:gd name="connsiteY12" fmla="*/ 546145 h 617583"/>
                      <a:gd name="connsiteX13" fmla="*/ 766747 w 842641"/>
                      <a:gd name="connsiteY13" fmla="*/ 560433 h 617583"/>
                      <a:gd name="connsiteX14" fmla="*/ 84757 w 842641"/>
                      <a:gd name="connsiteY14" fmla="*/ 560433 h 617583"/>
                      <a:gd name="connsiteX15" fmla="*/ 66659 w 842641"/>
                      <a:gd name="connsiteY15" fmla="*/ 546145 h 617583"/>
                      <a:gd name="connsiteX16" fmla="*/ 75232 w 842641"/>
                      <a:gd name="connsiteY16" fmla="*/ 525190 h 617583"/>
                      <a:gd name="connsiteX17" fmla="*/ 425752 w 842641"/>
                      <a:gd name="connsiteY17" fmla="*/ 317545 h 617583"/>
                      <a:gd name="connsiteX18" fmla="*/ 776272 w 842641"/>
                      <a:gd name="connsiteY18" fmla="*/ 525190 h 617583"/>
                      <a:gd name="connsiteX19" fmla="*/ 784844 w 842641"/>
                      <a:gd name="connsiteY19" fmla="*/ 546145 h 617583"/>
                      <a:gd name="connsiteX0" fmla="*/ 811977 w 849771"/>
                      <a:gd name="connsiteY0" fmla="*/ 401002 h 542925"/>
                      <a:gd name="connsiteX1" fmla="*/ 432882 w 849771"/>
                      <a:gd name="connsiteY1" fmla="*/ 0 h 542925"/>
                      <a:gd name="connsiteX2" fmla="*/ 490032 w 849771"/>
                      <a:gd name="connsiteY2" fmla="*/ 47625 h 542925"/>
                      <a:gd name="connsiteX3" fmla="*/ 518607 w 849771"/>
                      <a:gd name="connsiteY3" fmla="*/ 76200 h 542925"/>
                      <a:gd name="connsiteX4" fmla="*/ 547182 w 849771"/>
                      <a:gd name="connsiteY4" fmla="*/ 47625 h 542925"/>
                      <a:gd name="connsiteX5" fmla="*/ 53787 w 849771"/>
                      <a:gd name="connsiteY5" fmla="*/ 401002 h 542925"/>
                      <a:gd name="connsiteX6" fmla="*/ 19497 w 849771"/>
                      <a:gd name="connsiteY6" fmla="*/ 486727 h 542925"/>
                      <a:gd name="connsiteX7" fmla="*/ 92839 w 849771"/>
                      <a:gd name="connsiteY7" fmla="*/ 542925 h 542925"/>
                      <a:gd name="connsiteX8" fmla="*/ 773877 w 849771"/>
                      <a:gd name="connsiteY8" fmla="*/ 542925 h 542925"/>
                      <a:gd name="connsiteX9" fmla="*/ 847219 w 849771"/>
                      <a:gd name="connsiteY9" fmla="*/ 486727 h 542925"/>
                      <a:gd name="connsiteX10" fmla="*/ 811977 w 849771"/>
                      <a:gd name="connsiteY10" fmla="*/ 401002 h 542925"/>
                      <a:gd name="connsiteX11" fmla="*/ 791974 w 849771"/>
                      <a:gd name="connsiteY11" fmla="*/ 471487 h 542925"/>
                      <a:gd name="connsiteX12" fmla="*/ 773877 w 849771"/>
                      <a:gd name="connsiteY12" fmla="*/ 485775 h 542925"/>
                      <a:gd name="connsiteX13" fmla="*/ 91887 w 849771"/>
                      <a:gd name="connsiteY13" fmla="*/ 485775 h 542925"/>
                      <a:gd name="connsiteX14" fmla="*/ 73789 w 849771"/>
                      <a:gd name="connsiteY14" fmla="*/ 471487 h 542925"/>
                      <a:gd name="connsiteX15" fmla="*/ 82362 w 849771"/>
                      <a:gd name="connsiteY15" fmla="*/ 450532 h 542925"/>
                      <a:gd name="connsiteX16" fmla="*/ 432882 w 849771"/>
                      <a:gd name="connsiteY16" fmla="*/ 242887 h 542925"/>
                      <a:gd name="connsiteX17" fmla="*/ 783402 w 849771"/>
                      <a:gd name="connsiteY17" fmla="*/ 450532 h 542925"/>
                      <a:gd name="connsiteX18" fmla="*/ 791974 w 849771"/>
                      <a:gd name="connsiteY18" fmla="*/ 471487 h 542925"/>
                      <a:gd name="connsiteX0" fmla="*/ 811977 w 849771"/>
                      <a:gd name="connsiteY0" fmla="*/ 401002 h 542925"/>
                      <a:gd name="connsiteX1" fmla="*/ 432882 w 849771"/>
                      <a:gd name="connsiteY1" fmla="*/ 0 h 542925"/>
                      <a:gd name="connsiteX2" fmla="*/ 490032 w 849771"/>
                      <a:gd name="connsiteY2" fmla="*/ 47625 h 542925"/>
                      <a:gd name="connsiteX3" fmla="*/ 547182 w 849771"/>
                      <a:gd name="connsiteY3" fmla="*/ 47625 h 542925"/>
                      <a:gd name="connsiteX4" fmla="*/ 53787 w 849771"/>
                      <a:gd name="connsiteY4" fmla="*/ 401002 h 542925"/>
                      <a:gd name="connsiteX5" fmla="*/ 19497 w 849771"/>
                      <a:gd name="connsiteY5" fmla="*/ 486727 h 542925"/>
                      <a:gd name="connsiteX6" fmla="*/ 92839 w 849771"/>
                      <a:gd name="connsiteY6" fmla="*/ 542925 h 542925"/>
                      <a:gd name="connsiteX7" fmla="*/ 773877 w 849771"/>
                      <a:gd name="connsiteY7" fmla="*/ 542925 h 542925"/>
                      <a:gd name="connsiteX8" fmla="*/ 847219 w 849771"/>
                      <a:gd name="connsiteY8" fmla="*/ 486727 h 542925"/>
                      <a:gd name="connsiteX9" fmla="*/ 811977 w 849771"/>
                      <a:gd name="connsiteY9" fmla="*/ 401002 h 542925"/>
                      <a:gd name="connsiteX10" fmla="*/ 791974 w 849771"/>
                      <a:gd name="connsiteY10" fmla="*/ 471487 h 542925"/>
                      <a:gd name="connsiteX11" fmla="*/ 773877 w 849771"/>
                      <a:gd name="connsiteY11" fmla="*/ 485775 h 542925"/>
                      <a:gd name="connsiteX12" fmla="*/ 91887 w 849771"/>
                      <a:gd name="connsiteY12" fmla="*/ 485775 h 542925"/>
                      <a:gd name="connsiteX13" fmla="*/ 73789 w 849771"/>
                      <a:gd name="connsiteY13" fmla="*/ 471487 h 542925"/>
                      <a:gd name="connsiteX14" fmla="*/ 82362 w 849771"/>
                      <a:gd name="connsiteY14" fmla="*/ 450532 h 542925"/>
                      <a:gd name="connsiteX15" fmla="*/ 432882 w 849771"/>
                      <a:gd name="connsiteY15" fmla="*/ 242887 h 542925"/>
                      <a:gd name="connsiteX16" fmla="*/ 783402 w 849771"/>
                      <a:gd name="connsiteY16" fmla="*/ 450532 h 542925"/>
                      <a:gd name="connsiteX17" fmla="*/ 791974 w 849771"/>
                      <a:gd name="connsiteY17" fmla="*/ 471487 h 542925"/>
                      <a:gd name="connsiteX0" fmla="*/ 808316 w 846110"/>
                      <a:gd name="connsiteY0" fmla="*/ 403561 h 545484"/>
                      <a:gd name="connsiteX1" fmla="*/ 429221 w 846110"/>
                      <a:gd name="connsiteY1" fmla="*/ 2559 h 545484"/>
                      <a:gd name="connsiteX2" fmla="*/ 486371 w 846110"/>
                      <a:gd name="connsiteY2" fmla="*/ 50184 h 545484"/>
                      <a:gd name="connsiteX3" fmla="*/ 50126 w 846110"/>
                      <a:gd name="connsiteY3" fmla="*/ 403561 h 545484"/>
                      <a:gd name="connsiteX4" fmla="*/ 15836 w 846110"/>
                      <a:gd name="connsiteY4" fmla="*/ 489286 h 545484"/>
                      <a:gd name="connsiteX5" fmla="*/ 89178 w 846110"/>
                      <a:gd name="connsiteY5" fmla="*/ 545484 h 545484"/>
                      <a:gd name="connsiteX6" fmla="*/ 770216 w 846110"/>
                      <a:gd name="connsiteY6" fmla="*/ 545484 h 545484"/>
                      <a:gd name="connsiteX7" fmla="*/ 843558 w 846110"/>
                      <a:gd name="connsiteY7" fmla="*/ 489286 h 545484"/>
                      <a:gd name="connsiteX8" fmla="*/ 808316 w 846110"/>
                      <a:gd name="connsiteY8" fmla="*/ 403561 h 545484"/>
                      <a:gd name="connsiteX9" fmla="*/ 788313 w 846110"/>
                      <a:gd name="connsiteY9" fmla="*/ 474046 h 545484"/>
                      <a:gd name="connsiteX10" fmla="*/ 770216 w 846110"/>
                      <a:gd name="connsiteY10" fmla="*/ 488334 h 545484"/>
                      <a:gd name="connsiteX11" fmla="*/ 88226 w 846110"/>
                      <a:gd name="connsiteY11" fmla="*/ 488334 h 545484"/>
                      <a:gd name="connsiteX12" fmla="*/ 70128 w 846110"/>
                      <a:gd name="connsiteY12" fmla="*/ 474046 h 545484"/>
                      <a:gd name="connsiteX13" fmla="*/ 78701 w 846110"/>
                      <a:gd name="connsiteY13" fmla="*/ 453091 h 545484"/>
                      <a:gd name="connsiteX14" fmla="*/ 429221 w 846110"/>
                      <a:gd name="connsiteY14" fmla="*/ 245446 h 545484"/>
                      <a:gd name="connsiteX15" fmla="*/ 779741 w 846110"/>
                      <a:gd name="connsiteY15" fmla="*/ 453091 h 545484"/>
                      <a:gd name="connsiteX16" fmla="*/ 788313 w 846110"/>
                      <a:gd name="connsiteY16" fmla="*/ 474046 h 545484"/>
                      <a:gd name="connsiteX0" fmla="*/ 804848 w 842642"/>
                      <a:gd name="connsiteY0" fmla="*/ 401002 h 542925"/>
                      <a:gd name="connsiteX1" fmla="*/ 425753 w 842642"/>
                      <a:gd name="connsiteY1" fmla="*/ 0 h 542925"/>
                      <a:gd name="connsiteX2" fmla="*/ 46658 w 842642"/>
                      <a:gd name="connsiteY2" fmla="*/ 401002 h 542925"/>
                      <a:gd name="connsiteX3" fmla="*/ 12368 w 842642"/>
                      <a:gd name="connsiteY3" fmla="*/ 486727 h 542925"/>
                      <a:gd name="connsiteX4" fmla="*/ 85710 w 842642"/>
                      <a:gd name="connsiteY4" fmla="*/ 542925 h 542925"/>
                      <a:gd name="connsiteX5" fmla="*/ 766748 w 842642"/>
                      <a:gd name="connsiteY5" fmla="*/ 542925 h 542925"/>
                      <a:gd name="connsiteX6" fmla="*/ 840090 w 842642"/>
                      <a:gd name="connsiteY6" fmla="*/ 486727 h 542925"/>
                      <a:gd name="connsiteX7" fmla="*/ 804848 w 842642"/>
                      <a:gd name="connsiteY7" fmla="*/ 401002 h 542925"/>
                      <a:gd name="connsiteX8" fmla="*/ 784845 w 842642"/>
                      <a:gd name="connsiteY8" fmla="*/ 471487 h 542925"/>
                      <a:gd name="connsiteX9" fmla="*/ 766748 w 842642"/>
                      <a:gd name="connsiteY9" fmla="*/ 485775 h 542925"/>
                      <a:gd name="connsiteX10" fmla="*/ 84758 w 842642"/>
                      <a:gd name="connsiteY10" fmla="*/ 485775 h 542925"/>
                      <a:gd name="connsiteX11" fmla="*/ 66660 w 842642"/>
                      <a:gd name="connsiteY11" fmla="*/ 471487 h 542925"/>
                      <a:gd name="connsiteX12" fmla="*/ 75233 w 842642"/>
                      <a:gd name="connsiteY12" fmla="*/ 450532 h 542925"/>
                      <a:gd name="connsiteX13" fmla="*/ 425753 w 842642"/>
                      <a:gd name="connsiteY13" fmla="*/ 242887 h 542925"/>
                      <a:gd name="connsiteX14" fmla="*/ 776273 w 842642"/>
                      <a:gd name="connsiteY14" fmla="*/ 450532 h 542925"/>
                      <a:gd name="connsiteX15" fmla="*/ 784845 w 842642"/>
                      <a:gd name="connsiteY15" fmla="*/ 471487 h 542925"/>
                      <a:gd name="connsiteX0" fmla="*/ 830163 w 867957"/>
                      <a:gd name="connsiteY0" fmla="*/ 158115 h 300038"/>
                      <a:gd name="connsiteX1" fmla="*/ 71973 w 867957"/>
                      <a:gd name="connsiteY1" fmla="*/ 158115 h 300038"/>
                      <a:gd name="connsiteX2" fmla="*/ 37683 w 867957"/>
                      <a:gd name="connsiteY2" fmla="*/ 243840 h 300038"/>
                      <a:gd name="connsiteX3" fmla="*/ 111025 w 867957"/>
                      <a:gd name="connsiteY3" fmla="*/ 300038 h 300038"/>
                      <a:gd name="connsiteX4" fmla="*/ 792063 w 867957"/>
                      <a:gd name="connsiteY4" fmla="*/ 300038 h 300038"/>
                      <a:gd name="connsiteX5" fmla="*/ 865405 w 867957"/>
                      <a:gd name="connsiteY5" fmla="*/ 243840 h 300038"/>
                      <a:gd name="connsiteX6" fmla="*/ 830163 w 867957"/>
                      <a:gd name="connsiteY6" fmla="*/ 158115 h 300038"/>
                      <a:gd name="connsiteX7" fmla="*/ 810160 w 867957"/>
                      <a:gd name="connsiteY7" fmla="*/ 228600 h 300038"/>
                      <a:gd name="connsiteX8" fmla="*/ 792063 w 867957"/>
                      <a:gd name="connsiteY8" fmla="*/ 242888 h 300038"/>
                      <a:gd name="connsiteX9" fmla="*/ 110073 w 867957"/>
                      <a:gd name="connsiteY9" fmla="*/ 242888 h 300038"/>
                      <a:gd name="connsiteX10" fmla="*/ 91975 w 867957"/>
                      <a:gd name="connsiteY10" fmla="*/ 228600 h 300038"/>
                      <a:gd name="connsiteX11" fmla="*/ 100548 w 867957"/>
                      <a:gd name="connsiteY11" fmla="*/ 207645 h 300038"/>
                      <a:gd name="connsiteX12" fmla="*/ 451068 w 867957"/>
                      <a:gd name="connsiteY12" fmla="*/ 0 h 300038"/>
                      <a:gd name="connsiteX13" fmla="*/ 801588 w 867957"/>
                      <a:gd name="connsiteY13" fmla="*/ 207645 h 300038"/>
                      <a:gd name="connsiteX14" fmla="*/ 810160 w 867957"/>
                      <a:gd name="connsiteY14" fmla="*/ 228600 h 300038"/>
                      <a:gd name="connsiteX0" fmla="*/ 830163 w 867957"/>
                      <a:gd name="connsiteY0" fmla="*/ 10716 h 152639"/>
                      <a:gd name="connsiteX1" fmla="*/ 71973 w 867957"/>
                      <a:gd name="connsiteY1" fmla="*/ 10716 h 152639"/>
                      <a:gd name="connsiteX2" fmla="*/ 37683 w 867957"/>
                      <a:gd name="connsiteY2" fmla="*/ 96441 h 152639"/>
                      <a:gd name="connsiteX3" fmla="*/ 111025 w 867957"/>
                      <a:gd name="connsiteY3" fmla="*/ 152639 h 152639"/>
                      <a:gd name="connsiteX4" fmla="*/ 792063 w 867957"/>
                      <a:gd name="connsiteY4" fmla="*/ 152639 h 152639"/>
                      <a:gd name="connsiteX5" fmla="*/ 865405 w 867957"/>
                      <a:gd name="connsiteY5" fmla="*/ 96441 h 152639"/>
                      <a:gd name="connsiteX6" fmla="*/ 830163 w 867957"/>
                      <a:gd name="connsiteY6" fmla="*/ 10716 h 152639"/>
                      <a:gd name="connsiteX7" fmla="*/ 810160 w 867957"/>
                      <a:gd name="connsiteY7" fmla="*/ 81201 h 152639"/>
                      <a:gd name="connsiteX8" fmla="*/ 792063 w 867957"/>
                      <a:gd name="connsiteY8" fmla="*/ 95489 h 152639"/>
                      <a:gd name="connsiteX9" fmla="*/ 110073 w 867957"/>
                      <a:gd name="connsiteY9" fmla="*/ 95489 h 152639"/>
                      <a:gd name="connsiteX10" fmla="*/ 91975 w 867957"/>
                      <a:gd name="connsiteY10" fmla="*/ 81201 h 152639"/>
                      <a:gd name="connsiteX11" fmla="*/ 100548 w 867957"/>
                      <a:gd name="connsiteY11" fmla="*/ 60246 h 152639"/>
                      <a:gd name="connsiteX12" fmla="*/ 801588 w 867957"/>
                      <a:gd name="connsiteY12" fmla="*/ 60246 h 152639"/>
                      <a:gd name="connsiteX13" fmla="*/ 810160 w 867957"/>
                      <a:gd name="connsiteY13" fmla="*/ 81201 h 152639"/>
                      <a:gd name="connsiteX0" fmla="*/ 847051 w 884845"/>
                      <a:gd name="connsiteY0" fmla="*/ 10716 h 152639"/>
                      <a:gd name="connsiteX1" fmla="*/ 88861 w 884845"/>
                      <a:gd name="connsiteY1" fmla="*/ 10716 h 152639"/>
                      <a:gd name="connsiteX2" fmla="*/ 17862 w 884845"/>
                      <a:gd name="connsiteY2" fmla="*/ 99340 h 152639"/>
                      <a:gd name="connsiteX3" fmla="*/ 127913 w 884845"/>
                      <a:gd name="connsiteY3" fmla="*/ 152639 h 152639"/>
                      <a:gd name="connsiteX4" fmla="*/ 808951 w 884845"/>
                      <a:gd name="connsiteY4" fmla="*/ 152639 h 152639"/>
                      <a:gd name="connsiteX5" fmla="*/ 882293 w 884845"/>
                      <a:gd name="connsiteY5" fmla="*/ 96441 h 152639"/>
                      <a:gd name="connsiteX6" fmla="*/ 847051 w 884845"/>
                      <a:gd name="connsiteY6" fmla="*/ 10716 h 152639"/>
                      <a:gd name="connsiteX7" fmla="*/ 827048 w 884845"/>
                      <a:gd name="connsiteY7" fmla="*/ 81201 h 152639"/>
                      <a:gd name="connsiteX8" fmla="*/ 808951 w 884845"/>
                      <a:gd name="connsiteY8" fmla="*/ 95489 h 152639"/>
                      <a:gd name="connsiteX9" fmla="*/ 126961 w 884845"/>
                      <a:gd name="connsiteY9" fmla="*/ 95489 h 152639"/>
                      <a:gd name="connsiteX10" fmla="*/ 108863 w 884845"/>
                      <a:gd name="connsiteY10" fmla="*/ 81201 h 152639"/>
                      <a:gd name="connsiteX11" fmla="*/ 117436 w 884845"/>
                      <a:gd name="connsiteY11" fmla="*/ 60246 h 152639"/>
                      <a:gd name="connsiteX12" fmla="*/ 818476 w 884845"/>
                      <a:gd name="connsiteY12" fmla="*/ 60246 h 152639"/>
                      <a:gd name="connsiteX13" fmla="*/ 827048 w 884845"/>
                      <a:gd name="connsiteY13" fmla="*/ 81201 h 152639"/>
                      <a:gd name="connsiteX0" fmla="*/ 864149 w 901943"/>
                      <a:gd name="connsiteY0" fmla="*/ 10716 h 152639"/>
                      <a:gd name="connsiteX1" fmla="*/ 105959 w 901943"/>
                      <a:gd name="connsiteY1" fmla="*/ 10716 h 152639"/>
                      <a:gd name="connsiteX2" fmla="*/ 8262 w 901943"/>
                      <a:gd name="connsiteY2" fmla="*/ 99340 h 152639"/>
                      <a:gd name="connsiteX3" fmla="*/ 145011 w 901943"/>
                      <a:gd name="connsiteY3" fmla="*/ 152639 h 152639"/>
                      <a:gd name="connsiteX4" fmla="*/ 826049 w 901943"/>
                      <a:gd name="connsiteY4" fmla="*/ 152639 h 152639"/>
                      <a:gd name="connsiteX5" fmla="*/ 899391 w 901943"/>
                      <a:gd name="connsiteY5" fmla="*/ 96441 h 152639"/>
                      <a:gd name="connsiteX6" fmla="*/ 864149 w 901943"/>
                      <a:gd name="connsiteY6" fmla="*/ 10716 h 152639"/>
                      <a:gd name="connsiteX7" fmla="*/ 844146 w 901943"/>
                      <a:gd name="connsiteY7" fmla="*/ 81201 h 152639"/>
                      <a:gd name="connsiteX8" fmla="*/ 826049 w 901943"/>
                      <a:gd name="connsiteY8" fmla="*/ 95489 h 152639"/>
                      <a:gd name="connsiteX9" fmla="*/ 144059 w 901943"/>
                      <a:gd name="connsiteY9" fmla="*/ 95489 h 152639"/>
                      <a:gd name="connsiteX10" fmla="*/ 125961 w 901943"/>
                      <a:gd name="connsiteY10" fmla="*/ 81201 h 152639"/>
                      <a:gd name="connsiteX11" fmla="*/ 134534 w 901943"/>
                      <a:gd name="connsiteY11" fmla="*/ 60246 h 152639"/>
                      <a:gd name="connsiteX12" fmla="*/ 835574 w 901943"/>
                      <a:gd name="connsiteY12" fmla="*/ 60246 h 152639"/>
                      <a:gd name="connsiteX13" fmla="*/ 844146 w 901943"/>
                      <a:gd name="connsiteY13" fmla="*/ 81201 h 152639"/>
                      <a:gd name="connsiteX0" fmla="*/ 864149 w 901943"/>
                      <a:gd name="connsiteY0" fmla="*/ 10716 h 152639"/>
                      <a:gd name="connsiteX1" fmla="*/ 105959 w 901943"/>
                      <a:gd name="connsiteY1" fmla="*/ 10716 h 152639"/>
                      <a:gd name="connsiteX2" fmla="*/ 8262 w 901943"/>
                      <a:gd name="connsiteY2" fmla="*/ 99340 h 152639"/>
                      <a:gd name="connsiteX3" fmla="*/ 145011 w 901943"/>
                      <a:gd name="connsiteY3" fmla="*/ 152639 h 152639"/>
                      <a:gd name="connsiteX4" fmla="*/ 826049 w 901943"/>
                      <a:gd name="connsiteY4" fmla="*/ 152639 h 152639"/>
                      <a:gd name="connsiteX5" fmla="*/ 899391 w 901943"/>
                      <a:gd name="connsiteY5" fmla="*/ 96441 h 152639"/>
                      <a:gd name="connsiteX6" fmla="*/ 864149 w 901943"/>
                      <a:gd name="connsiteY6" fmla="*/ 10716 h 152639"/>
                      <a:gd name="connsiteX7" fmla="*/ 844146 w 901943"/>
                      <a:gd name="connsiteY7" fmla="*/ 81201 h 152639"/>
                      <a:gd name="connsiteX8" fmla="*/ 826049 w 901943"/>
                      <a:gd name="connsiteY8" fmla="*/ 95489 h 152639"/>
                      <a:gd name="connsiteX9" fmla="*/ 144059 w 901943"/>
                      <a:gd name="connsiteY9" fmla="*/ 95489 h 152639"/>
                      <a:gd name="connsiteX10" fmla="*/ 125961 w 901943"/>
                      <a:gd name="connsiteY10" fmla="*/ 81201 h 152639"/>
                      <a:gd name="connsiteX11" fmla="*/ 141209 w 901943"/>
                      <a:gd name="connsiteY11" fmla="*/ 42851 h 152639"/>
                      <a:gd name="connsiteX12" fmla="*/ 835574 w 901943"/>
                      <a:gd name="connsiteY12" fmla="*/ 60246 h 152639"/>
                      <a:gd name="connsiteX13" fmla="*/ 844146 w 901943"/>
                      <a:gd name="connsiteY13" fmla="*/ 81201 h 152639"/>
                      <a:gd name="connsiteX0" fmla="*/ 864149 w 901943"/>
                      <a:gd name="connsiteY0" fmla="*/ 10716 h 152639"/>
                      <a:gd name="connsiteX1" fmla="*/ 105959 w 901943"/>
                      <a:gd name="connsiteY1" fmla="*/ 10716 h 152639"/>
                      <a:gd name="connsiteX2" fmla="*/ 8262 w 901943"/>
                      <a:gd name="connsiteY2" fmla="*/ 99340 h 152639"/>
                      <a:gd name="connsiteX3" fmla="*/ 145011 w 901943"/>
                      <a:gd name="connsiteY3" fmla="*/ 152639 h 152639"/>
                      <a:gd name="connsiteX4" fmla="*/ 826049 w 901943"/>
                      <a:gd name="connsiteY4" fmla="*/ 152639 h 152639"/>
                      <a:gd name="connsiteX5" fmla="*/ 899391 w 901943"/>
                      <a:gd name="connsiteY5" fmla="*/ 96441 h 152639"/>
                      <a:gd name="connsiteX6" fmla="*/ 864149 w 901943"/>
                      <a:gd name="connsiteY6" fmla="*/ 10716 h 152639"/>
                      <a:gd name="connsiteX7" fmla="*/ 844146 w 901943"/>
                      <a:gd name="connsiteY7" fmla="*/ 81201 h 152639"/>
                      <a:gd name="connsiteX8" fmla="*/ 826049 w 901943"/>
                      <a:gd name="connsiteY8" fmla="*/ 95489 h 152639"/>
                      <a:gd name="connsiteX9" fmla="*/ 144059 w 901943"/>
                      <a:gd name="connsiteY9" fmla="*/ 95489 h 152639"/>
                      <a:gd name="connsiteX10" fmla="*/ 125961 w 901943"/>
                      <a:gd name="connsiteY10" fmla="*/ 81201 h 152639"/>
                      <a:gd name="connsiteX11" fmla="*/ 141209 w 901943"/>
                      <a:gd name="connsiteY11" fmla="*/ 42851 h 152639"/>
                      <a:gd name="connsiteX12" fmla="*/ 812213 w 901943"/>
                      <a:gd name="connsiteY12" fmla="*/ 45750 h 152639"/>
                      <a:gd name="connsiteX13" fmla="*/ 844146 w 901943"/>
                      <a:gd name="connsiteY13" fmla="*/ 81201 h 152639"/>
                      <a:gd name="connsiteX0" fmla="*/ 864149 w 950239"/>
                      <a:gd name="connsiteY0" fmla="*/ 10716 h 152639"/>
                      <a:gd name="connsiteX1" fmla="*/ 105959 w 950239"/>
                      <a:gd name="connsiteY1" fmla="*/ 10716 h 152639"/>
                      <a:gd name="connsiteX2" fmla="*/ 8262 w 950239"/>
                      <a:gd name="connsiteY2" fmla="*/ 99340 h 152639"/>
                      <a:gd name="connsiteX3" fmla="*/ 145011 w 950239"/>
                      <a:gd name="connsiteY3" fmla="*/ 152639 h 152639"/>
                      <a:gd name="connsiteX4" fmla="*/ 826049 w 950239"/>
                      <a:gd name="connsiteY4" fmla="*/ 152639 h 152639"/>
                      <a:gd name="connsiteX5" fmla="*/ 949450 w 950239"/>
                      <a:gd name="connsiteY5" fmla="*/ 96441 h 152639"/>
                      <a:gd name="connsiteX6" fmla="*/ 864149 w 950239"/>
                      <a:gd name="connsiteY6" fmla="*/ 10716 h 152639"/>
                      <a:gd name="connsiteX7" fmla="*/ 844146 w 950239"/>
                      <a:gd name="connsiteY7" fmla="*/ 81201 h 152639"/>
                      <a:gd name="connsiteX8" fmla="*/ 826049 w 950239"/>
                      <a:gd name="connsiteY8" fmla="*/ 95489 h 152639"/>
                      <a:gd name="connsiteX9" fmla="*/ 144059 w 950239"/>
                      <a:gd name="connsiteY9" fmla="*/ 95489 h 152639"/>
                      <a:gd name="connsiteX10" fmla="*/ 125961 w 950239"/>
                      <a:gd name="connsiteY10" fmla="*/ 81201 h 152639"/>
                      <a:gd name="connsiteX11" fmla="*/ 141209 w 950239"/>
                      <a:gd name="connsiteY11" fmla="*/ 42851 h 152639"/>
                      <a:gd name="connsiteX12" fmla="*/ 812213 w 950239"/>
                      <a:gd name="connsiteY12" fmla="*/ 45750 h 152639"/>
                      <a:gd name="connsiteX13" fmla="*/ 844146 w 950239"/>
                      <a:gd name="connsiteY13" fmla="*/ 81201 h 152639"/>
                      <a:gd name="connsiteX0" fmla="*/ 884173 w 950802"/>
                      <a:gd name="connsiteY0" fmla="*/ 12275 h 151299"/>
                      <a:gd name="connsiteX1" fmla="*/ 105959 w 950802"/>
                      <a:gd name="connsiteY1" fmla="*/ 9376 h 151299"/>
                      <a:gd name="connsiteX2" fmla="*/ 8262 w 950802"/>
                      <a:gd name="connsiteY2" fmla="*/ 98000 h 151299"/>
                      <a:gd name="connsiteX3" fmla="*/ 145011 w 950802"/>
                      <a:gd name="connsiteY3" fmla="*/ 151299 h 151299"/>
                      <a:gd name="connsiteX4" fmla="*/ 826049 w 950802"/>
                      <a:gd name="connsiteY4" fmla="*/ 151299 h 151299"/>
                      <a:gd name="connsiteX5" fmla="*/ 949450 w 950802"/>
                      <a:gd name="connsiteY5" fmla="*/ 95101 h 151299"/>
                      <a:gd name="connsiteX6" fmla="*/ 884173 w 950802"/>
                      <a:gd name="connsiteY6" fmla="*/ 12275 h 151299"/>
                      <a:gd name="connsiteX7" fmla="*/ 844146 w 950802"/>
                      <a:gd name="connsiteY7" fmla="*/ 79861 h 151299"/>
                      <a:gd name="connsiteX8" fmla="*/ 826049 w 950802"/>
                      <a:gd name="connsiteY8" fmla="*/ 94149 h 151299"/>
                      <a:gd name="connsiteX9" fmla="*/ 144059 w 950802"/>
                      <a:gd name="connsiteY9" fmla="*/ 94149 h 151299"/>
                      <a:gd name="connsiteX10" fmla="*/ 125961 w 950802"/>
                      <a:gd name="connsiteY10" fmla="*/ 79861 h 151299"/>
                      <a:gd name="connsiteX11" fmla="*/ 141209 w 950802"/>
                      <a:gd name="connsiteY11" fmla="*/ 41511 h 151299"/>
                      <a:gd name="connsiteX12" fmla="*/ 812213 w 950802"/>
                      <a:gd name="connsiteY12" fmla="*/ 44410 h 151299"/>
                      <a:gd name="connsiteX13" fmla="*/ 844146 w 950802"/>
                      <a:gd name="connsiteY13" fmla="*/ 79861 h 15129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</a:cxnLst>
                    <a:rect l="l" t="t" r="r" b="b"/>
                    <a:pathLst>
                      <a:path w="950802" h="151299">
                        <a:moveTo>
                          <a:pt x="884173" y="12275"/>
                        </a:moveTo>
                        <a:cubicBezTo>
                          <a:pt x="751934" y="-2012"/>
                          <a:pt x="238039" y="-4911"/>
                          <a:pt x="105959" y="9376"/>
                        </a:cubicBezTo>
                        <a:cubicBezTo>
                          <a:pt x="-26121" y="23663"/>
                          <a:pt x="-1263" y="64663"/>
                          <a:pt x="8262" y="98000"/>
                        </a:cubicBezTo>
                        <a:cubicBezTo>
                          <a:pt x="17787" y="131338"/>
                          <a:pt x="110721" y="151299"/>
                          <a:pt x="145011" y="151299"/>
                        </a:cubicBezTo>
                        <a:lnTo>
                          <a:pt x="826049" y="151299"/>
                        </a:lnTo>
                        <a:cubicBezTo>
                          <a:pt x="861291" y="151299"/>
                          <a:pt x="939763" y="118272"/>
                          <a:pt x="949450" y="95101"/>
                        </a:cubicBezTo>
                        <a:cubicBezTo>
                          <a:pt x="959137" y="71930"/>
                          <a:pt x="914653" y="30373"/>
                          <a:pt x="884173" y="12275"/>
                        </a:cubicBezTo>
                        <a:close/>
                        <a:moveTo>
                          <a:pt x="844146" y="79861"/>
                        </a:moveTo>
                        <a:cubicBezTo>
                          <a:pt x="846452" y="88151"/>
                          <a:pt x="838431" y="94149"/>
                          <a:pt x="826049" y="94149"/>
                        </a:cubicBezTo>
                        <a:lnTo>
                          <a:pt x="144059" y="94149"/>
                        </a:lnTo>
                        <a:cubicBezTo>
                          <a:pt x="130724" y="94149"/>
                          <a:pt x="126914" y="84624"/>
                          <a:pt x="125961" y="79861"/>
                        </a:cubicBezTo>
                        <a:cubicBezTo>
                          <a:pt x="125009" y="76051"/>
                          <a:pt x="129779" y="48179"/>
                          <a:pt x="141209" y="41511"/>
                        </a:cubicBezTo>
                        <a:lnTo>
                          <a:pt x="812213" y="44410"/>
                        </a:lnTo>
                        <a:cubicBezTo>
                          <a:pt x="823643" y="51078"/>
                          <a:pt x="841840" y="71571"/>
                          <a:pt x="844146" y="79861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b="1"/>
                  </a:p>
                </p:txBody>
              </p:sp>
              <p:sp>
                <p:nvSpPr>
                  <p:cNvPr id="159" name="Rectangle: Rounded Corners 4">
                    <a:extLst>
                      <a:ext uri="{FF2B5EF4-FFF2-40B4-BE49-F238E27FC236}">
                        <a16:creationId xmlns:a16="http://schemas.microsoft.com/office/drawing/2014/main" id="{9A4FE54B-5814-4530-ABB9-4CCD620C1D4A}"/>
                      </a:ext>
                    </a:extLst>
                  </p:cNvPr>
                  <p:cNvSpPr/>
                  <p:nvPr/>
                </p:nvSpPr>
                <p:spPr>
                  <a:xfrm>
                    <a:off x="4602336" y="1430105"/>
                    <a:ext cx="3397105" cy="298739"/>
                  </a:xfrm>
                  <a:custGeom>
                    <a:avLst/>
                    <a:gdLst>
                      <a:gd name="connsiteX0" fmla="*/ 0 w 3397105"/>
                      <a:gd name="connsiteY0" fmla="*/ 71653 h 169907"/>
                      <a:gd name="connsiteX1" fmla="*/ 71653 w 3397105"/>
                      <a:gd name="connsiteY1" fmla="*/ 0 h 169907"/>
                      <a:gd name="connsiteX2" fmla="*/ 3325452 w 3397105"/>
                      <a:gd name="connsiteY2" fmla="*/ 0 h 169907"/>
                      <a:gd name="connsiteX3" fmla="*/ 3397105 w 3397105"/>
                      <a:gd name="connsiteY3" fmla="*/ 71653 h 169907"/>
                      <a:gd name="connsiteX4" fmla="*/ 3397105 w 3397105"/>
                      <a:gd name="connsiteY4" fmla="*/ 98254 h 169907"/>
                      <a:gd name="connsiteX5" fmla="*/ 3325452 w 3397105"/>
                      <a:gd name="connsiteY5" fmla="*/ 169907 h 169907"/>
                      <a:gd name="connsiteX6" fmla="*/ 71653 w 3397105"/>
                      <a:gd name="connsiteY6" fmla="*/ 169907 h 169907"/>
                      <a:gd name="connsiteX7" fmla="*/ 0 w 3397105"/>
                      <a:gd name="connsiteY7" fmla="*/ 98254 h 169907"/>
                      <a:gd name="connsiteX8" fmla="*/ 0 w 3397105"/>
                      <a:gd name="connsiteY8" fmla="*/ 71653 h 169907"/>
                      <a:gd name="connsiteX0" fmla="*/ 0 w 3397105"/>
                      <a:gd name="connsiteY0" fmla="*/ 200486 h 298740"/>
                      <a:gd name="connsiteX1" fmla="*/ 71653 w 3397105"/>
                      <a:gd name="connsiteY1" fmla="*/ 128833 h 298740"/>
                      <a:gd name="connsiteX2" fmla="*/ 1698790 w 3397105"/>
                      <a:gd name="connsiteY2" fmla="*/ 0 h 298740"/>
                      <a:gd name="connsiteX3" fmla="*/ 3325452 w 3397105"/>
                      <a:gd name="connsiteY3" fmla="*/ 128833 h 298740"/>
                      <a:gd name="connsiteX4" fmla="*/ 3397105 w 3397105"/>
                      <a:gd name="connsiteY4" fmla="*/ 200486 h 298740"/>
                      <a:gd name="connsiteX5" fmla="*/ 3397105 w 3397105"/>
                      <a:gd name="connsiteY5" fmla="*/ 227087 h 298740"/>
                      <a:gd name="connsiteX6" fmla="*/ 3325452 w 3397105"/>
                      <a:gd name="connsiteY6" fmla="*/ 298740 h 298740"/>
                      <a:gd name="connsiteX7" fmla="*/ 71653 w 3397105"/>
                      <a:gd name="connsiteY7" fmla="*/ 298740 h 298740"/>
                      <a:gd name="connsiteX8" fmla="*/ 0 w 3397105"/>
                      <a:gd name="connsiteY8" fmla="*/ 227087 h 298740"/>
                      <a:gd name="connsiteX9" fmla="*/ 0 w 3397105"/>
                      <a:gd name="connsiteY9" fmla="*/ 200486 h 29874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3397105" h="298740">
                        <a:moveTo>
                          <a:pt x="0" y="200486"/>
                        </a:moveTo>
                        <a:cubicBezTo>
                          <a:pt x="0" y="160913"/>
                          <a:pt x="32080" y="128833"/>
                          <a:pt x="71653" y="128833"/>
                        </a:cubicBezTo>
                        <a:cubicBezTo>
                          <a:pt x="612587" y="127781"/>
                          <a:pt x="1157856" y="1052"/>
                          <a:pt x="1698790" y="0"/>
                        </a:cubicBezTo>
                        <a:cubicBezTo>
                          <a:pt x="2242455" y="1052"/>
                          <a:pt x="2781787" y="127781"/>
                          <a:pt x="3325452" y="128833"/>
                        </a:cubicBezTo>
                        <a:cubicBezTo>
                          <a:pt x="3365025" y="128833"/>
                          <a:pt x="3397105" y="160913"/>
                          <a:pt x="3397105" y="200486"/>
                        </a:cubicBezTo>
                        <a:lnTo>
                          <a:pt x="3397105" y="227087"/>
                        </a:lnTo>
                        <a:cubicBezTo>
                          <a:pt x="3397105" y="266660"/>
                          <a:pt x="3365025" y="298740"/>
                          <a:pt x="3325452" y="298740"/>
                        </a:cubicBezTo>
                        <a:lnTo>
                          <a:pt x="71653" y="298740"/>
                        </a:lnTo>
                        <a:cubicBezTo>
                          <a:pt x="32080" y="298740"/>
                          <a:pt x="0" y="266660"/>
                          <a:pt x="0" y="227087"/>
                        </a:cubicBezTo>
                        <a:lnTo>
                          <a:pt x="0" y="200486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b="1" dirty="0"/>
                  </a:p>
                </p:txBody>
              </p:sp>
            </p:grpSp>
            <p:grpSp>
              <p:nvGrpSpPr>
                <p:cNvPr id="151" name="Group 150">
                  <a:extLst>
                    <a:ext uri="{FF2B5EF4-FFF2-40B4-BE49-F238E27FC236}">
                      <a16:creationId xmlns:a16="http://schemas.microsoft.com/office/drawing/2014/main" id="{7AB5F8E3-E79D-4466-8089-248FC5C66D75}"/>
                    </a:ext>
                  </a:extLst>
                </p:cNvPr>
                <p:cNvGrpSpPr/>
                <p:nvPr/>
              </p:nvGrpSpPr>
              <p:grpSpPr>
                <a:xfrm>
                  <a:off x="10249541" y="1639025"/>
                  <a:ext cx="848869" cy="934475"/>
                  <a:chOff x="6698352" y="917347"/>
                  <a:chExt cx="3688214" cy="4807046"/>
                </a:xfrm>
              </p:grpSpPr>
              <p:sp>
                <p:nvSpPr>
                  <p:cNvPr id="152" name="Rectangle: Top Corners Rounded 3">
                    <a:extLst>
                      <a:ext uri="{FF2B5EF4-FFF2-40B4-BE49-F238E27FC236}">
                        <a16:creationId xmlns:a16="http://schemas.microsoft.com/office/drawing/2014/main" id="{22843954-0E6E-4EB9-BE72-4EF3668C4D81}"/>
                      </a:ext>
                    </a:extLst>
                  </p:cNvPr>
                  <p:cNvSpPr/>
                  <p:nvPr/>
                </p:nvSpPr>
                <p:spPr>
                  <a:xfrm flipV="1">
                    <a:off x="6698352" y="917347"/>
                    <a:ext cx="3688214" cy="4807046"/>
                  </a:xfrm>
                  <a:custGeom>
                    <a:avLst/>
                    <a:gdLst>
                      <a:gd name="connsiteX0" fmla="*/ 224971 w 2555322"/>
                      <a:gd name="connsiteY0" fmla="*/ 0 h 4147774"/>
                      <a:gd name="connsiteX1" fmla="*/ 2330351 w 2555322"/>
                      <a:gd name="connsiteY1" fmla="*/ 0 h 4147774"/>
                      <a:gd name="connsiteX2" fmla="*/ 2555322 w 2555322"/>
                      <a:gd name="connsiteY2" fmla="*/ 224971 h 4147774"/>
                      <a:gd name="connsiteX3" fmla="*/ 2555322 w 2555322"/>
                      <a:gd name="connsiteY3" fmla="*/ 4147774 h 4147774"/>
                      <a:gd name="connsiteX4" fmla="*/ 2555322 w 2555322"/>
                      <a:gd name="connsiteY4" fmla="*/ 4147774 h 4147774"/>
                      <a:gd name="connsiteX5" fmla="*/ 0 w 2555322"/>
                      <a:gd name="connsiteY5" fmla="*/ 4147774 h 4147774"/>
                      <a:gd name="connsiteX6" fmla="*/ 0 w 2555322"/>
                      <a:gd name="connsiteY6" fmla="*/ 4147774 h 4147774"/>
                      <a:gd name="connsiteX7" fmla="*/ 0 w 2555322"/>
                      <a:gd name="connsiteY7" fmla="*/ 224971 h 4147774"/>
                      <a:gd name="connsiteX8" fmla="*/ 224971 w 2555322"/>
                      <a:gd name="connsiteY8" fmla="*/ 0 h 4147774"/>
                      <a:gd name="connsiteX0" fmla="*/ 224971 w 3110029"/>
                      <a:gd name="connsiteY0" fmla="*/ 0 h 4147774"/>
                      <a:gd name="connsiteX1" fmla="*/ 2330351 w 3110029"/>
                      <a:gd name="connsiteY1" fmla="*/ 0 h 4147774"/>
                      <a:gd name="connsiteX2" fmla="*/ 2555322 w 3110029"/>
                      <a:gd name="connsiteY2" fmla="*/ 224971 h 4147774"/>
                      <a:gd name="connsiteX3" fmla="*/ 2555322 w 3110029"/>
                      <a:gd name="connsiteY3" fmla="*/ 4147774 h 4147774"/>
                      <a:gd name="connsiteX4" fmla="*/ 3110029 w 3110029"/>
                      <a:gd name="connsiteY4" fmla="*/ 3922424 h 4147774"/>
                      <a:gd name="connsiteX5" fmla="*/ 0 w 3110029"/>
                      <a:gd name="connsiteY5" fmla="*/ 4147774 h 4147774"/>
                      <a:gd name="connsiteX6" fmla="*/ 0 w 3110029"/>
                      <a:gd name="connsiteY6" fmla="*/ 4147774 h 4147774"/>
                      <a:gd name="connsiteX7" fmla="*/ 0 w 3110029"/>
                      <a:gd name="connsiteY7" fmla="*/ 224971 h 4147774"/>
                      <a:gd name="connsiteX8" fmla="*/ 224971 w 3110029"/>
                      <a:gd name="connsiteY8" fmla="*/ 0 h 4147774"/>
                      <a:gd name="connsiteX0" fmla="*/ 224971 w 3110029"/>
                      <a:gd name="connsiteY0" fmla="*/ 0 h 4160775"/>
                      <a:gd name="connsiteX1" fmla="*/ 2330351 w 3110029"/>
                      <a:gd name="connsiteY1" fmla="*/ 0 h 4160775"/>
                      <a:gd name="connsiteX2" fmla="*/ 2555322 w 3110029"/>
                      <a:gd name="connsiteY2" fmla="*/ 224971 h 4160775"/>
                      <a:gd name="connsiteX3" fmla="*/ 2880346 w 3110029"/>
                      <a:gd name="connsiteY3" fmla="*/ 4160775 h 4160775"/>
                      <a:gd name="connsiteX4" fmla="*/ 3110029 w 3110029"/>
                      <a:gd name="connsiteY4" fmla="*/ 3922424 h 4160775"/>
                      <a:gd name="connsiteX5" fmla="*/ 0 w 3110029"/>
                      <a:gd name="connsiteY5" fmla="*/ 4147774 h 4160775"/>
                      <a:gd name="connsiteX6" fmla="*/ 0 w 3110029"/>
                      <a:gd name="connsiteY6" fmla="*/ 4147774 h 4160775"/>
                      <a:gd name="connsiteX7" fmla="*/ 0 w 3110029"/>
                      <a:gd name="connsiteY7" fmla="*/ 224971 h 4160775"/>
                      <a:gd name="connsiteX8" fmla="*/ 224971 w 3110029"/>
                      <a:gd name="connsiteY8" fmla="*/ 0 h 4160775"/>
                      <a:gd name="connsiteX0" fmla="*/ 224971 w 2880346"/>
                      <a:gd name="connsiteY0" fmla="*/ 0 h 4160775"/>
                      <a:gd name="connsiteX1" fmla="*/ 2330351 w 2880346"/>
                      <a:gd name="connsiteY1" fmla="*/ 0 h 4160775"/>
                      <a:gd name="connsiteX2" fmla="*/ 2555322 w 2880346"/>
                      <a:gd name="connsiteY2" fmla="*/ 224971 h 4160775"/>
                      <a:gd name="connsiteX3" fmla="*/ 2880346 w 2880346"/>
                      <a:gd name="connsiteY3" fmla="*/ 4160775 h 4160775"/>
                      <a:gd name="connsiteX4" fmla="*/ 0 w 2880346"/>
                      <a:gd name="connsiteY4" fmla="*/ 4147774 h 4160775"/>
                      <a:gd name="connsiteX5" fmla="*/ 0 w 2880346"/>
                      <a:gd name="connsiteY5" fmla="*/ 4147774 h 4160775"/>
                      <a:gd name="connsiteX6" fmla="*/ 0 w 2880346"/>
                      <a:gd name="connsiteY6" fmla="*/ 224971 h 4160775"/>
                      <a:gd name="connsiteX7" fmla="*/ 224971 w 2880346"/>
                      <a:gd name="connsiteY7" fmla="*/ 0 h 4160775"/>
                      <a:gd name="connsiteX0" fmla="*/ 536994 w 3192369"/>
                      <a:gd name="connsiteY0" fmla="*/ 0 h 4160775"/>
                      <a:gd name="connsiteX1" fmla="*/ 2642374 w 3192369"/>
                      <a:gd name="connsiteY1" fmla="*/ 0 h 4160775"/>
                      <a:gd name="connsiteX2" fmla="*/ 2867345 w 3192369"/>
                      <a:gd name="connsiteY2" fmla="*/ 224971 h 4160775"/>
                      <a:gd name="connsiteX3" fmla="*/ 3192369 w 3192369"/>
                      <a:gd name="connsiteY3" fmla="*/ 4160775 h 4160775"/>
                      <a:gd name="connsiteX4" fmla="*/ 312023 w 3192369"/>
                      <a:gd name="connsiteY4" fmla="*/ 4147774 h 4160775"/>
                      <a:gd name="connsiteX5" fmla="*/ 0 w 3192369"/>
                      <a:gd name="connsiteY5" fmla="*/ 4147774 h 4160775"/>
                      <a:gd name="connsiteX6" fmla="*/ 312023 w 3192369"/>
                      <a:gd name="connsiteY6" fmla="*/ 224971 h 4160775"/>
                      <a:gd name="connsiteX7" fmla="*/ 536994 w 3192369"/>
                      <a:gd name="connsiteY7" fmla="*/ 0 h 41607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3192369" h="4160775">
                        <a:moveTo>
                          <a:pt x="536994" y="0"/>
                        </a:moveTo>
                        <a:lnTo>
                          <a:pt x="2642374" y="0"/>
                        </a:lnTo>
                        <a:cubicBezTo>
                          <a:pt x="2766622" y="0"/>
                          <a:pt x="2867345" y="100723"/>
                          <a:pt x="2867345" y="224971"/>
                        </a:cubicBezTo>
                        <a:lnTo>
                          <a:pt x="3192369" y="4160775"/>
                        </a:lnTo>
                        <a:lnTo>
                          <a:pt x="312023" y="4147774"/>
                        </a:lnTo>
                        <a:lnTo>
                          <a:pt x="0" y="4147774"/>
                        </a:lnTo>
                        <a:lnTo>
                          <a:pt x="312023" y="224971"/>
                        </a:lnTo>
                        <a:cubicBezTo>
                          <a:pt x="312023" y="100723"/>
                          <a:pt x="412746" y="0"/>
                          <a:pt x="536994" y="0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6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b="1"/>
                  </a:p>
                </p:txBody>
              </p:sp>
              <p:sp>
                <p:nvSpPr>
                  <p:cNvPr id="153" name="Rectangle: Rounded Corners 152">
                    <a:extLst>
                      <a:ext uri="{FF2B5EF4-FFF2-40B4-BE49-F238E27FC236}">
                        <a16:creationId xmlns:a16="http://schemas.microsoft.com/office/drawing/2014/main" id="{E9121640-1A11-46F3-9E89-C90F102A8D7D}"/>
                      </a:ext>
                    </a:extLst>
                  </p:cNvPr>
                  <p:cNvSpPr/>
                  <p:nvPr/>
                </p:nvSpPr>
                <p:spPr>
                  <a:xfrm>
                    <a:off x="8349236" y="1511949"/>
                    <a:ext cx="329077" cy="3371423"/>
                  </a:xfrm>
                  <a:prstGeom prst="roundRect">
                    <a:avLst>
                      <a:gd name="adj" fmla="val 42443"/>
                    </a:avLst>
                  </a:prstGeom>
                  <a:solidFill>
                    <a:schemeClr val="bg1">
                      <a:lumMod val="9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b="1"/>
                  </a:p>
                </p:txBody>
              </p:sp>
              <p:sp>
                <p:nvSpPr>
                  <p:cNvPr id="154" name="Rectangle: Rounded Corners 153">
                    <a:extLst>
                      <a:ext uri="{FF2B5EF4-FFF2-40B4-BE49-F238E27FC236}">
                        <a16:creationId xmlns:a16="http://schemas.microsoft.com/office/drawing/2014/main" id="{5655BA48-5FE2-40FD-A5F4-9225521B329C}"/>
                      </a:ext>
                    </a:extLst>
                  </p:cNvPr>
                  <p:cNvSpPr/>
                  <p:nvPr/>
                </p:nvSpPr>
                <p:spPr>
                  <a:xfrm rot="21443026">
                    <a:off x="7668336" y="1531322"/>
                    <a:ext cx="329077" cy="3371423"/>
                  </a:xfrm>
                  <a:prstGeom prst="roundRect">
                    <a:avLst>
                      <a:gd name="adj" fmla="val 42443"/>
                    </a:avLst>
                  </a:prstGeom>
                  <a:solidFill>
                    <a:schemeClr val="bg1">
                      <a:lumMod val="9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b="1"/>
                  </a:p>
                </p:txBody>
              </p:sp>
              <p:sp>
                <p:nvSpPr>
                  <p:cNvPr id="155" name="Rectangle: Rounded Corners 154">
                    <a:extLst>
                      <a:ext uri="{FF2B5EF4-FFF2-40B4-BE49-F238E27FC236}">
                        <a16:creationId xmlns:a16="http://schemas.microsoft.com/office/drawing/2014/main" id="{725DF24D-ED96-4643-96E6-4C8CA4A532BA}"/>
                      </a:ext>
                    </a:extLst>
                  </p:cNvPr>
                  <p:cNvSpPr/>
                  <p:nvPr/>
                </p:nvSpPr>
                <p:spPr>
                  <a:xfrm rot="21350204">
                    <a:off x="7011287" y="1550699"/>
                    <a:ext cx="329077" cy="3371423"/>
                  </a:xfrm>
                  <a:prstGeom prst="roundRect">
                    <a:avLst>
                      <a:gd name="adj" fmla="val 42443"/>
                    </a:avLst>
                  </a:prstGeom>
                  <a:solidFill>
                    <a:schemeClr val="bg1">
                      <a:lumMod val="9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b="1"/>
                  </a:p>
                </p:txBody>
              </p:sp>
              <p:sp>
                <p:nvSpPr>
                  <p:cNvPr id="156" name="Rectangle: Rounded Corners 155">
                    <a:extLst>
                      <a:ext uri="{FF2B5EF4-FFF2-40B4-BE49-F238E27FC236}">
                        <a16:creationId xmlns:a16="http://schemas.microsoft.com/office/drawing/2014/main" id="{BFDB4030-568B-4982-B943-ED47FD742DD5}"/>
                      </a:ext>
                    </a:extLst>
                  </p:cNvPr>
                  <p:cNvSpPr/>
                  <p:nvPr/>
                </p:nvSpPr>
                <p:spPr>
                  <a:xfrm rot="156974" flipH="1">
                    <a:off x="9072809" y="1524834"/>
                    <a:ext cx="329077" cy="3371423"/>
                  </a:xfrm>
                  <a:prstGeom prst="roundRect">
                    <a:avLst>
                      <a:gd name="adj" fmla="val 42443"/>
                    </a:avLst>
                  </a:prstGeom>
                  <a:solidFill>
                    <a:schemeClr val="bg1">
                      <a:lumMod val="9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US" b="1"/>
                  </a:p>
                </p:txBody>
              </p:sp>
              <p:sp>
                <p:nvSpPr>
                  <p:cNvPr id="157" name="Rectangle: Rounded Corners 156">
                    <a:extLst>
                      <a:ext uri="{FF2B5EF4-FFF2-40B4-BE49-F238E27FC236}">
                        <a16:creationId xmlns:a16="http://schemas.microsoft.com/office/drawing/2014/main" id="{C941BF02-E323-4179-B2D4-C9D045352D11}"/>
                      </a:ext>
                    </a:extLst>
                  </p:cNvPr>
                  <p:cNvSpPr/>
                  <p:nvPr/>
                </p:nvSpPr>
                <p:spPr>
                  <a:xfrm rot="249796" flipH="1">
                    <a:off x="9729866" y="1544211"/>
                    <a:ext cx="329077" cy="3371423"/>
                  </a:xfrm>
                  <a:prstGeom prst="roundRect">
                    <a:avLst>
                      <a:gd name="adj" fmla="val 42443"/>
                    </a:avLst>
                  </a:prstGeom>
                  <a:solidFill>
                    <a:schemeClr val="bg1">
                      <a:lumMod val="9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US" b="1"/>
                  </a:p>
                </p:txBody>
              </p:sp>
            </p:grpSp>
          </p:grpSp>
          <p:sp>
            <p:nvSpPr>
              <p:cNvPr id="148" name="Rectangle 147">
                <a:extLst>
                  <a:ext uri="{FF2B5EF4-FFF2-40B4-BE49-F238E27FC236}">
                    <a16:creationId xmlns:a16="http://schemas.microsoft.com/office/drawing/2014/main" id="{67998980-B22A-494A-8485-9E2236B85DE3}"/>
                  </a:ext>
                </a:extLst>
              </p:cNvPr>
              <p:cNvSpPr/>
              <p:nvPr/>
            </p:nvSpPr>
            <p:spPr>
              <a:xfrm>
                <a:off x="11028796" y="3126179"/>
                <a:ext cx="926889" cy="1015663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A6A6A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rIns="0" rtlCol="0" anchor="ctr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Miss critical requirement to link to regional ecomm</a:t>
                </a:r>
              </a:p>
            </p:txBody>
          </p:sp>
          <p:sp>
            <p:nvSpPr>
              <p:cNvPr id="149" name="Rectangle 148">
                <a:extLst>
                  <a:ext uri="{FF2B5EF4-FFF2-40B4-BE49-F238E27FC236}">
                    <a16:creationId xmlns:a16="http://schemas.microsoft.com/office/drawing/2014/main" id="{9550A869-A69F-4D8A-8296-4D8785AEB892}"/>
                  </a:ext>
                </a:extLst>
              </p:cNvPr>
              <p:cNvSpPr/>
              <p:nvPr/>
            </p:nvSpPr>
            <p:spPr>
              <a:xfrm>
                <a:off x="10790669" y="4215120"/>
                <a:ext cx="1396179" cy="374670"/>
              </a:xfrm>
              <a:prstGeom prst="rect">
                <a:avLst/>
              </a:prstGeom>
              <a:solidFill>
                <a:srgbClr val="E3B82B"/>
              </a:solidFill>
              <a:ln/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819" tIns="48409" rIns="96819" bIns="4840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defTabSz="484086"/>
                <a:r>
                  <a:rPr lang="en-US" sz="1412" b="1" dirty="0">
                    <a:solidFill>
                      <a:srgbClr val="C42F1A"/>
                    </a:solidFill>
                    <a:latin typeface="Trebuchet MS" panose="020B0603020202020204"/>
                  </a:rPr>
                  <a:t>M </a:t>
                </a:r>
                <a:r>
                  <a:rPr lang="en-US" sz="1098" dirty="0">
                    <a:solidFill>
                      <a:prstClr val="white"/>
                    </a:solidFill>
                    <a:latin typeface="Trebuchet MS" panose="020B0603020202020204"/>
                  </a:rPr>
                  <a:t>ore is Better Thinking</a:t>
                </a:r>
              </a:p>
            </p:txBody>
          </p:sp>
        </p:grp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02FBA6D5-FA12-4B59-8951-9CEFAA3157A7}"/>
              </a:ext>
            </a:extLst>
          </p:cNvPr>
          <p:cNvGrpSpPr/>
          <p:nvPr/>
        </p:nvGrpSpPr>
        <p:grpSpPr>
          <a:xfrm>
            <a:off x="9038602" y="2997228"/>
            <a:ext cx="1325546" cy="1816483"/>
            <a:chOff x="5723452" y="4678061"/>
            <a:chExt cx="1325546" cy="1816483"/>
          </a:xfrm>
        </p:grpSpPr>
        <p:cxnSp>
          <p:nvCxnSpPr>
            <p:cNvPr id="102" name="Straight Arrow Connector 101">
              <a:extLst>
                <a:ext uri="{FF2B5EF4-FFF2-40B4-BE49-F238E27FC236}">
                  <a16:creationId xmlns:a16="http://schemas.microsoft.com/office/drawing/2014/main" id="{0E9C1E84-0BFC-4984-A980-046D5933C2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6000" y="5336036"/>
              <a:ext cx="233213" cy="5765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760A0E77-B5B0-4A91-AB0D-A277BA794949}"/>
                </a:ext>
              </a:extLst>
            </p:cNvPr>
            <p:cNvGrpSpPr/>
            <p:nvPr/>
          </p:nvGrpSpPr>
          <p:grpSpPr>
            <a:xfrm>
              <a:off x="5723452" y="4678061"/>
              <a:ext cx="1325546" cy="1816483"/>
              <a:chOff x="10843681" y="2773307"/>
              <a:chExt cx="1325546" cy="1816483"/>
            </a:xfrm>
          </p:grpSpPr>
          <p:grpSp>
            <p:nvGrpSpPr>
              <p:cNvPr id="108" name="Group 107">
                <a:extLst>
                  <a:ext uri="{FF2B5EF4-FFF2-40B4-BE49-F238E27FC236}">
                    <a16:creationId xmlns:a16="http://schemas.microsoft.com/office/drawing/2014/main" id="{31960940-7963-40F2-9891-DA8410929ED9}"/>
                  </a:ext>
                </a:extLst>
              </p:cNvPr>
              <p:cNvGrpSpPr/>
              <p:nvPr/>
            </p:nvGrpSpPr>
            <p:grpSpPr>
              <a:xfrm>
                <a:off x="10843681" y="2773307"/>
                <a:ext cx="1325546" cy="1601376"/>
                <a:chOff x="10222133" y="1482222"/>
                <a:chExt cx="903310" cy="1091278"/>
              </a:xfrm>
            </p:grpSpPr>
            <p:grpSp>
              <p:nvGrpSpPr>
                <p:cNvPr id="126" name="Group 125">
                  <a:extLst>
                    <a:ext uri="{FF2B5EF4-FFF2-40B4-BE49-F238E27FC236}">
                      <a16:creationId xmlns:a16="http://schemas.microsoft.com/office/drawing/2014/main" id="{AF60C1AD-FABE-4257-8AC0-2130887115A2}"/>
                    </a:ext>
                  </a:extLst>
                </p:cNvPr>
                <p:cNvGrpSpPr/>
                <p:nvPr/>
              </p:nvGrpSpPr>
              <p:grpSpPr>
                <a:xfrm>
                  <a:off x="10222133" y="1482222"/>
                  <a:ext cx="903310" cy="147029"/>
                  <a:chOff x="4602336" y="1175906"/>
                  <a:chExt cx="3397105" cy="552938"/>
                </a:xfrm>
                <a:solidFill>
                  <a:schemeClr val="bg1">
                    <a:lumMod val="65000"/>
                  </a:schemeClr>
                </a:solidFill>
              </p:grpSpPr>
              <p:sp>
                <p:nvSpPr>
                  <p:cNvPr id="137" name="Graphic 6" descr="Hanger">
                    <a:extLst>
                      <a:ext uri="{FF2B5EF4-FFF2-40B4-BE49-F238E27FC236}">
                        <a16:creationId xmlns:a16="http://schemas.microsoft.com/office/drawing/2014/main" id="{CC8E77D6-2A06-4818-8ADA-E796A9F6A34B}"/>
                      </a:ext>
                    </a:extLst>
                  </p:cNvPr>
                  <p:cNvSpPr/>
                  <p:nvPr/>
                </p:nvSpPr>
                <p:spPr>
                  <a:xfrm>
                    <a:off x="5828561" y="1175906"/>
                    <a:ext cx="950802" cy="522470"/>
                  </a:xfrm>
                  <a:custGeom>
                    <a:avLst/>
                    <a:gdLst>
                      <a:gd name="connsiteX0" fmla="*/ 802554 w 838200"/>
                      <a:gd name="connsiteY0" fmla="*/ 465296 h 609600"/>
                      <a:gd name="connsiteX1" fmla="*/ 452034 w 838200"/>
                      <a:gd name="connsiteY1" fmla="*/ 257651 h 609600"/>
                      <a:gd name="connsiteX2" fmla="*/ 452034 w 838200"/>
                      <a:gd name="connsiteY2" fmla="*/ 207169 h 609600"/>
                      <a:gd name="connsiteX3" fmla="*/ 434889 w 838200"/>
                      <a:gd name="connsiteY3" fmla="*/ 180499 h 609600"/>
                      <a:gd name="connsiteX4" fmla="*/ 375834 w 838200"/>
                      <a:gd name="connsiteY4" fmla="*/ 111919 h 609600"/>
                      <a:gd name="connsiteX5" fmla="*/ 423459 w 838200"/>
                      <a:gd name="connsiteY5" fmla="*/ 64294 h 609600"/>
                      <a:gd name="connsiteX6" fmla="*/ 480609 w 838200"/>
                      <a:gd name="connsiteY6" fmla="*/ 111919 h 609600"/>
                      <a:gd name="connsiteX7" fmla="*/ 509184 w 838200"/>
                      <a:gd name="connsiteY7" fmla="*/ 140494 h 609600"/>
                      <a:gd name="connsiteX8" fmla="*/ 537759 w 838200"/>
                      <a:gd name="connsiteY8" fmla="*/ 111919 h 609600"/>
                      <a:gd name="connsiteX9" fmla="*/ 423459 w 838200"/>
                      <a:gd name="connsiteY9" fmla="*/ 7144 h 609600"/>
                      <a:gd name="connsiteX10" fmla="*/ 318684 w 838200"/>
                      <a:gd name="connsiteY10" fmla="*/ 111919 h 609600"/>
                      <a:gd name="connsiteX11" fmla="*/ 394884 w 838200"/>
                      <a:gd name="connsiteY11" fmla="*/ 225266 h 609600"/>
                      <a:gd name="connsiteX12" fmla="*/ 394884 w 838200"/>
                      <a:gd name="connsiteY12" fmla="*/ 257651 h 609600"/>
                      <a:gd name="connsiteX13" fmla="*/ 44364 w 838200"/>
                      <a:gd name="connsiteY13" fmla="*/ 465296 h 609600"/>
                      <a:gd name="connsiteX14" fmla="*/ 10074 w 838200"/>
                      <a:gd name="connsiteY14" fmla="*/ 551021 h 609600"/>
                      <a:gd name="connsiteX15" fmla="*/ 83416 w 838200"/>
                      <a:gd name="connsiteY15" fmla="*/ 607219 h 609600"/>
                      <a:gd name="connsiteX16" fmla="*/ 764454 w 838200"/>
                      <a:gd name="connsiteY16" fmla="*/ 607219 h 609600"/>
                      <a:gd name="connsiteX17" fmla="*/ 837796 w 838200"/>
                      <a:gd name="connsiteY17" fmla="*/ 551021 h 609600"/>
                      <a:gd name="connsiteX18" fmla="*/ 802554 w 838200"/>
                      <a:gd name="connsiteY18" fmla="*/ 465296 h 609600"/>
                      <a:gd name="connsiteX19" fmla="*/ 782551 w 838200"/>
                      <a:gd name="connsiteY19" fmla="*/ 535781 h 609600"/>
                      <a:gd name="connsiteX20" fmla="*/ 764454 w 838200"/>
                      <a:gd name="connsiteY20" fmla="*/ 550069 h 609600"/>
                      <a:gd name="connsiteX21" fmla="*/ 82464 w 838200"/>
                      <a:gd name="connsiteY21" fmla="*/ 550069 h 609600"/>
                      <a:gd name="connsiteX22" fmla="*/ 64366 w 838200"/>
                      <a:gd name="connsiteY22" fmla="*/ 535781 h 609600"/>
                      <a:gd name="connsiteX23" fmla="*/ 72939 w 838200"/>
                      <a:gd name="connsiteY23" fmla="*/ 514826 h 609600"/>
                      <a:gd name="connsiteX24" fmla="*/ 423459 w 838200"/>
                      <a:gd name="connsiteY24" fmla="*/ 307181 h 609600"/>
                      <a:gd name="connsiteX25" fmla="*/ 773979 w 838200"/>
                      <a:gd name="connsiteY25" fmla="*/ 514826 h 609600"/>
                      <a:gd name="connsiteX26" fmla="*/ 782551 w 838200"/>
                      <a:gd name="connsiteY26" fmla="*/ 535781 h 609600"/>
                      <a:gd name="connsiteX0" fmla="*/ 795411 w 833205"/>
                      <a:gd name="connsiteY0" fmla="*/ 458152 h 600075"/>
                      <a:gd name="connsiteX1" fmla="*/ 444891 w 833205"/>
                      <a:gd name="connsiteY1" fmla="*/ 250507 h 600075"/>
                      <a:gd name="connsiteX2" fmla="*/ 444891 w 833205"/>
                      <a:gd name="connsiteY2" fmla="*/ 200025 h 600075"/>
                      <a:gd name="connsiteX3" fmla="*/ 427746 w 833205"/>
                      <a:gd name="connsiteY3" fmla="*/ 173355 h 600075"/>
                      <a:gd name="connsiteX4" fmla="*/ 368691 w 833205"/>
                      <a:gd name="connsiteY4" fmla="*/ 104775 h 600075"/>
                      <a:gd name="connsiteX5" fmla="*/ 416316 w 833205"/>
                      <a:gd name="connsiteY5" fmla="*/ 57150 h 600075"/>
                      <a:gd name="connsiteX6" fmla="*/ 473466 w 833205"/>
                      <a:gd name="connsiteY6" fmla="*/ 104775 h 600075"/>
                      <a:gd name="connsiteX7" fmla="*/ 502041 w 833205"/>
                      <a:gd name="connsiteY7" fmla="*/ 133350 h 600075"/>
                      <a:gd name="connsiteX8" fmla="*/ 530616 w 833205"/>
                      <a:gd name="connsiteY8" fmla="*/ 104775 h 600075"/>
                      <a:gd name="connsiteX9" fmla="*/ 416316 w 833205"/>
                      <a:gd name="connsiteY9" fmla="*/ 0 h 600075"/>
                      <a:gd name="connsiteX10" fmla="*/ 311541 w 833205"/>
                      <a:gd name="connsiteY10" fmla="*/ 104775 h 600075"/>
                      <a:gd name="connsiteX11" fmla="*/ 387741 w 833205"/>
                      <a:gd name="connsiteY11" fmla="*/ 218122 h 600075"/>
                      <a:gd name="connsiteX12" fmla="*/ 37221 w 833205"/>
                      <a:gd name="connsiteY12" fmla="*/ 458152 h 600075"/>
                      <a:gd name="connsiteX13" fmla="*/ 2931 w 833205"/>
                      <a:gd name="connsiteY13" fmla="*/ 543877 h 600075"/>
                      <a:gd name="connsiteX14" fmla="*/ 76273 w 833205"/>
                      <a:gd name="connsiteY14" fmla="*/ 600075 h 600075"/>
                      <a:gd name="connsiteX15" fmla="*/ 757311 w 833205"/>
                      <a:gd name="connsiteY15" fmla="*/ 600075 h 600075"/>
                      <a:gd name="connsiteX16" fmla="*/ 830653 w 833205"/>
                      <a:gd name="connsiteY16" fmla="*/ 543877 h 600075"/>
                      <a:gd name="connsiteX17" fmla="*/ 795411 w 833205"/>
                      <a:gd name="connsiteY17" fmla="*/ 458152 h 600075"/>
                      <a:gd name="connsiteX18" fmla="*/ 775408 w 833205"/>
                      <a:gd name="connsiteY18" fmla="*/ 528637 h 600075"/>
                      <a:gd name="connsiteX19" fmla="*/ 757311 w 833205"/>
                      <a:gd name="connsiteY19" fmla="*/ 542925 h 600075"/>
                      <a:gd name="connsiteX20" fmla="*/ 75321 w 833205"/>
                      <a:gd name="connsiteY20" fmla="*/ 542925 h 600075"/>
                      <a:gd name="connsiteX21" fmla="*/ 57223 w 833205"/>
                      <a:gd name="connsiteY21" fmla="*/ 528637 h 600075"/>
                      <a:gd name="connsiteX22" fmla="*/ 65796 w 833205"/>
                      <a:gd name="connsiteY22" fmla="*/ 507682 h 600075"/>
                      <a:gd name="connsiteX23" fmla="*/ 416316 w 833205"/>
                      <a:gd name="connsiteY23" fmla="*/ 300037 h 600075"/>
                      <a:gd name="connsiteX24" fmla="*/ 766836 w 833205"/>
                      <a:gd name="connsiteY24" fmla="*/ 507682 h 600075"/>
                      <a:gd name="connsiteX25" fmla="*/ 775408 w 833205"/>
                      <a:gd name="connsiteY25" fmla="*/ 528637 h 600075"/>
                      <a:gd name="connsiteX0" fmla="*/ 799378 w 837172"/>
                      <a:gd name="connsiteY0" fmla="*/ 458152 h 600075"/>
                      <a:gd name="connsiteX1" fmla="*/ 448858 w 837172"/>
                      <a:gd name="connsiteY1" fmla="*/ 250507 h 600075"/>
                      <a:gd name="connsiteX2" fmla="*/ 448858 w 837172"/>
                      <a:gd name="connsiteY2" fmla="*/ 200025 h 600075"/>
                      <a:gd name="connsiteX3" fmla="*/ 431713 w 837172"/>
                      <a:gd name="connsiteY3" fmla="*/ 173355 h 600075"/>
                      <a:gd name="connsiteX4" fmla="*/ 372658 w 837172"/>
                      <a:gd name="connsiteY4" fmla="*/ 104775 h 600075"/>
                      <a:gd name="connsiteX5" fmla="*/ 420283 w 837172"/>
                      <a:gd name="connsiteY5" fmla="*/ 57150 h 600075"/>
                      <a:gd name="connsiteX6" fmla="*/ 477433 w 837172"/>
                      <a:gd name="connsiteY6" fmla="*/ 104775 h 600075"/>
                      <a:gd name="connsiteX7" fmla="*/ 506008 w 837172"/>
                      <a:gd name="connsiteY7" fmla="*/ 133350 h 600075"/>
                      <a:gd name="connsiteX8" fmla="*/ 534583 w 837172"/>
                      <a:gd name="connsiteY8" fmla="*/ 104775 h 600075"/>
                      <a:gd name="connsiteX9" fmla="*/ 420283 w 837172"/>
                      <a:gd name="connsiteY9" fmla="*/ 0 h 600075"/>
                      <a:gd name="connsiteX10" fmla="*/ 315508 w 837172"/>
                      <a:gd name="connsiteY10" fmla="*/ 104775 h 600075"/>
                      <a:gd name="connsiteX11" fmla="*/ 41188 w 837172"/>
                      <a:gd name="connsiteY11" fmla="*/ 458152 h 600075"/>
                      <a:gd name="connsiteX12" fmla="*/ 6898 w 837172"/>
                      <a:gd name="connsiteY12" fmla="*/ 543877 h 600075"/>
                      <a:gd name="connsiteX13" fmla="*/ 80240 w 837172"/>
                      <a:gd name="connsiteY13" fmla="*/ 600075 h 600075"/>
                      <a:gd name="connsiteX14" fmla="*/ 761278 w 837172"/>
                      <a:gd name="connsiteY14" fmla="*/ 600075 h 600075"/>
                      <a:gd name="connsiteX15" fmla="*/ 834620 w 837172"/>
                      <a:gd name="connsiteY15" fmla="*/ 543877 h 600075"/>
                      <a:gd name="connsiteX16" fmla="*/ 799378 w 837172"/>
                      <a:gd name="connsiteY16" fmla="*/ 458152 h 600075"/>
                      <a:gd name="connsiteX17" fmla="*/ 779375 w 837172"/>
                      <a:gd name="connsiteY17" fmla="*/ 528637 h 600075"/>
                      <a:gd name="connsiteX18" fmla="*/ 761278 w 837172"/>
                      <a:gd name="connsiteY18" fmla="*/ 542925 h 600075"/>
                      <a:gd name="connsiteX19" fmla="*/ 79288 w 837172"/>
                      <a:gd name="connsiteY19" fmla="*/ 542925 h 600075"/>
                      <a:gd name="connsiteX20" fmla="*/ 61190 w 837172"/>
                      <a:gd name="connsiteY20" fmla="*/ 528637 h 600075"/>
                      <a:gd name="connsiteX21" fmla="*/ 69763 w 837172"/>
                      <a:gd name="connsiteY21" fmla="*/ 507682 h 600075"/>
                      <a:gd name="connsiteX22" fmla="*/ 420283 w 837172"/>
                      <a:gd name="connsiteY22" fmla="*/ 300037 h 600075"/>
                      <a:gd name="connsiteX23" fmla="*/ 770803 w 837172"/>
                      <a:gd name="connsiteY23" fmla="*/ 507682 h 600075"/>
                      <a:gd name="connsiteX24" fmla="*/ 779375 w 837172"/>
                      <a:gd name="connsiteY24" fmla="*/ 528637 h 600075"/>
                      <a:gd name="connsiteX0" fmla="*/ 799378 w 837172"/>
                      <a:gd name="connsiteY0" fmla="*/ 458152 h 600075"/>
                      <a:gd name="connsiteX1" fmla="*/ 448858 w 837172"/>
                      <a:gd name="connsiteY1" fmla="*/ 250507 h 600075"/>
                      <a:gd name="connsiteX2" fmla="*/ 448858 w 837172"/>
                      <a:gd name="connsiteY2" fmla="*/ 200025 h 600075"/>
                      <a:gd name="connsiteX3" fmla="*/ 372658 w 837172"/>
                      <a:gd name="connsiteY3" fmla="*/ 104775 h 600075"/>
                      <a:gd name="connsiteX4" fmla="*/ 420283 w 837172"/>
                      <a:gd name="connsiteY4" fmla="*/ 57150 h 600075"/>
                      <a:gd name="connsiteX5" fmla="*/ 477433 w 837172"/>
                      <a:gd name="connsiteY5" fmla="*/ 104775 h 600075"/>
                      <a:gd name="connsiteX6" fmla="*/ 506008 w 837172"/>
                      <a:gd name="connsiteY6" fmla="*/ 133350 h 600075"/>
                      <a:gd name="connsiteX7" fmla="*/ 534583 w 837172"/>
                      <a:gd name="connsiteY7" fmla="*/ 104775 h 600075"/>
                      <a:gd name="connsiteX8" fmla="*/ 420283 w 837172"/>
                      <a:gd name="connsiteY8" fmla="*/ 0 h 600075"/>
                      <a:gd name="connsiteX9" fmla="*/ 315508 w 837172"/>
                      <a:gd name="connsiteY9" fmla="*/ 104775 h 600075"/>
                      <a:gd name="connsiteX10" fmla="*/ 41188 w 837172"/>
                      <a:gd name="connsiteY10" fmla="*/ 458152 h 600075"/>
                      <a:gd name="connsiteX11" fmla="*/ 6898 w 837172"/>
                      <a:gd name="connsiteY11" fmla="*/ 543877 h 600075"/>
                      <a:gd name="connsiteX12" fmla="*/ 80240 w 837172"/>
                      <a:gd name="connsiteY12" fmla="*/ 600075 h 600075"/>
                      <a:gd name="connsiteX13" fmla="*/ 761278 w 837172"/>
                      <a:gd name="connsiteY13" fmla="*/ 600075 h 600075"/>
                      <a:gd name="connsiteX14" fmla="*/ 834620 w 837172"/>
                      <a:gd name="connsiteY14" fmla="*/ 543877 h 600075"/>
                      <a:gd name="connsiteX15" fmla="*/ 799378 w 837172"/>
                      <a:gd name="connsiteY15" fmla="*/ 458152 h 600075"/>
                      <a:gd name="connsiteX16" fmla="*/ 779375 w 837172"/>
                      <a:gd name="connsiteY16" fmla="*/ 528637 h 600075"/>
                      <a:gd name="connsiteX17" fmla="*/ 761278 w 837172"/>
                      <a:gd name="connsiteY17" fmla="*/ 542925 h 600075"/>
                      <a:gd name="connsiteX18" fmla="*/ 79288 w 837172"/>
                      <a:gd name="connsiteY18" fmla="*/ 542925 h 600075"/>
                      <a:gd name="connsiteX19" fmla="*/ 61190 w 837172"/>
                      <a:gd name="connsiteY19" fmla="*/ 528637 h 600075"/>
                      <a:gd name="connsiteX20" fmla="*/ 69763 w 837172"/>
                      <a:gd name="connsiteY20" fmla="*/ 507682 h 600075"/>
                      <a:gd name="connsiteX21" fmla="*/ 420283 w 837172"/>
                      <a:gd name="connsiteY21" fmla="*/ 300037 h 600075"/>
                      <a:gd name="connsiteX22" fmla="*/ 770803 w 837172"/>
                      <a:gd name="connsiteY22" fmla="*/ 507682 h 600075"/>
                      <a:gd name="connsiteX23" fmla="*/ 779375 w 837172"/>
                      <a:gd name="connsiteY23" fmla="*/ 528637 h 600075"/>
                      <a:gd name="connsiteX0" fmla="*/ 799378 w 837172"/>
                      <a:gd name="connsiteY0" fmla="*/ 458152 h 600075"/>
                      <a:gd name="connsiteX1" fmla="*/ 448858 w 837172"/>
                      <a:gd name="connsiteY1" fmla="*/ 250507 h 600075"/>
                      <a:gd name="connsiteX2" fmla="*/ 372658 w 837172"/>
                      <a:gd name="connsiteY2" fmla="*/ 104775 h 600075"/>
                      <a:gd name="connsiteX3" fmla="*/ 420283 w 837172"/>
                      <a:gd name="connsiteY3" fmla="*/ 57150 h 600075"/>
                      <a:gd name="connsiteX4" fmla="*/ 477433 w 837172"/>
                      <a:gd name="connsiteY4" fmla="*/ 104775 h 600075"/>
                      <a:gd name="connsiteX5" fmla="*/ 506008 w 837172"/>
                      <a:gd name="connsiteY5" fmla="*/ 133350 h 600075"/>
                      <a:gd name="connsiteX6" fmla="*/ 534583 w 837172"/>
                      <a:gd name="connsiteY6" fmla="*/ 104775 h 600075"/>
                      <a:gd name="connsiteX7" fmla="*/ 420283 w 837172"/>
                      <a:gd name="connsiteY7" fmla="*/ 0 h 600075"/>
                      <a:gd name="connsiteX8" fmla="*/ 315508 w 837172"/>
                      <a:gd name="connsiteY8" fmla="*/ 104775 h 600075"/>
                      <a:gd name="connsiteX9" fmla="*/ 41188 w 837172"/>
                      <a:gd name="connsiteY9" fmla="*/ 458152 h 600075"/>
                      <a:gd name="connsiteX10" fmla="*/ 6898 w 837172"/>
                      <a:gd name="connsiteY10" fmla="*/ 543877 h 600075"/>
                      <a:gd name="connsiteX11" fmla="*/ 80240 w 837172"/>
                      <a:gd name="connsiteY11" fmla="*/ 600075 h 600075"/>
                      <a:gd name="connsiteX12" fmla="*/ 761278 w 837172"/>
                      <a:gd name="connsiteY12" fmla="*/ 600075 h 600075"/>
                      <a:gd name="connsiteX13" fmla="*/ 834620 w 837172"/>
                      <a:gd name="connsiteY13" fmla="*/ 543877 h 600075"/>
                      <a:gd name="connsiteX14" fmla="*/ 799378 w 837172"/>
                      <a:gd name="connsiteY14" fmla="*/ 458152 h 600075"/>
                      <a:gd name="connsiteX15" fmla="*/ 779375 w 837172"/>
                      <a:gd name="connsiteY15" fmla="*/ 528637 h 600075"/>
                      <a:gd name="connsiteX16" fmla="*/ 761278 w 837172"/>
                      <a:gd name="connsiteY16" fmla="*/ 542925 h 600075"/>
                      <a:gd name="connsiteX17" fmla="*/ 79288 w 837172"/>
                      <a:gd name="connsiteY17" fmla="*/ 542925 h 600075"/>
                      <a:gd name="connsiteX18" fmla="*/ 61190 w 837172"/>
                      <a:gd name="connsiteY18" fmla="*/ 528637 h 600075"/>
                      <a:gd name="connsiteX19" fmla="*/ 69763 w 837172"/>
                      <a:gd name="connsiteY19" fmla="*/ 507682 h 600075"/>
                      <a:gd name="connsiteX20" fmla="*/ 420283 w 837172"/>
                      <a:gd name="connsiteY20" fmla="*/ 300037 h 600075"/>
                      <a:gd name="connsiteX21" fmla="*/ 770803 w 837172"/>
                      <a:gd name="connsiteY21" fmla="*/ 507682 h 600075"/>
                      <a:gd name="connsiteX22" fmla="*/ 779375 w 837172"/>
                      <a:gd name="connsiteY22" fmla="*/ 528637 h 600075"/>
                      <a:gd name="connsiteX0" fmla="*/ 799378 w 837172"/>
                      <a:gd name="connsiteY0" fmla="*/ 458152 h 600075"/>
                      <a:gd name="connsiteX1" fmla="*/ 372658 w 837172"/>
                      <a:gd name="connsiteY1" fmla="*/ 104775 h 600075"/>
                      <a:gd name="connsiteX2" fmla="*/ 420283 w 837172"/>
                      <a:gd name="connsiteY2" fmla="*/ 57150 h 600075"/>
                      <a:gd name="connsiteX3" fmla="*/ 477433 w 837172"/>
                      <a:gd name="connsiteY3" fmla="*/ 104775 h 600075"/>
                      <a:gd name="connsiteX4" fmla="*/ 506008 w 837172"/>
                      <a:gd name="connsiteY4" fmla="*/ 133350 h 600075"/>
                      <a:gd name="connsiteX5" fmla="*/ 534583 w 837172"/>
                      <a:gd name="connsiteY5" fmla="*/ 104775 h 600075"/>
                      <a:gd name="connsiteX6" fmla="*/ 420283 w 837172"/>
                      <a:gd name="connsiteY6" fmla="*/ 0 h 600075"/>
                      <a:gd name="connsiteX7" fmla="*/ 315508 w 837172"/>
                      <a:gd name="connsiteY7" fmla="*/ 104775 h 600075"/>
                      <a:gd name="connsiteX8" fmla="*/ 41188 w 837172"/>
                      <a:gd name="connsiteY8" fmla="*/ 458152 h 600075"/>
                      <a:gd name="connsiteX9" fmla="*/ 6898 w 837172"/>
                      <a:gd name="connsiteY9" fmla="*/ 543877 h 600075"/>
                      <a:gd name="connsiteX10" fmla="*/ 80240 w 837172"/>
                      <a:gd name="connsiteY10" fmla="*/ 600075 h 600075"/>
                      <a:gd name="connsiteX11" fmla="*/ 761278 w 837172"/>
                      <a:gd name="connsiteY11" fmla="*/ 600075 h 600075"/>
                      <a:gd name="connsiteX12" fmla="*/ 834620 w 837172"/>
                      <a:gd name="connsiteY12" fmla="*/ 543877 h 600075"/>
                      <a:gd name="connsiteX13" fmla="*/ 799378 w 837172"/>
                      <a:gd name="connsiteY13" fmla="*/ 458152 h 600075"/>
                      <a:gd name="connsiteX14" fmla="*/ 779375 w 837172"/>
                      <a:gd name="connsiteY14" fmla="*/ 528637 h 600075"/>
                      <a:gd name="connsiteX15" fmla="*/ 761278 w 837172"/>
                      <a:gd name="connsiteY15" fmla="*/ 542925 h 600075"/>
                      <a:gd name="connsiteX16" fmla="*/ 79288 w 837172"/>
                      <a:gd name="connsiteY16" fmla="*/ 542925 h 600075"/>
                      <a:gd name="connsiteX17" fmla="*/ 61190 w 837172"/>
                      <a:gd name="connsiteY17" fmla="*/ 528637 h 600075"/>
                      <a:gd name="connsiteX18" fmla="*/ 69763 w 837172"/>
                      <a:gd name="connsiteY18" fmla="*/ 507682 h 600075"/>
                      <a:gd name="connsiteX19" fmla="*/ 420283 w 837172"/>
                      <a:gd name="connsiteY19" fmla="*/ 300037 h 600075"/>
                      <a:gd name="connsiteX20" fmla="*/ 770803 w 837172"/>
                      <a:gd name="connsiteY20" fmla="*/ 507682 h 600075"/>
                      <a:gd name="connsiteX21" fmla="*/ 779375 w 837172"/>
                      <a:gd name="connsiteY21" fmla="*/ 528637 h 600075"/>
                      <a:gd name="connsiteX0" fmla="*/ 804847 w 842641"/>
                      <a:gd name="connsiteY0" fmla="*/ 475660 h 617583"/>
                      <a:gd name="connsiteX1" fmla="*/ 378127 w 842641"/>
                      <a:gd name="connsiteY1" fmla="*/ 122283 h 617583"/>
                      <a:gd name="connsiteX2" fmla="*/ 425752 w 842641"/>
                      <a:gd name="connsiteY2" fmla="*/ 74658 h 617583"/>
                      <a:gd name="connsiteX3" fmla="*/ 482902 w 842641"/>
                      <a:gd name="connsiteY3" fmla="*/ 122283 h 617583"/>
                      <a:gd name="connsiteX4" fmla="*/ 511477 w 842641"/>
                      <a:gd name="connsiteY4" fmla="*/ 150858 h 617583"/>
                      <a:gd name="connsiteX5" fmla="*/ 540052 w 842641"/>
                      <a:gd name="connsiteY5" fmla="*/ 122283 h 617583"/>
                      <a:gd name="connsiteX6" fmla="*/ 425752 w 842641"/>
                      <a:gd name="connsiteY6" fmla="*/ 17508 h 617583"/>
                      <a:gd name="connsiteX7" fmla="*/ 46657 w 842641"/>
                      <a:gd name="connsiteY7" fmla="*/ 475660 h 617583"/>
                      <a:gd name="connsiteX8" fmla="*/ 12367 w 842641"/>
                      <a:gd name="connsiteY8" fmla="*/ 561385 h 617583"/>
                      <a:gd name="connsiteX9" fmla="*/ 85709 w 842641"/>
                      <a:gd name="connsiteY9" fmla="*/ 617583 h 617583"/>
                      <a:gd name="connsiteX10" fmla="*/ 766747 w 842641"/>
                      <a:gd name="connsiteY10" fmla="*/ 617583 h 617583"/>
                      <a:gd name="connsiteX11" fmla="*/ 840089 w 842641"/>
                      <a:gd name="connsiteY11" fmla="*/ 561385 h 617583"/>
                      <a:gd name="connsiteX12" fmla="*/ 804847 w 842641"/>
                      <a:gd name="connsiteY12" fmla="*/ 475660 h 617583"/>
                      <a:gd name="connsiteX13" fmla="*/ 784844 w 842641"/>
                      <a:gd name="connsiteY13" fmla="*/ 546145 h 617583"/>
                      <a:gd name="connsiteX14" fmla="*/ 766747 w 842641"/>
                      <a:gd name="connsiteY14" fmla="*/ 560433 h 617583"/>
                      <a:gd name="connsiteX15" fmla="*/ 84757 w 842641"/>
                      <a:gd name="connsiteY15" fmla="*/ 560433 h 617583"/>
                      <a:gd name="connsiteX16" fmla="*/ 66659 w 842641"/>
                      <a:gd name="connsiteY16" fmla="*/ 546145 h 617583"/>
                      <a:gd name="connsiteX17" fmla="*/ 75232 w 842641"/>
                      <a:gd name="connsiteY17" fmla="*/ 525190 h 617583"/>
                      <a:gd name="connsiteX18" fmla="*/ 425752 w 842641"/>
                      <a:gd name="connsiteY18" fmla="*/ 317545 h 617583"/>
                      <a:gd name="connsiteX19" fmla="*/ 776272 w 842641"/>
                      <a:gd name="connsiteY19" fmla="*/ 525190 h 617583"/>
                      <a:gd name="connsiteX20" fmla="*/ 784844 w 842641"/>
                      <a:gd name="connsiteY20" fmla="*/ 546145 h 617583"/>
                      <a:gd name="connsiteX0" fmla="*/ 804847 w 842641"/>
                      <a:gd name="connsiteY0" fmla="*/ 475660 h 617583"/>
                      <a:gd name="connsiteX1" fmla="*/ 425752 w 842641"/>
                      <a:gd name="connsiteY1" fmla="*/ 74658 h 617583"/>
                      <a:gd name="connsiteX2" fmla="*/ 482902 w 842641"/>
                      <a:gd name="connsiteY2" fmla="*/ 122283 h 617583"/>
                      <a:gd name="connsiteX3" fmla="*/ 511477 w 842641"/>
                      <a:gd name="connsiteY3" fmla="*/ 150858 h 617583"/>
                      <a:gd name="connsiteX4" fmla="*/ 540052 w 842641"/>
                      <a:gd name="connsiteY4" fmla="*/ 122283 h 617583"/>
                      <a:gd name="connsiteX5" fmla="*/ 425752 w 842641"/>
                      <a:gd name="connsiteY5" fmla="*/ 17508 h 617583"/>
                      <a:gd name="connsiteX6" fmla="*/ 46657 w 842641"/>
                      <a:gd name="connsiteY6" fmla="*/ 475660 h 617583"/>
                      <a:gd name="connsiteX7" fmla="*/ 12367 w 842641"/>
                      <a:gd name="connsiteY7" fmla="*/ 561385 h 617583"/>
                      <a:gd name="connsiteX8" fmla="*/ 85709 w 842641"/>
                      <a:gd name="connsiteY8" fmla="*/ 617583 h 617583"/>
                      <a:gd name="connsiteX9" fmla="*/ 766747 w 842641"/>
                      <a:gd name="connsiteY9" fmla="*/ 617583 h 617583"/>
                      <a:gd name="connsiteX10" fmla="*/ 840089 w 842641"/>
                      <a:gd name="connsiteY10" fmla="*/ 561385 h 617583"/>
                      <a:gd name="connsiteX11" fmla="*/ 804847 w 842641"/>
                      <a:gd name="connsiteY11" fmla="*/ 475660 h 617583"/>
                      <a:gd name="connsiteX12" fmla="*/ 784844 w 842641"/>
                      <a:gd name="connsiteY12" fmla="*/ 546145 h 617583"/>
                      <a:gd name="connsiteX13" fmla="*/ 766747 w 842641"/>
                      <a:gd name="connsiteY13" fmla="*/ 560433 h 617583"/>
                      <a:gd name="connsiteX14" fmla="*/ 84757 w 842641"/>
                      <a:gd name="connsiteY14" fmla="*/ 560433 h 617583"/>
                      <a:gd name="connsiteX15" fmla="*/ 66659 w 842641"/>
                      <a:gd name="connsiteY15" fmla="*/ 546145 h 617583"/>
                      <a:gd name="connsiteX16" fmla="*/ 75232 w 842641"/>
                      <a:gd name="connsiteY16" fmla="*/ 525190 h 617583"/>
                      <a:gd name="connsiteX17" fmla="*/ 425752 w 842641"/>
                      <a:gd name="connsiteY17" fmla="*/ 317545 h 617583"/>
                      <a:gd name="connsiteX18" fmla="*/ 776272 w 842641"/>
                      <a:gd name="connsiteY18" fmla="*/ 525190 h 617583"/>
                      <a:gd name="connsiteX19" fmla="*/ 784844 w 842641"/>
                      <a:gd name="connsiteY19" fmla="*/ 546145 h 617583"/>
                      <a:gd name="connsiteX0" fmla="*/ 811977 w 849771"/>
                      <a:gd name="connsiteY0" fmla="*/ 401002 h 542925"/>
                      <a:gd name="connsiteX1" fmla="*/ 432882 w 849771"/>
                      <a:gd name="connsiteY1" fmla="*/ 0 h 542925"/>
                      <a:gd name="connsiteX2" fmla="*/ 490032 w 849771"/>
                      <a:gd name="connsiteY2" fmla="*/ 47625 h 542925"/>
                      <a:gd name="connsiteX3" fmla="*/ 518607 w 849771"/>
                      <a:gd name="connsiteY3" fmla="*/ 76200 h 542925"/>
                      <a:gd name="connsiteX4" fmla="*/ 547182 w 849771"/>
                      <a:gd name="connsiteY4" fmla="*/ 47625 h 542925"/>
                      <a:gd name="connsiteX5" fmla="*/ 53787 w 849771"/>
                      <a:gd name="connsiteY5" fmla="*/ 401002 h 542925"/>
                      <a:gd name="connsiteX6" fmla="*/ 19497 w 849771"/>
                      <a:gd name="connsiteY6" fmla="*/ 486727 h 542925"/>
                      <a:gd name="connsiteX7" fmla="*/ 92839 w 849771"/>
                      <a:gd name="connsiteY7" fmla="*/ 542925 h 542925"/>
                      <a:gd name="connsiteX8" fmla="*/ 773877 w 849771"/>
                      <a:gd name="connsiteY8" fmla="*/ 542925 h 542925"/>
                      <a:gd name="connsiteX9" fmla="*/ 847219 w 849771"/>
                      <a:gd name="connsiteY9" fmla="*/ 486727 h 542925"/>
                      <a:gd name="connsiteX10" fmla="*/ 811977 w 849771"/>
                      <a:gd name="connsiteY10" fmla="*/ 401002 h 542925"/>
                      <a:gd name="connsiteX11" fmla="*/ 791974 w 849771"/>
                      <a:gd name="connsiteY11" fmla="*/ 471487 h 542925"/>
                      <a:gd name="connsiteX12" fmla="*/ 773877 w 849771"/>
                      <a:gd name="connsiteY12" fmla="*/ 485775 h 542925"/>
                      <a:gd name="connsiteX13" fmla="*/ 91887 w 849771"/>
                      <a:gd name="connsiteY13" fmla="*/ 485775 h 542925"/>
                      <a:gd name="connsiteX14" fmla="*/ 73789 w 849771"/>
                      <a:gd name="connsiteY14" fmla="*/ 471487 h 542925"/>
                      <a:gd name="connsiteX15" fmla="*/ 82362 w 849771"/>
                      <a:gd name="connsiteY15" fmla="*/ 450532 h 542925"/>
                      <a:gd name="connsiteX16" fmla="*/ 432882 w 849771"/>
                      <a:gd name="connsiteY16" fmla="*/ 242887 h 542925"/>
                      <a:gd name="connsiteX17" fmla="*/ 783402 w 849771"/>
                      <a:gd name="connsiteY17" fmla="*/ 450532 h 542925"/>
                      <a:gd name="connsiteX18" fmla="*/ 791974 w 849771"/>
                      <a:gd name="connsiteY18" fmla="*/ 471487 h 542925"/>
                      <a:gd name="connsiteX0" fmla="*/ 811977 w 849771"/>
                      <a:gd name="connsiteY0" fmla="*/ 401002 h 542925"/>
                      <a:gd name="connsiteX1" fmla="*/ 432882 w 849771"/>
                      <a:gd name="connsiteY1" fmla="*/ 0 h 542925"/>
                      <a:gd name="connsiteX2" fmla="*/ 490032 w 849771"/>
                      <a:gd name="connsiteY2" fmla="*/ 47625 h 542925"/>
                      <a:gd name="connsiteX3" fmla="*/ 547182 w 849771"/>
                      <a:gd name="connsiteY3" fmla="*/ 47625 h 542925"/>
                      <a:gd name="connsiteX4" fmla="*/ 53787 w 849771"/>
                      <a:gd name="connsiteY4" fmla="*/ 401002 h 542925"/>
                      <a:gd name="connsiteX5" fmla="*/ 19497 w 849771"/>
                      <a:gd name="connsiteY5" fmla="*/ 486727 h 542925"/>
                      <a:gd name="connsiteX6" fmla="*/ 92839 w 849771"/>
                      <a:gd name="connsiteY6" fmla="*/ 542925 h 542925"/>
                      <a:gd name="connsiteX7" fmla="*/ 773877 w 849771"/>
                      <a:gd name="connsiteY7" fmla="*/ 542925 h 542925"/>
                      <a:gd name="connsiteX8" fmla="*/ 847219 w 849771"/>
                      <a:gd name="connsiteY8" fmla="*/ 486727 h 542925"/>
                      <a:gd name="connsiteX9" fmla="*/ 811977 w 849771"/>
                      <a:gd name="connsiteY9" fmla="*/ 401002 h 542925"/>
                      <a:gd name="connsiteX10" fmla="*/ 791974 w 849771"/>
                      <a:gd name="connsiteY10" fmla="*/ 471487 h 542925"/>
                      <a:gd name="connsiteX11" fmla="*/ 773877 w 849771"/>
                      <a:gd name="connsiteY11" fmla="*/ 485775 h 542925"/>
                      <a:gd name="connsiteX12" fmla="*/ 91887 w 849771"/>
                      <a:gd name="connsiteY12" fmla="*/ 485775 h 542925"/>
                      <a:gd name="connsiteX13" fmla="*/ 73789 w 849771"/>
                      <a:gd name="connsiteY13" fmla="*/ 471487 h 542925"/>
                      <a:gd name="connsiteX14" fmla="*/ 82362 w 849771"/>
                      <a:gd name="connsiteY14" fmla="*/ 450532 h 542925"/>
                      <a:gd name="connsiteX15" fmla="*/ 432882 w 849771"/>
                      <a:gd name="connsiteY15" fmla="*/ 242887 h 542925"/>
                      <a:gd name="connsiteX16" fmla="*/ 783402 w 849771"/>
                      <a:gd name="connsiteY16" fmla="*/ 450532 h 542925"/>
                      <a:gd name="connsiteX17" fmla="*/ 791974 w 849771"/>
                      <a:gd name="connsiteY17" fmla="*/ 471487 h 542925"/>
                      <a:gd name="connsiteX0" fmla="*/ 808316 w 846110"/>
                      <a:gd name="connsiteY0" fmla="*/ 403561 h 545484"/>
                      <a:gd name="connsiteX1" fmla="*/ 429221 w 846110"/>
                      <a:gd name="connsiteY1" fmla="*/ 2559 h 545484"/>
                      <a:gd name="connsiteX2" fmla="*/ 486371 w 846110"/>
                      <a:gd name="connsiteY2" fmla="*/ 50184 h 545484"/>
                      <a:gd name="connsiteX3" fmla="*/ 50126 w 846110"/>
                      <a:gd name="connsiteY3" fmla="*/ 403561 h 545484"/>
                      <a:gd name="connsiteX4" fmla="*/ 15836 w 846110"/>
                      <a:gd name="connsiteY4" fmla="*/ 489286 h 545484"/>
                      <a:gd name="connsiteX5" fmla="*/ 89178 w 846110"/>
                      <a:gd name="connsiteY5" fmla="*/ 545484 h 545484"/>
                      <a:gd name="connsiteX6" fmla="*/ 770216 w 846110"/>
                      <a:gd name="connsiteY6" fmla="*/ 545484 h 545484"/>
                      <a:gd name="connsiteX7" fmla="*/ 843558 w 846110"/>
                      <a:gd name="connsiteY7" fmla="*/ 489286 h 545484"/>
                      <a:gd name="connsiteX8" fmla="*/ 808316 w 846110"/>
                      <a:gd name="connsiteY8" fmla="*/ 403561 h 545484"/>
                      <a:gd name="connsiteX9" fmla="*/ 788313 w 846110"/>
                      <a:gd name="connsiteY9" fmla="*/ 474046 h 545484"/>
                      <a:gd name="connsiteX10" fmla="*/ 770216 w 846110"/>
                      <a:gd name="connsiteY10" fmla="*/ 488334 h 545484"/>
                      <a:gd name="connsiteX11" fmla="*/ 88226 w 846110"/>
                      <a:gd name="connsiteY11" fmla="*/ 488334 h 545484"/>
                      <a:gd name="connsiteX12" fmla="*/ 70128 w 846110"/>
                      <a:gd name="connsiteY12" fmla="*/ 474046 h 545484"/>
                      <a:gd name="connsiteX13" fmla="*/ 78701 w 846110"/>
                      <a:gd name="connsiteY13" fmla="*/ 453091 h 545484"/>
                      <a:gd name="connsiteX14" fmla="*/ 429221 w 846110"/>
                      <a:gd name="connsiteY14" fmla="*/ 245446 h 545484"/>
                      <a:gd name="connsiteX15" fmla="*/ 779741 w 846110"/>
                      <a:gd name="connsiteY15" fmla="*/ 453091 h 545484"/>
                      <a:gd name="connsiteX16" fmla="*/ 788313 w 846110"/>
                      <a:gd name="connsiteY16" fmla="*/ 474046 h 545484"/>
                      <a:gd name="connsiteX0" fmla="*/ 804848 w 842642"/>
                      <a:gd name="connsiteY0" fmla="*/ 401002 h 542925"/>
                      <a:gd name="connsiteX1" fmla="*/ 425753 w 842642"/>
                      <a:gd name="connsiteY1" fmla="*/ 0 h 542925"/>
                      <a:gd name="connsiteX2" fmla="*/ 46658 w 842642"/>
                      <a:gd name="connsiteY2" fmla="*/ 401002 h 542925"/>
                      <a:gd name="connsiteX3" fmla="*/ 12368 w 842642"/>
                      <a:gd name="connsiteY3" fmla="*/ 486727 h 542925"/>
                      <a:gd name="connsiteX4" fmla="*/ 85710 w 842642"/>
                      <a:gd name="connsiteY4" fmla="*/ 542925 h 542925"/>
                      <a:gd name="connsiteX5" fmla="*/ 766748 w 842642"/>
                      <a:gd name="connsiteY5" fmla="*/ 542925 h 542925"/>
                      <a:gd name="connsiteX6" fmla="*/ 840090 w 842642"/>
                      <a:gd name="connsiteY6" fmla="*/ 486727 h 542925"/>
                      <a:gd name="connsiteX7" fmla="*/ 804848 w 842642"/>
                      <a:gd name="connsiteY7" fmla="*/ 401002 h 542925"/>
                      <a:gd name="connsiteX8" fmla="*/ 784845 w 842642"/>
                      <a:gd name="connsiteY8" fmla="*/ 471487 h 542925"/>
                      <a:gd name="connsiteX9" fmla="*/ 766748 w 842642"/>
                      <a:gd name="connsiteY9" fmla="*/ 485775 h 542925"/>
                      <a:gd name="connsiteX10" fmla="*/ 84758 w 842642"/>
                      <a:gd name="connsiteY10" fmla="*/ 485775 h 542925"/>
                      <a:gd name="connsiteX11" fmla="*/ 66660 w 842642"/>
                      <a:gd name="connsiteY11" fmla="*/ 471487 h 542925"/>
                      <a:gd name="connsiteX12" fmla="*/ 75233 w 842642"/>
                      <a:gd name="connsiteY12" fmla="*/ 450532 h 542925"/>
                      <a:gd name="connsiteX13" fmla="*/ 425753 w 842642"/>
                      <a:gd name="connsiteY13" fmla="*/ 242887 h 542925"/>
                      <a:gd name="connsiteX14" fmla="*/ 776273 w 842642"/>
                      <a:gd name="connsiteY14" fmla="*/ 450532 h 542925"/>
                      <a:gd name="connsiteX15" fmla="*/ 784845 w 842642"/>
                      <a:gd name="connsiteY15" fmla="*/ 471487 h 542925"/>
                      <a:gd name="connsiteX0" fmla="*/ 830163 w 867957"/>
                      <a:gd name="connsiteY0" fmla="*/ 158115 h 300038"/>
                      <a:gd name="connsiteX1" fmla="*/ 71973 w 867957"/>
                      <a:gd name="connsiteY1" fmla="*/ 158115 h 300038"/>
                      <a:gd name="connsiteX2" fmla="*/ 37683 w 867957"/>
                      <a:gd name="connsiteY2" fmla="*/ 243840 h 300038"/>
                      <a:gd name="connsiteX3" fmla="*/ 111025 w 867957"/>
                      <a:gd name="connsiteY3" fmla="*/ 300038 h 300038"/>
                      <a:gd name="connsiteX4" fmla="*/ 792063 w 867957"/>
                      <a:gd name="connsiteY4" fmla="*/ 300038 h 300038"/>
                      <a:gd name="connsiteX5" fmla="*/ 865405 w 867957"/>
                      <a:gd name="connsiteY5" fmla="*/ 243840 h 300038"/>
                      <a:gd name="connsiteX6" fmla="*/ 830163 w 867957"/>
                      <a:gd name="connsiteY6" fmla="*/ 158115 h 300038"/>
                      <a:gd name="connsiteX7" fmla="*/ 810160 w 867957"/>
                      <a:gd name="connsiteY7" fmla="*/ 228600 h 300038"/>
                      <a:gd name="connsiteX8" fmla="*/ 792063 w 867957"/>
                      <a:gd name="connsiteY8" fmla="*/ 242888 h 300038"/>
                      <a:gd name="connsiteX9" fmla="*/ 110073 w 867957"/>
                      <a:gd name="connsiteY9" fmla="*/ 242888 h 300038"/>
                      <a:gd name="connsiteX10" fmla="*/ 91975 w 867957"/>
                      <a:gd name="connsiteY10" fmla="*/ 228600 h 300038"/>
                      <a:gd name="connsiteX11" fmla="*/ 100548 w 867957"/>
                      <a:gd name="connsiteY11" fmla="*/ 207645 h 300038"/>
                      <a:gd name="connsiteX12" fmla="*/ 451068 w 867957"/>
                      <a:gd name="connsiteY12" fmla="*/ 0 h 300038"/>
                      <a:gd name="connsiteX13" fmla="*/ 801588 w 867957"/>
                      <a:gd name="connsiteY13" fmla="*/ 207645 h 300038"/>
                      <a:gd name="connsiteX14" fmla="*/ 810160 w 867957"/>
                      <a:gd name="connsiteY14" fmla="*/ 228600 h 300038"/>
                      <a:gd name="connsiteX0" fmla="*/ 830163 w 867957"/>
                      <a:gd name="connsiteY0" fmla="*/ 10716 h 152639"/>
                      <a:gd name="connsiteX1" fmla="*/ 71973 w 867957"/>
                      <a:gd name="connsiteY1" fmla="*/ 10716 h 152639"/>
                      <a:gd name="connsiteX2" fmla="*/ 37683 w 867957"/>
                      <a:gd name="connsiteY2" fmla="*/ 96441 h 152639"/>
                      <a:gd name="connsiteX3" fmla="*/ 111025 w 867957"/>
                      <a:gd name="connsiteY3" fmla="*/ 152639 h 152639"/>
                      <a:gd name="connsiteX4" fmla="*/ 792063 w 867957"/>
                      <a:gd name="connsiteY4" fmla="*/ 152639 h 152639"/>
                      <a:gd name="connsiteX5" fmla="*/ 865405 w 867957"/>
                      <a:gd name="connsiteY5" fmla="*/ 96441 h 152639"/>
                      <a:gd name="connsiteX6" fmla="*/ 830163 w 867957"/>
                      <a:gd name="connsiteY6" fmla="*/ 10716 h 152639"/>
                      <a:gd name="connsiteX7" fmla="*/ 810160 w 867957"/>
                      <a:gd name="connsiteY7" fmla="*/ 81201 h 152639"/>
                      <a:gd name="connsiteX8" fmla="*/ 792063 w 867957"/>
                      <a:gd name="connsiteY8" fmla="*/ 95489 h 152639"/>
                      <a:gd name="connsiteX9" fmla="*/ 110073 w 867957"/>
                      <a:gd name="connsiteY9" fmla="*/ 95489 h 152639"/>
                      <a:gd name="connsiteX10" fmla="*/ 91975 w 867957"/>
                      <a:gd name="connsiteY10" fmla="*/ 81201 h 152639"/>
                      <a:gd name="connsiteX11" fmla="*/ 100548 w 867957"/>
                      <a:gd name="connsiteY11" fmla="*/ 60246 h 152639"/>
                      <a:gd name="connsiteX12" fmla="*/ 801588 w 867957"/>
                      <a:gd name="connsiteY12" fmla="*/ 60246 h 152639"/>
                      <a:gd name="connsiteX13" fmla="*/ 810160 w 867957"/>
                      <a:gd name="connsiteY13" fmla="*/ 81201 h 152639"/>
                      <a:gd name="connsiteX0" fmla="*/ 847051 w 884845"/>
                      <a:gd name="connsiteY0" fmla="*/ 10716 h 152639"/>
                      <a:gd name="connsiteX1" fmla="*/ 88861 w 884845"/>
                      <a:gd name="connsiteY1" fmla="*/ 10716 h 152639"/>
                      <a:gd name="connsiteX2" fmla="*/ 17862 w 884845"/>
                      <a:gd name="connsiteY2" fmla="*/ 99340 h 152639"/>
                      <a:gd name="connsiteX3" fmla="*/ 127913 w 884845"/>
                      <a:gd name="connsiteY3" fmla="*/ 152639 h 152639"/>
                      <a:gd name="connsiteX4" fmla="*/ 808951 w 884845"/>
                      <a:gd name="connsiteY4" fmla="*/ 152639 h 152639"/>
                      <a:gd name="connsiteX5" fmla="*/ 882293 w 884845"/>
                      <a:gd name="connsiteY5" fmla="*/ 96441 h 152639"/>
                      <a:gd name="connsiteX6" fmla="*/ 847051 w 884845"/>
                      <a:gd name="connsiteY6" fmla="*/ 10716 h 152639"/>
                      <a:gd name="connsiteX7" fmla="*/ 827048 w 884845"/>
                      <a:gd name="connsiteY7" fmla="*/ 81201 h 152639"/>
                      <a:gd name="connsiteX8" fmla="*/ 808951 w 884845"/>
                      <a:gd name="connsiteY8" fmla="*/ 95489 h 152639"/>
                      <a:gd name="connsiteX9" fmla="*/ 126961 w 884845"/>
                      <a:gd name="connsiteY9" fmla="*/ 95489 h 152639"/>
                      <a:gd name="connsiteX10" fmla="*/ 108863 w 884845"/>
                      <a:gd name="connsiteY10" fmla="*/ 81201 h 152639"/>
                      <a:gd name="connsiteX11" fmla="*/ 117436 w 884845"/>
                      <a:gd name="connsiteY11" fmla="*/ 60246 h 152639"/>
                      <a:gd name="connsiteX12" fmla="*/ 818476 w 884845"/>
                      <a:gd name="connsiteY12" fmla="*/ 60246 h 152639"/>
                      <a:gd name="connsiteX13" fmla="*/ 827048 w 884845"/>
                      <a:gd name="connsiteY13" fmla="*/ 81201 h 152639"/>
                      <a:gd name="connsiteX0" fmla="*/ 864149 w 901943"/>
                      <a:gd name="connsiteY0" fmla="*/ 10716 h 152639"/>
                      <a:gd name="connsiteX1" fmla="*/ 105959 w 901943"/>
                      <a:gd name="connsiteY1" fmla="*/ 10716 h 152639"/>
                      <a:gd name="connsiteX2" fmla="*/ 8262 w 901943"/>
                      <a:gd name="connsiteY2" fmla="*/ 99340 h 152639"/>
                      <a:gd name="connsiteX3" fmla="*/ 145011 w 901943"/>
                      <a:gd name="connsiteY3" fmla="*/ 152639 h 152639"/>
                      <a:gd name="connsiteX4" fmla="*/ 826049 w 901943"/>
                      <a:gd name="connsiteY4" fmla="*/ 152639 h 152639"/>
                      <a:gd name="connsiteX5" fmla="*/ 899391 w 901943"/>
                      <a:gd name="connsiteY5" fmla="*/ 96441 h 152639"/>
                      <a:gd name="connsiteX6" fmla="*/ 864149 w 901943"/>
                      <a:gd name="connsiteY6" fmla="*/ 10716 h 152639"/>
                      <a:gd name="connsiteX7" fmla="*/ 844146 w 901943"/>
                      <a:gd name="connsiteY7" fmla="*/ 81201 h 152639"/>
                      <a:gd name="connsiteX8" fmla="*/ 826049 w 901943"/>
                      <a:gd name="connsiteY8" fmla="*/ 95489 h 152639"/>
                      <a:gd name="connsiteX9" fmla="*/ 144059 w 901943"/>
                      <a:gd name="connsiteY9" fmla="*/ 95489 h 152639"/>
                      <a:gd name="connsiteX10" fmla="*/ 125961 w 901943"/>
                      <a:gd name="connsiteY10" fmla="*/ 81201 h 152639"/>
                      <a:gd name="connsiteX11" fmla="*/ 134534 w 901943"/>
                      <a:gd name="connsiteY11" fmla="*/ 60246 h 152639"/>
                      <a:gd name="connsiteX12" fmla="*/ 835574 w 901943"/>
                      <a:gd name="connsiteY12" fmla="*/ 60246 h 152639"/>
                      <a:gd name="connsiteX13" fmla="*/ 844146 w 901943"/>
                      <a:gd name="connsiteY13" fmla="*/ 81201 h 152639"/>
                      <a:gd name="connsiteX0" fmla="*/ 864149 w 901943"/>
                      <a:gd name="connsiteY0" fmla="*/ 10716 h 152639"/>
                      <a:gd name="connsiteX1" fmla="*/ 105959 w 901943"/>
                      <a:gd name="connsiteY1" fmla="*/ 10716 h 152639"/>
                      <a:gd name="connsiteX2" fmla="*/ 8262 w 901943"/>
                      <a:gd name="connsiteY2" fmla="*/ 99340 h 152639"/>
                      <a:gd name="connsiteX3" fmla="*/ 145011 w 901943"/>
                      <a:gd name="connsiteY3" fmla="*/ 152639 h 152639"/>
                      <a:gd name="connsiteX4" fmla="*/ 826049 w 901943"/>
                      <a:gd name="connsiteY4" fmla="*/ 152639 h 152639"/>
                      <a:gd name="connsiteX5" fmla="*/ 899391 w 901943"/>
                      <a:gd name="connsiteY5" fmla="*/ 96441 h 152639"/>
                      <a:gd name="connsiteX6" fmla="*/ 864149 w 901943"/>
                      <a:gd name="connsiteY6" fmla="*/ 10716 h 152639"/>
                      <a:gd name="connsiteX7" fmla="*/ 844146 w 901943"/>
                      <a:gd name="connsiteY7" fmla="*/ 81201 h 152639"/>
                      <a:gd name="connsiteX8" fmla="*/ 826049 w 901943"/>
                      <a:gd name="connsiteY8" fmla="*/ 95489 h 152639"/>
                      <a:gd name="connsiteX9" fmla="*/ 144059 w 901943"/>
                      <a:gd name="connsiteY9" fmla="*/ 95489 h 152639"/>
                      <a:gd name="connsiteX10" fmla="*/ 125961 w 901943"/>
                      <a:gd name="connsiteY10" fmla="*/ 81201 h 152639"/>
                      <a:gd name="connsiteX11" fmla="*/ 141209 w 901943"/>
                      <a:gd name="connsiteY11" fmla="*/ 42851 h 152639"/>
                      <a:gd name="connsiteX12" fmla="*/ 835574 w 901943"/>
                      <a:gd name="connsiteY12" fmla="*/ 60246 h 152639"/>
                      <a:gd name="connsiteX13" fmla="*/ 844146 w 901943"/>
                      <a:gd name="connsiteY13" fmla="*/ 81201 h 152639"/>
                      <a:gd name="connsiteX0" fmla="*/ 864149 w 901943"/>
                      <a:gd name="connsiteY0" fmla="*/ 10716 h 152639"/>
                      <a:gd name="connsiteX1" fmla="*/ 105959 w 901943"/>
                      <a:gd name="connsiteY1" fmla="*/ 10716 h 152639"/>
                      <a:gd name="connsiteX2" fmla="*/ 8262 w 901943"/>
                      <a:gd name="connsiteY2" fmla="*/ 99340 h 152639"/>
                      <a:gd name="connsiteX3" fmla="*/ 145011 w 901943"/>
                      <a:gd name="connsiteY3" fmla="*/ 152639 h 152639"/>
                      <a:gd name="connsiteX4" fmla="*/ 826049 w 901943"/>
                      <a:gd name="connsiteY4" fmla="*/ 152639 h 152639"/>
                      <a:gd name="connsiteX5" fmla="*/ 899391 w 901943"/>
                      <a:gd name="connsiteY5" fmla="*/ 96441 h 152639"/>
                      <a:gd name="connsiteX6" fmla="*/ 864149 w 901943"/>
                      <a:gd name="connsiteY6" fmla="*/ 10716 h 152639"/>
                      <a:gd name="connsiteX7" fmla="*/ 844146 w 901943"/>
                      <a:gd name="connsiteY7" fmla="*/ 81201 h 152639"/>
                      <a:gd name="connsiteX8" fmla="*/ 826049 w 901943"/>
                      <a:gd name="connsiteY8" fmla="*/ 95489 h 152639"/>
                      <a:gd name="connsiteX9" fmla="*/ 144059 w 901943"/>
                      <a:gd name="connsiteY9" fmla="*/ 95489 h 152639"/>
                      <a:gd name="connsiteX10" fmla="*/ 125961 w 901943"/>
                      <a:gd name="connsiteY10" fmla="*/ 81201 h 152639"/>
                      <a:gd name="connsiteX11" fmla="*/ 141209 w 901943"/>
                      <a:gd name="connsiteY11" fmla="*/ 42851 h 152639"/>
                      <a:gd name="connsiteX12" fmla="*/ 812213 w 901943"/>
                      <a:gd name="connsiteY12" fmla="*/ 45750 h 152639"/>
                      <a:gd name="connsiteX13" fmla="*/ 844146 w 901943"/>
                      <a:gd name="connsiteY13" fmla="*/ 81201 h 152639"/>
                      <a:gd name="connsiteX0" fmla="*/ 864149 w 950239"/>
                      <a:gd name="connsiteY0" fmla="*/ 10716 h 152639"/>
                      <a:gd name="connsiteX1" fmla="*/ 105959 w 950239"/>
                      <a:gd name="connsiteY1" fmla="*/ 10716 h 152639"/>
                      <a:gd name="connsiteX2" fmla="*/ 8262 w 950239"/>
                      <a:gd name="connsiteY2" fmla="*/ 99340 h 152639"/>
                      <a:gd name="connsiteX3" fmla="*/ 145011 w 950239"/>
                      <a:gd name="connsiteY3" fmla="*/ 152639 h 152639"/>
                      <a:gd name="connsiteX4" fmla="*/ 826049 w 950239"/>
                      <a:gd name="connsiteY4" fmla="*/ 152639 h 152639"/>
                      <a:gd name="connsiteX5" fmla="*/ 949450 w 950239"/>
                      <a:gd name="connsiteY5" fmla="*/ 96441 h 152639"/>
                      <a:gd name="connsiteX6" fmla="*/ 864149 w 950239"/>
                      <a:gd name="connsiteY6" fmla="*/ 10716 h 152639"/>
                      <a:gd name="connsiteX7" fmla="*/ 844146 w 950239"/>
                      <a:gd name="connsiteY7" fmla="*/ 81201 h 152639"/>
                      <a:gd name="connsiteX8" fmla="*/ 826049 w 950239"/>
                      <a:gd name="connsiteY8" fmla="*/ 95489 h 152639"/>
                      <a:gd name="connsiteX9" fmla="*/ 144059 w 950239"/>
                      <a:gd name="connsiteY9" fmla="*/ 95489 h 152639"/>
                      <a:gd name="connsiteX10" fmla="*/ 125961 w 950239"/>
                      <a:gd name="connsiteY10" fmla="*/ 81201 h 152639"/>
                      <a:gd name="connsiteX11" fmla="*/ 141209 w 950239"/>
                      <a:gd name="connsiteY11" fmla="*/ 42851 h 152639"/>
                      <a:gd name="connsiteX12" fmla="*/ 812213 w 950239"/>
                      <a:gd name="connsiteY12" fmla="*/ 45750 h 152639"/>
                      <a:gd name="connsiteX13" fmla="*/ 844146 w 950239"/>
                      <a:gd name="connsiteY13" fmla="*/ 81201 h 152639"/>
                      <a:gd name="connsiteX0" fmla="*/ 884173 w 950802"/>
                      <a:gd name="connsiteY0" fmla="*/ 12275 h 151299"/>
                      <a:gd name="connsiteX1" fmla="*/ 105959 w 950802"/>
                      <a:gd name="connsiteY1" fmla="*/ 9376 h 151299"/>
                      <a:gd name="connsiteX2" fmla="*/ 8262 w 950802"/>
                      <a:gd name="connsiteY2" fmla="*/ 98000 h 151299"/>
                      <a:gd name="connsiteX3" fmla="*/ 145011 w 950802"/>
                      <a:gd name="connsiteY3" fmla="*/ 151299 h 151299"/>
                      <a:gd name="connsiteX4" fmla="*/ 826049 w 950802"/>
                      <a:gd name="connsiteY4" fmla="*/ 151299 h 151299"/>
                      <a:gd name="connsiteX5" fmla="*/ 949450 w 950802"/>
                      <a:gd name="connsiteY5" fmla="*/ 95101 h 151299"/>
                      <a:gd name="connsiteX6" fmla="*/ 884173 w 950802"/>
                      <a:gd name="connsiteY6" fmla="*/ 12275 h 151299"/>
                      <a:gd name="connsiteX7" fmla="*/ 844146 w 950802"/>
                      <a:gd name="connsiteY7" fmla="*/ 79861 h 151299"/>
                      <a:gd name="connsiteX8" fmla="*/ 826049 w 950802"/>
                      <a:gd name="connsiteY8" fmla="*/ 94149 h 151299"/>
                      <a:gd name="connsiteX9" fmla="*/ 144059 w 950802"/>
                      <a:gd name="connsiteY9" fmla="*/ 94149 h 151299"/>
                      <a:gd name="connsiteX10" fmla="*/ 125961 w 950802"/>
                      <a:gd name="connsiteY10" fmla="*/ 79861 h 151299"/>
                      <a:gd name="connsiteX11" fmla="*/ 141209 w 950802"/>
                      <a:gd name="connsiteY11" fmla="*/ 41511 h 151299"/>
                      <a:gd name="connsiteX12" fmla="*/ 812213 w 950802"/>
                      <a:gd name="connsiteY12" fmla="*/ 44410 h 151299"/>
                      <a:gd name="connsiteX13" fmla="*/ 844146 w 950802"/>
                      <a:gd name="connsiteY13" fmla="*/ 79861 h 15129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</a:cxnLst>
                    <a:rect l="l" t="t" r="r" b="b"/>
                    <a:pathLst>
                      <a:path w="950802" h="151299">
                        <a:moveTo>
                          <a:pt x="884173" y="12275"/>
                        </a:moveTo>
                        <a:cubicBezTo>
                          <a:pt x="751934" y="-2012"/>
                          <a:pt x="238039" y="-4911"/>
                          <a:pt x="105959" y="9376"/>
                        </a:cubicBezTo>
                        <a:cubicBezTo>
                          <a:pt x="-26121" y="23663"/>
                          <a:pt x="-1263" y="64663"/>
                          <a:pt x="8262" y="98000"/>
                        </a:cubicBezTo>
                        <a:cubicBezTo>
                          <a:pt x="17787" y="131338"/>
                          <a:pt x="110721" y="151299"/>
                          <a:pt x="145011" y="151299"/>
                        </a:cubicBezTo>
                        <a:lnTo>
                          <a:pt x="826049" y="151299"/>
                        </a:lnTo>
                        <a:cubicBezTo>
                          <a:pt x="861291" y="151299"/>
                          <a:pt x="939763" y="118272"/>
                          <a:pt x="949450" y="95101"/>
                        </a:cubicBezTo>
                        <a:cubicBezTo>
                          <a:pt x="959137" y="71930"/>
                          <a:pt x="914653" y="30373"/>
                          <a:pt x="884173" y="12275"/>
                        </a:cubicBezTo>
                        <a:close/>
                        <a:moveTo>
                          <a:pt x="844146" y="79861"/>
                        </a:moveTo>
                        <a:cubicBezTo>
                          <a:pt x="846452" y="88151"/>
                          <a:pt x="838431" y="94149"/>
                          <a:pt x="826049" y="94149"/>
                        </a:cubicBezTo>
                        <a:lnTo>
                          <a:pt x="144059" y="94149"/>
                        </a:lnTo>
                        <a:cubicBezTo>
                          <a:pt x="130724" y="94149"/>
                          <a:pt x="126914" y="84624"/>
                          <a:pt x="125961" y="79861"/>
                        </a:cubicBezTo>
                        <a:cubicBezTo>
                          <a:pt x="125009" y="76051"/>
                          <a:pt x="129779" y="48179"/>
                          <a:pt x="141209" y="41511"/>
                        </a:cubicBezTo>
                        <a:lnTo>
                          <a:pt x="812213" y="44410"/>
                        </a:lnTo>
                        <a:cubicBezTo>
                          <a:pt x="823643" y="51078"/>
                          <a:pt x="841840" y="71571"/>
                          <a:pt x="844146" y="79861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b="1"/>
                  </a:p>
                </p:txBody>
              </p:sp>
              <p:sp>
                <p:nvSpPr>
                  <p:cNvPr id="138" name="Rectangle: Rounded Corners 4">
                    <a:extLst>
                      <a:ext uri="{FF2B5EF4-FFF2-40B4-BE49-F238E27FC236}">
                        <a16:creationId xmlns:a16="http://schemas.microsoft.com/office/drawing/2014/main" id="{0FAE1EC2-6B3B-4171-A098-E9A8784F0A99}"/>
                      </a:ext>
                    </a:extLst>
                  </p:cNvPr>
                  <p:cNvSpPr/>
                  <p:nvPr/>
                </p:nvSpPr>
                <p:spPr>
                  <a:xfrm>
                    <a:off x="4602336" y="1430105"/>
                    <a:ext cx="3397105" cy="298739"/>
                  </a:xfrm>
                  <a:custGeom>
                    <a:avLst/>
                    <a:gdLst>
                      <a:gd name="connsiteX0" fmla="*/ 0 w 3397105"/>
                      <a:gd name="connsiteY0" fmla="*/ 71653 h 169907"/>
                      <a:gd name="connsiteX1" fmla="*/ 71653 w 3397105"/>
                      <a:gd name="connsiteY1" fmla="*/ 0 h 169907"/>
                      <a:gd name="connsiteX2" fmla="*/ 3325452 w 3397105"/>
                      <a:gd name="connsiteY2" fmla="*/ 0 h 169907"/>
                      <a:gd name="connsiteX3" fmla="*/ 3397105 w 3397105"/>
                      <a:gd name="connsiteY3" fmla="*/ 71653 h 169907"/>
                      <a:gd name="connsiteX4" fmla="*/ 3397105 w 3397105"/>
                      <a:gd name="connsiteY4" fmla="*/ 98254 h 169907"/>
                      <a:gd name="connsiteX5" fmla="*/ 3325452 w 3397105"/>
                      <a:gd name="connsiteY5" fmla="*/ 169907 h 169907"/>
                      <a:gd name="connsiteX6" fmla="*/ 71653 w 3397105"/>
                      <a:gd name="connsiteY6" fmla="*/ 169907 h 169907"/>
                      <a:gd name="connsiteX7" fmla="*/ 0 w 3397105"/>
                      <a:gd name="connsiteY7" fmla="*/ 98254 h 169907"/>
                      <a:gd name="connsiteX8" fmla="*/ 0 w 3397105"/>
                      <a:gd name="connsiteY8" fmla="*/ 71653 h 169907"/>
                      <a:gd name="connsiteX0" fmla="*/ 0 w 3397105"/>
                      <a:gd name="connsiteY0" fmla="*/ 200486 h 298740"/>
                      <a:gd name="connsiteX1" fmla="*/ 71653 w 3397105"/>
                      <a:gd name="connsiteY1" fmla="*/ 128833 h 298740"/>
                      <a:gd name="connsiteX2" fmla="*/ 1698790 w 3397105"/>
                      <a:gd name="connsiteY2" fmla="*/ 0 h 298740"/>
                      <a:gd name="connsiteX3" fmla="*/ 3325452 w 3397105"/>
                      <a:gd name="connsiteY3" fmla="*/ 128833 h 298740"/>
                      <a:gd name="connsiteX4" fmla="*/ 3397105 w 3397105"/>
                      <a:gd name="connsiteY4" fmla="*/ 200486 h 298740"/>
                      <a:gd name="connsiteX5" fmla="*/ 3397105 w 3397105"/>
                      <a:gd name="connsiteY5" fmla="*/ 227087 h 298740"/>
                      <a:gd name="connsiteX6" fmla="*/ 3325452 w 3397105"/>
                      <a:gd name="connsiteY6" fmla="*/ 298740 h 298740"/>
                      <a:gd name="connsiteX7" fmla="*/ 71653 w 3397105"/>
                      <a:gd name="connsiteY7" fmla="*/ 298740 h 298740"/>
                      <a:gd name="connsiteX8" fmla="*/ 0 w 3397105"/>
                      <a:gd name="connsiteY8" fmla="*/ 227087 h 298740"/>
                      <a:gd name="connsiteX9" fmla="*/ 0 w 3397105"/>
                      <a:gd name="connsiteY9" fmla="*/ 200486 h 29874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3397105" h="298740">
                        <a:moveTo>
                          <a:pt x="0" y="200486"/>
                        </a:moveTo>
                        <a:cubicBezTo>
                          <a:pt x="0" y="160913"/>
                          <a:pt x="32080" y="128833"/>
                          <a:pt x="71653" y="128833"/>
                        </a:cubicBezTo>
                        <a:cubicBezTo>
                          <a:pt x="612587" y="127781"/>
                          <a:pt x="1157856" y="1052"/>
                          <a:pt x="1698790" y="0"/>
                        </a:cubicBezTo>
                        <a:cubicBezTo>
                          <a:pt x="2242455" y="1052"/>
                          <a:pt x="2781787" y="127781"/>
                          <a:pt x="3325452" y="128833"/>
                        </a:cubicBezTo>
                        <a:cubicBezTo>
                          <a:pt x="3365025" y="128833"/>
                          <a:pt x="3397105" y="160913"/>
                          <a:pt x="3397105" y="200486"/>
                        </a:cubicBezTo>
                        <a:lnTo>
                          <a:pt x="3397105" y="227087"/>
                        </a:lnTo>
                        <a:cubicBezTo>
                          <a:pt x="3397105" y="266660"/>
                          <a:pt x="3365025" y="298740"/>
                          <a:pt x="3325452" y="298740"/>
                        </a:cubicBezTo>
                        <a:lnTo>
                          <a:pt x="71653" y="298740"/>
                        </a:lnTo>
                        <a:cubicBezTo>
                          <a:pt x="32080" y="298740"/>
                          <a:pt x="0" y="266660"/>
                          <a:pt x="0" y="227087"/>
                        </a:cubicBezTo>
                        <a:lnTo>
                          <a:pt x="0" y="200486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b="1" dirty="0"/>
                  </a:p>
                </p:txBody>
              </p:sp>
            </p:grpSp>
            <p:grpSp>
              <p:nvGrpSpPr>
                <p:cNvPr id="127" name="Group 126">
                  <a:extLst>
                    <a:ext uri="{FF2B5EF4-FFF2-40B4-BE49-F238E27FC236}">
                      <a16:creationId xmlns:a16="http://schemas.microsoft.com/office/drawing/2014/main" id="{F569BF0D-4C1B-48E8-91E9-705DD7A27E15}"/>
                    </a:ext>
                  </a:extLst>
                </p:cNvPr>
                <p:cNvGrpSpPr/>
                <p:nvPr/>
              </p:nvGrpSpPr>
              <p:grpSpPr>
                <a:xfrm>
                  <a:off x="10249541" y="1639025"/>
                  <a:ext cx="848869" cy="934475"/>
                  <a:chOff x="6698352" y="917347"/>
                  <a:chExt cx="3688214" cy="4807046"/>
                </a:xfrm>
              </p:grpSpPr>
              <p:sp>
                <p:nvSpPr>
                  <p:cNvPr id="128" name="Rectangle: Top Corners Rounded 3">
                    <a:extLst>
                      <a:ext uri="{FF2B5EF4-FFF2-40B4-BE49-F238E27FC236}">
                        <a16:creationId xmlns:a16="http://schemas.microsoft.com/office/drawing/2014/main" id="{B14C1F4D-C9B4-4521-BE16-30EE0366B5C3}"/>
                      </a:ext>
                    </a:extLst>
                  </p:cNvPr>
                  <p:cNvSpPr/>
                  <p:nvPr/>
                </p:nvSpPr>
                <p:spPr>
                  <a:xfrm flipV="1">
                    <a:off x="6698352" y="917347"/>
                    <a:ext cx="3688214" cy="4807046"/>
                  </a:xfrm>
                  <a:custGeom>
                    <a:avLst/>
                    <a:gdLst>
                      <a:gd name="connsiteX0" fmla="*/ 224971 w 2555322"/>
                      <a:gd name="connsiteY0" fmla="*/ 0 h 4147774"/>
                      <a:gd name="connsiteX1" fmla="*/ 2330351 w 2555322"/>
                      <a:gd name="connsiteY1" fmla="*/ 0 h 4147774"/>
                      <a:gd name="connsiteX2" fmla="*/ 2555322 w 2555322"/>
                      <a:gd name="connsiteY2" fmla="*/ 224971 h 4147774"/>
                      <a:gd name="connsiteX3" fmla="*/ 2555322 w 2555322"/>
                      <a:gd name="connsiteY3" fmla="*/ 4147774 h 4147774"/>
                      <a:gd name="connsiteX4" fmla="*/ 2555322 w 2555322"/>
                      <a:gd name="connsiteY4" fmla="*/ 4147774 h 4147774"/>
                      <a:gd name="connsiteX5" fmla="*/ 0 w 2555322"/>
                      <a:gd name="connsiteY5" fmla="*/ 4147774 h 4147774"/>
                      <a:gd name="connsiteX6" fmla="*/ 0 w 2555322"/>
                      <a:gd name="connsiteY6" fmla="*/ 4147774 h 4147774"/>
                      <a:gd name="connsiteX7" fmla="*/ 0 w 2555322"/>
                      <a:gd name="connsiteY7" fmla="*/ 224971 h 4147774"/>
                      <a:gd name="connsiteX8" fmla="*/ 224971 w 2555322"/>
                      <a:gd name="connsiteY8" fmla="*/ 0 h 4147774"/>
                      <a:gd name="connsiteX0" fmla="*/ 224971 w 3110029"/>
                      <a:gd name="connsiteY0" fmla="*/ 0 h 4147774"/>
                      <a:gd name="connsiteX1" fmla="*/ 2330351 w 3110029"/>
                      <a:gd name="connsiteY1" fmla="*/ 0 h 4147774"/>
                      <a:gd name="connsiteX2" fmla="*/ 2555322 w 3110029"/>
                      <a:gd name="connsiteY2" fmla="*/ 224971 h 4147774"/>
                      <a:gd name="connsiteX3" fmla="*/ 2555322 w 3110029"/>
                      <a:gd name="connsiteY3" fmla="*/ 4147774 h 4147774"/>
                      <a:gd name="connsiteX4" fmla="*/ 3110029 w 3110029"/>
                      <a:gd name="connsiteY4" fmla="*/ 3922424 h 4147774"/>
                      <a:gd name="connsiteX5" fmla="*/ 0 w 3110029"/>
                      <a:gd name="connsiteY5" fmla="*/ 4147774 h 4147774"/>
                      <a:gd name="connsiteX6" fmla="*/ 0 w 3110029"/>
                      <a:gd name="connsiteY6" fmla="*/ 4147774 h 4147774"/>
                      <a:gd name="connsiteX7" fmla="*/ 0 w 3110029"/>
                      <a:gd name="connsiteY7" fmla="*/ 224971 h 4147774"/>
                      <a:gd name="connsiteX8" fmla="*/ 224971 w 3110029"/>
                      <a:gd name="connsiteY8" fmla="*/ 0 h 4147774"/>
                      <a:gd name="connsiteX0" fmla="*/ 224971 w 3110029"/>
                      <a:gd name="connsiteY0" fmla="*/ 0 h 4160775"/>
                      <a:gd name="connsiteX1" fmla="*/ 2330351 w 3110029"/>
                      <a:gd name="connsiteY1" fmla="*/ 0 h 4160775"/>
                      <a:gd name="connsiteX2" fmla="*/ 2555322 w 3110029"/>
                      <a:gd name="connsiteY2" fmla="*/ 224971 h 4160775"/>
                      <a:gd name="connsiteX3" fmla="*/ 2880346 w 3110029"/>
                      <a:gd name="connsiteY3" fmla="*/ 4160775 h 4160775"/>
                      <a:gd name="connsiteX4" fmla="*/ 3110029 w 3110029"/>
                      <a:gd name="connsiteY4" fmla="*/ 3922424 h 4160775"/>
                      <a:gd name="connsiteX5" fmla="*/ 0 w 3110029"/>
                      <a:gd name="connsiteY5" fmla="*/ 4147774 h 4160775"/>
                      <a:gd name="connsiteX6" fmla="*/ 0 w 3110029"/>
                      <a:gd name="connsiteY6" fmla="*/ 4147774 h 4160775"/>
                      <a:gd name="connsiteX7" fmla="*/ 0 w 3110029"/>
                      <a:gd name="connsiteY7" fmla="*/ 224971 h 4160775"/>
                      <a:gd name="connsiteX8" fmla="*/ 224971 w 3110029"/>
                      <a:gd name="connsiteY8" fmla="*/ 0 h 4160775"/>
                      <a:gd name="connsiteX0" fmla="*/ 224971 w 2880346"/>
                      <a:gd name="connsiteY0" fmla="*/ 0 h 4160775"/>
                      <a:gd name="connsiteX1" fmla="*/ 2330351 w 2880346"/>
                      <a:gd name="connsiteY1" fmla="*/ 0 h 4160775"/>
                      <a:gd name="connsiteX2" fmla="*/ 2555322 w 2880346"/>
                      <a:gd name="connsiteY2" fmla="*/ 224971 h 4160775"/>
                      <a:gd name="connsiteX3" fmla="*/ 2880346 w 2880346"/>
                      <a:gd name="connsiteY3" fmla="*/ 4160775 h 4160775"/>
                      <a:gd name="connsiteX4" fmla="*/ 0 w 2880346"/>
                      <a:gd name="connsiteY4" fmla="*/ 4147774 h 4160775"/>
                      <a:gd name="connsiteX5" fmla="*/ 0 w 2880346"/>
                      <a:gd name="connsiteY5" fmla="*/ 4147774 h 4160775"/>
                      <a:gd name="connsiteX6" fmla="*/ 0 w 2880346"/>
                      <a:gd name="connsiteY6" fmla="*/ 224971 h 4160775"/>
                      <a:gd name="connsiteX7" fmla="*/ 224971 w 2880346"/>
                      <a:gd name="connsiteY7" fmla="*/ 0 h 4160775"/>
                      <a:gd name="connsiteX0" fmla="*/ 536994 w 3192369"/>
                      <a:gd name="connsiteY0" fmla="*/ 0 h 4160775"/>
                      <a:gd name="connsiteX1" fmla="*/ 2642374 w 3192369"/>
                      <a:gd name="connsiteY1" fmla="*/ 0 h 4160775"/>
                      <a:gd name="connsiteX2" fmla="*/ 2867345 w 3192369"/>
                      <a:gd name="connsiteY2" fmla="*/ 224971 h 4160775"/>
                      <a:gd name="connsiteX3" fmla="*/ 3192369 w 3192369"/>
                      <a:gd name="connsiteY3" fmla="*/ 4160775 h 4160775"/>
                      <a:gd name="connsiteX4" fmla="*/ 312023 w 3192369"/>
                      <a:gd name="connsiteY4" fmla="*/ 4147774 h 4160775"/>
                      <a:gd name="connsiteX5" fmla="*/ 0 w 3192369"/>
                      <a:gd name="connsiteY5" fmla="*/ 4147774 h 4160775"/>
                      <a:gd name="connsiteX6" fmla="*/ 312023 w 3192369"/>
                      <a:gd name="connsiteY6" fmla="*/ 224971 h 4160775"/>
                      <a:gd name="connsiteX7" fmla="*/ 536994 w 3192369"/>
                      <a:gd name="connsiteY7" fmla="*/ 0 h 41607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3192369" h="4160775">
                        <a:moveTo>
                          <a:pt x="536994" y="0"/>
                        </a:moveTo>
                        <a:lnTo>
                          <a:pt x="2642374" y="0"/>
                        </a:lnTo>
                        <a:cubicBezTo>
                          <a:pt x="2766622" y="0"/>
                          <a:pt x="2867345" y="100723"/>
                          <a:pt x="2867345" y="224971"/>
                        </a:cubicBezTo>
                        <a:lnTo>
                          <a:pt x="3192369" y="4160775"/>
                        </a:lnTo>
                        <a:lnTo>
                          <a:pt x="312023" y="4147774"/>
                        </a:lnTo>
                        <a:lnTo>
                          <a:pt x="0" y="4147774"/>
                        </a:lnTo>
                        <a:lnTo>
                          <a:pt x="312023" y="224971"/>
                        </a:lnTo>
                        <a:cubicBezTo>
                          <a:pt x="312023" y="100723"/>
                          <a:pt x="412746" y="0"/>
                          <a:pt x="536994" y="0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6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b="1"/>
                  </a:p>
                </p:txBody>
              </p:sp>
              <p:sp>
                <p:nvSpPr>
                  <p:cNvPr id="129" name="Rectangle: Rounded Corners 128">
                    <a:extLst>
                      <a:ext uri="{FF2B5EF4-FFF2-40B4-BE49-F238E27FC236}">
                        <a16:creationId xmlns:a16="http://schemas.microsoft.com/office/drawing/2014/main" id="{1B8FAA23-F146-43B1-B3E3-1F46FA216A38}"/>
                      </a:ext>
                    </a:extLst>
                  </p:cNvPr>
                  <p:cNvSpPr/>
                  <p:nvPr/>
                </p:nvSpPr>
                <p:spPr>
                  <a:xfrm>
                    <a:off x="8349236" y="1511949"/>
                    <a:ext cx="329077" cy="3371423"/>
                  </a:xfrm>
                  <a:prstGeom prst="roundRect">
                    <a:avLst>
                      <a:gd name="adj" fmla="val 42443"/>
                    </a:avLst>
                  </a:prstGeom>
                  <a:solidFill>
                    <a:schemeClr val="bg1">
                      <a:lumMod val="9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b="1"/>
                  </a:p>
                </p:txBody>
              </p:sp>
              <p:sp>
                <p:nvSpPr>
                  <p:cNvPr id="130" name="Rectangle: Rounded Corners 129">
                    <a:extLst>
                      <a:ext uri="{FF2B5EF4-FFF2-40B4-BE49-F238E27FC236}">
                        <a16:creationId xmlns:a16="http://schemas.microsoft.com/office/drawing/2014/main" id="{72E7FB75-192B-46FC-9D39-E0811A7C2FBA}"/>
                      </a:ext>
                    </a:extLst>
                  </p:cNvPr>
                  <p:cNvSpPr/>
                  <p:nvPr/>
                </p:nvSpPr>
                <p:spPr>
                  <a:xfrm rot="21443026">
                    <a:off x="7668336" y="1531322"/>
                    <a:ext cx="329077" cy="3371423"/>
                  </a:xfrm>
                  <a:prstGeom prst="roundRect">
                    <a:avLst>
                      <a:gd name="adj" fmla="val 42443"/>
                    </a:avLst>
                  </a:prstGeom>
                  <a:solidFill>
                    <a:schemeClr val="bg1">
                      <a:lumMod val="9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b="1"/>
                  </a:p>
                </p:txBody>
              </p:sp>
              <p:sp>
                <p:nvSpPr>
                  <p:cNvPr id="131" name="Rectangle: Rounded Corners 130">
                    <a:extLst>
                      <a:ext uri="{FF2B5EF4-FFF2-40B4-BE49-F238E27FC236}">
                        <a16:creationId xmlns:a16="http://schemas.microsoft.com/office/drawing/2014/main" id="{938FE3B2-339E-49B4-B164-3C358363FC60}"/>
                      </a:ext>
                    </a:extLst>
                  </p:cNvPr>
                  <p:cNvSpPr/>
                  <p:nvPr/>
                </p:nvSpPr>
                <p:spPr>
                  <a:xfrm rot="21350204">
                    <a:off x="7011287" y="1550699"/>
                    <a:ext cx="329077" cy="3371423"/>
                  </a:xfrm>
                  <a:prstGeom prst="roundRect">
                    <a:avLst>
                      <a:gd name="adj" fmla="val 42443"/>
                    </a:avLst>
                  </a:prstGeom>
                  <a:solidFill>
                    <a:schemeClr val="bg1">
                      <a:lumMod val="9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b="1"/>
                  </a:p>
                </p:txBody>
              </p:sp>
              <p:sp>
                <p:nvSpPr>
                  <p:cNvPr id="132" name="Rectangle: Rounded Corners 131">
                    <a:extLst>
                      <a:ext uri="{FF2B5EF4-FFF2-40B4-BE49-F238E27FC236}">
                        <a16:creationId xmlns:a16="http://schemas.microsoft.com/office/drawing/2014/main" id="{1A489509-D3BE-4193-881B-31656CF7FAEF}"/>
                      </a:ext>
                    </a:extLst>
                  </p:cNvPr>
                  <p:cNvSpPr/>
                  <p:nvPr/>
                </p:nvSpPr>
                <p:spPr>
                  <a:xfrm rot="156974" flipH="1">
                    <a:off x="9072809" y="1524834"/>
                    <a:ext cx="329077" cy="3371423"/>
                  </a:xfrm>
                  <a:prstGeom prst="roundRect">
                    <a:avLst>
                      <a:gd name="adj" fmla="val 42443"/>
                    </a:avLst>
                  </a:prstGeom>
                  <a:solidFill>
                    <a:schemeClr val="bg1">
                      <a:lumMod val="9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US" b="1"/>
                  </a:p>
                </p:txBody>
              </p:sp>
              <p:sp>
                <p:nvSpPr>
                  <p:cNvPr id="136" name="Rectangle: Rounded Corners 135">
                    <a:extLst>
                      <a:ext uri="{FF2B5EF4-FFF2-40B4-BE49-F238E27FC236}">
                        <a16:creationId xmlns:a16="http://schemas.microsoft.com/office/drawing/2014/main" id="{776E7667-4F1C-4E89-B330-AE31F9130325}"/>
                      </a:ext>
                    </a:extLst>
                  </p:cNvPr>
                  <p:cNvSpPr/>
                  <p:nvPr/>
                </p:nvSpPr>
                <p:spPr>
                  <a:xfrm rot="249796" flipH="1">
                    <a:off x="9729866" y="1544211"/>
                    <a:ext cx="329077" cy="3371423"/>
                  </a:xfrm>
                  <a:prstGeom prst="roundRect">
                    <a:avLst>
                      <a:gd name="adj" fmla="val 42443"/>
                    </a:avLst>
                  </a:prstGeom>
                  <a:solidFill>
                    <a:schemeClr val="bg1">
                      <a:lumMod val="9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US" b="1"/>
                  </a:p>
                </p:txBody>
              </p:sp>
            </p:grpSp>
          </p:grpSp>
          <p:sp>
            <p:nvSpPr>
              <p:cNvPr id="115" name="Rectangle 114">
                <a:extLst>
                  <a:ext uri="{FF2B5EF4-FFF2-40B4-BE49-F238E27FC236}">
                    <a16:creationId xmlns:a16="http://schemas.microsoft.com/office/drawing/2014/main" id="{8228E038-0B36-480B-888C-3858A756AE22}"/>
                  </a:ext>
                </a:extLst>
              </p:cNvPr>
              <p:cNvSpPr/>
              <p:nvPr/>
            </p:nvSpPr>
            <p:spPr>
              <a:xfrm>
                <a:off x="11028796" y="3033846"/>
                <a:ext cx="926889" cy="1200329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A6A6A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rIns="0" rtlCol="0" anchor="ctr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Merix Inc. failed compliance test.  Needs review immediately</a:t>
                </a:r>
              </a:p>
            </p:txBody>
          </p:sp>
          <p:sp>
            <p:nvSpPr>
              <p:cNvPr id="116" name="Rectangle 115">
                <a:extLst>
                  <a:ext uri="{FF2B5EF4-FFF2-40B4-BE49-F238E27FC236}">
                    <a16:creationId xmlns:a16="http://schemas.microsoft.com/office/drawing/2014/main" id="{8A0B1AB1-3E6E-49A7-B001-7CCA63980281}"/>
                  </a:ext>
                </a:extLst>
              </p:cNvPr>
              <p:cNvSpPr/>
              <p:nvPr/>
            </p:nvSpPr>
            <p:spPr>
              <a:xfrm>
                <a:off x="10911825" y="4215120"/>
                <a:ext cx="1153867" cy="374670"/>
              </a:xfrm>
              <a:prstGeom prst="rect">
                <a:avLst/>
              </a:prstGeom>
              <a:solidFill>
                <a:srgbClr val="E3B82B"/>
              </a:solidFill>
              <a:ln/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819" tIns="48409" rIns="96819" bIns="4840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defTabSz="484086"/>
                <a:r>
                  <a:rPr lang="en-US" sz="1412" b="1" dirty="0">
                    <a:solidFill>
                      <a:srgbClr val="C42F1A"/>
                    </a:solidFill>
                    <a:latin typeface="Trebuchet MS" panose="020B0603020202020204"/>
                  </a:rPr>
                  <a:t>H </a:t>
                </a:r>
                <a:r>
                  <a:rPr lang="en-US" sz="1098" dirty="0">
                    <a:solidFill>
                      <a:prstClr val="white"/>
                    </a:solidFill>
                    <a:latin typeface="Trebuchet MS" panose="020B0603020202020204"/>
                  </a:rPr>
                  <a:t>idden Errors</a:t>
                </a:r>
              </a:p>
            </p:txBody>
          </p:sp>
        </p:grpSp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54507A5A-5BA1-47AD-8E83-467ED5CB61F5}"/>
              </a:ext>
            </a:extLst>
          </p:cNvPr>
          <p:cNvGrpSpPr/>
          <p:nvPr/>
        </p:nvGrpSpPr>
        <p:grpSpPr>
          <a:xfrm>
            <a:off x="1804739" y="2997228"/>
            <a:ext cx="1325546" cy="1816483"/>
            <a:chOff x="5723452" y="4678061"/>
            <a:chExt cx="1325546" cy="1816483"/>
          </a:xfrm>
        </p:grpSpPr>
        <p:cxnSp>
          <p:nvCxnSpPr>
            <p:cNvPr id="143" name="Straight Arrow Connector 142">
              <a:extLst>
                <a:ext uri="{FF2B5EF4-FFF2-40B4-BE49-F238E27FC236}">
                  <a16:creationId xmlns:a16="http://schemas.microsoft.com/office/drawing/2014/main" id="{E520591D-DE15-4EE3-A69B-C00BEC906E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6000" y="5336036"/>
              <a:ext cx="233213" cy="5765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0" name="Group 159">
              <a:extLst>
                <a:ext uri="{FF2B5EF4-FFF2-40B4-BE49-F238E27FC236}">
                  <a16:creationId xmlns:a16="http://schemas.microsoft.com/office/drawing/2014/main" id="{F256C0EB-31BF-4223-BE8C-30ABBDD3B213}"/>
                </a:ext>
              </a:extLst>
            </p:cNvPr>
            <p:cNvGrpSpPr/>
            <p:nvPr/>
          </p:nvGrpSpPr>
          <p:grpSpPr>
            <a:xfrm>
              <a:off x="5723452" y="4678061"/>
              <a:ext cx="1325546" cy="1816483"/>
              <a:chOff x="10843681" y="2773307"/>
              <a:chExt cx="1325546" cy="1816483"/>
            </a:xfrm>
          </p:grpSpPr>
          <p:grpSp>
            <p:nvGrpSpPr>
              <p:cNvPr id="161" name="Group 160">
                <a:extLst>
                  <a:ext uri="{FF2B5EF4-FFF2-40B4-BE49-F238E27FC236}">
                    <a16:creationId xmlns:a16="http://schemas.microsoft.com/office/drawing/2014/main" id="{D940862A-E1B6-435E-AEC4-25065D49BE51}"/>
                  </a:ext>
                </a:extLst>
              </p:cNvPr>
              <p:cNvGrpSpPr/>
              <p:nvPr/>
            </p:nvGrpSpPr>
            <p:grpSpPr>
              <a:xfrm>
                <a:off x="10843681" y="2773307"/>
                <a:ext cx="1325546" cy="1601376"/>
                <a:chOff x="10222133" y="1482222"/>
                <a:chExt cx="903310" cy="1091278"/>
              </a:xfrm>
            </p:grpSpPr>
            <p:grpSp>
              <p:nvGrpSpPr>
                <p:cNvPr id="164" name="Group 163">
                  <a:extLst>
                    <a:ext uri="{FF2B5EF4-FFF2-40B4-BE49-F238E27FC236}">
                      <a16:creationId xmlns:a16="http://schemas.microsoft.com/office/drawing/2014/main" id="{4D4CC5AE-E809-4863-AFBA-963E1238151F}"/>
                    </a:ext>
                  </a:extLst>
                </p:cNvPr>
                <p:cNvGrpSpPr/>
                <p:nvPr/>
              </p:nvGrpSpPr>
              <p:grpSpPr>
                <a:xfrm>
                  <a:off x="10222133" y="1482222"/>
                  <a:ext cx="903310" cy="147029"/>
                  <a:chOff x="4602336" y="1175906"/>
                  <a:chExt cx="3397105" cy="552938"/>
                </a:xfrm>
                <a:solidFill>
                  <a:schemeClr val="bg1">
                    <a:lumMod val="65000"/>
                  </a:schemeClr>
                </a:solidFill>
              </p:grpSpPr>
              <p:sp>
                <p:nvSpPr>
                  <p:cNvPr id="172" name="Graphic 6" descr="Hanger">
                    <a:extLst>
                      <a:ext uri="{FF2B5EF4-FFF2-40B4-BE49-F238E27FC236}">
                        <a16:creationId xmlns:a16="http://schemas.microsoft.com/office/drawing/2014/main" id="{52030707-0BF5-4210-9F2D-E47BE21677BB}"/>
                      </a:ext>
                    </a:extLst>
                  </p:cNvPr>
                  <p:cNvSpPr/>
                  <p:nvPr/>
                </p:nvSpPr>
                <p:spPr>
                  <a:xfrm>
                    <a:off x="5828561" y="1175906"/>
                    <a:ext cx="950802" cy="522470"/>
                  </a:xfrm>
                  <a:custGeom>
                    <a:avLst/>
                    <a:gdLst>
                      <a:gd name="connsiteX0" fmla="*/ 802554 w 838200"/>
                      <a:gd name="connsiteY0" fmla="*/ 465296 h 609600"/>
                      <a:gd name="connsiteX1" fmla="*/ 452034 w 838200"/>
                      <a:gd name="connsiteY1" fmla="*/ 257651 h 609600"/>
                      <a:gd name="connsiteX2" fmla="*/ 452034 w 838200"/>
                      <a:gd name="connsiteY2" fmla="*/ 207169 h 609600"/>
                      <a:gd name="connsiteX3" fmla="*/ 434889 w 838200"/>
                      <a:gd name="connsiteY3" fmla="*/ 180499 h 609600"/>
                      <a:gd name="connsiteX4" fmla="*/ 375834 w 838200"/>
                      <a:gd name="connsiteY4" fmla="*/ 111919 h 609600"/>
                      <a:gd name="connsiteX5" fmla="*/ 423459 w 838200"/>
                      <a:gd name="connsiteY5" fmla="*/ 64294 h 609600"/>
                      <a:gd name="connsiteX6" fmla="*/ 480609 w 838200"/>
                      <a:gd name="connsiteY6" fmla="*/ 111919 h 609600"/>
                      <a:gd name="connsiteX7" fmla="*/ 509184 w 838200"/>
                      <a:gd name="connsiteY7" fmla="*/ 140494 h 609600"/>
                      <a:gd name="connsiteX8" fmla="*/ 537759 w 838200"/>
                      <a:gd name="connsiteY8" fmla="*/ 111919 h 609600"/>
                      <a:gd name="connsiteX9" fmla="*/ 423459 w 838200"/>
                      <a:gd name="connsiteY9" fmla="*/ 7144 h 609600"/>
                      <a:gd name="connsiteX10" fmla="*/ 318684 w 838200"/>
                      <a:gd name="connsiteY10" fmla="*/ 111919 h 609600"/>
                      <a:gd name="connsiteX11" fmla="*/ 394884 w 838200"/>
                      <a:gd name="connsiteY11" fmla="*/ 225266 h 609600"/>
                      <a:gd name="connsiteX12" fmla="*/ 394884 w 838200"/>
                      <a:gd name="connsiteY12" fmla="*/ 257651 h 609600"/>
                      <a:gd name="connsiteX13" fmla="*/ 44364 w 838200"/>
                      <a:gd name="connsiteY13" fmla="*/ 465296 h 609600"/>
                      <a:gd name="connsiteX14" fmla="*/ 10074 w 838200"/>
                      <a:gd name="connsiteY14" fmla="*/ 551021 h 609600"/>
                      <a:gd name="connsiteX15" fmla="*/ 83416 w 838200"/>
                      <a:gd name="connsiteY15" fmla="*/ 607219 h 609600"/>
                      <a:gd name="connsiteX16" fmla="*/ 764454 w 838200"/>
                      <a:gd name="connsiteY16" fmla="*/ 607219 h 609600"/>
                      <a:gd name="connsiteX17" fmla="*/ 837796 w 838200"/>
                      <a:gd name="connsiteY17" fmla="*/ 551021 h 609600"/>
                      <a:gd name="connsiteX18" fmla="*/ 802554 w 838200"/>
                      <a:gd name="connsiteY18" fmla="*/ 465296 h 609600"/>
                      <a:gd name="connsiteX19" fmla="*/ 782551 w 838200"/>
                      <a:gd name="connsiteY19" fmla="*/ 535781 h 609600"/>
                      <a:gd name="connsiteX20" fmla="*/ 764454 w 838200"/>
                      <a:gd name="connsiteY20" fmla="*/ 550069 h 609600"/>
                      <a:gd name="connsiteX21" fmla="*/ 82464 w 838200"/>
                      <a:gd name="connsiteY21" fmla="*/ 550069 h 609600"/>
                      <a:gd name="connsiteX22" fmla="*/ 64366 w 838200"/>
                      <a:gd name="connsiteY22" fmla="*/ 535781 h 609600"/>
                      <a:gd name="connsiteX23" fmla="*/ 72939 w 838200"/>
                      <a:gd name="connsiteY23" fmla="*/ 514826 h 609600"/>
                      <a:gd name="connsiteX24" fmla="*/ 423459 w 838200"/>
                      <a:gd name="connsiteY24" fmla="*/ 307181 h 609600"/>
                      <a:gd name="connsiteX25" fmla="*/ 773979 w 838200"/>
                      <a:gd name="connsiteY25" fmla="*/ 514826 h 609600"/>
                      <a:gd name="connsiteX26" fmla="*/ 782551 w 838200"/>
                      <a:gd name="connsiteY26" fmla="*/ 535781 h 609600"/>
                      <a:gd name="connsiteX0" fmla="*/ 795411 w 833205"/>
                      <a:gd name="connsiteY0" fmla="*/ 458152 h 600075"/>
                      <a:gd name="connsiteX1" fmla="*/ 444891 w 833205"/>
                      <a:gd name="connsiteY1" fmla="*/ 250507 h 600075"/>
                      <a:gd name="connsiteX2" fmla="*/ 444891 w 833205"/>
                      <a:gd name="connsiteY2" fmla="*/ 200025 h 600075"/>
                      <a:gd name="connsiteX3" fmla="*/ 427746 w 833205"/>
                      <a:gd name="connsiteY3" fmla="*/ 173355 h 600075"/>
                      <a:gd name="connsiteX4" fmla="*/ 368691 w 833205"/>
                      <a:gd name="connsiteY4" fmla="*/ 104775 h 600075"/>
                      <a:gd name="connsiteX5" fmla="*/ 416316 w 833205"/>
                      <a:gd name="connsiteY5" fmla="*/ 57150 h 600075"/>
                      <a:gd name="connsiteX6" fmla="*/ 473466 w 833205"/>
                      <a:gd name="connsiteY6" fmla="*/ 104775 h 600075"/>
                      <a:gd name="connsiteX7" fmla="*/ 502041 w 833205"/>
                      <a:gd name="connsiteY7" fmla="*/ 133350 h 600075"/>
                      <a:gd name="connsiteX8" fmla="*/ 530616 w 833205"/>
                      <a:gd name="connsiteY8" fmla="*/ 104775 h 600075"/>
                      <a:gd name="connsiteX9" fmla="*/ 416316 w 833205"/>
                      <a:gd name="connsiteY9" fmla="*/ 0 h 600075"/>
                      <a:gd name="connsiteX10" fmla="*/ 311541 w 833205"/>
                      <a:gd name="connsiteY10" fmla="*/ 104775 h 600075"/>
                      <a:gd name="connsiteX11" fmla="*/ 387741 w 833205"/>
                      <a:gd name="connsiteY11" fmla="*/ 218122 h 600075"/>
                      <a:gd name="connsiteX12" fmla="*/ 37221 w 833205"/>
                      <a:gd name="connsiteY12" fmla="*/ 458152 h 600075"/>
                      <a:gd name="connsiteX13" fmla="*/ 2931 w 833205"/>
                      <a:gd name="connsiteY13" fmla="*/ 543877 h 600075"/>
                      <a:gd name="connsiteX14" fmla="*/ 76273 w 833205"/>
                      <a:gd name="connsiteY14" fmla="*/ 600075 h 600075"/>
                      <a:gd name="connsiteX15" fmla="*/ 757311 w 833205"/>
                      <a:gd name="connsiteY15" fmla="*/ 600075 h 600075"/>
                      <a:gd name="connsiteX16" fmla="*/ 830653 w 833205"/>
                      <a:gd name="connsiteY16" fmla="*/ 543877 h 600075"/>
                      <a:gd name="connsiteX17" fmla="*/ 795411 w 833205"/>
                      <a:gd name="connsiteY17" fmla="*/ 458152 h 600075"/>
                      <a:gd name="connsiteX18" fmla="*/ 775408 w 833205"/>
                      <a:gd name="connsiteY18" fmla="*/ 528637 h 600075"/>
                      <a:gd name="connsiteX19" fmla="*/ 757311 w 833205"/>
                      <a:gd name="connsiteY19" fmla="*/ 542925 h 600075"/>
                      <a:gd name="connsiteX20" fmla="*/ 75321 w 833205"/>
                      <a:gd name="connsiteY20" fmla="*/ 542925 h 600075"/>
                      <a:gd name="connsiteX21" fmla="*/ 57223 w 833205"/>
                      <a:gd name="connsiteY21" fmla="*/ 528637 h 600075"/>
                      <a:gd name="connsiteX22" fmla="*/ 65796 w 833205"/>
                      <a:gd name="connsiteY22" fmla="*/ 507682 h 600075"/>
                      <a:gd name="connsiteX23" fmla="*/ 416316 w 833205"/>
                      <a:gd name="connsiteY23" fmla="*/ 300037 h 600075"/>
                      <a:gd name="connsiteX24" fmla="*/ 766836 w 833205"/>
                      <a:gd name="connsiteY24" fmla="*/ 507682 h 600075"/>
                      <a:gd name="connsiteX25" fmla="*/ 775408 w 833205"/>
                      <a:gd name="connsiteY25" fmla="*/ 528637 h 600075"/>
                      <a:gd name="connsiteX0" fmla="*/ 799378 w 837172"/>
                      <a:gd name="connsiteY0" fmla="*/ 458152 h 600075"/>
                      <a:gd name="connsiteX1" fmla="*/ 448858 w 837172"/>
                      <a:gd name="connsiteY1" fmla="*/ 250507 h 600075"/>
                      <a:gd name="connsiteX2" fmla="*/ 448858 w 837172"/>
                      <a:gd name="connsiteY2" fmla="*/ 200025 h 600075"/>
                      <a:gd name="connsiteX3" fmla="*/ 431713 w 837172"/>
                      <a:gd name="connsiteY3" fmla="*/ 173355 h 600075"/>
                      <a:gd name="connsiteX4" fmla="*/ 372658 w 837172"/>
                      <a:gd name="connsiteY4" fmla="*/ 104775 h 600075"/>
                      <a:gd name="connsiteX5" fmla="*/ 420283 w 837172"/>
                      <a:gd name="connsiteY5" fmla="*/ 57150 h 600075"/>
                      <a:gd name="connsiteX6" fmla="*/ 477433 w 837172"/>
                      <a:gd name="connsiteY6" fmla="*/ 104775 h 600075"/>
                      <a:gd name="connsiteX7" fmla="*/ 506008 w 837172"/>
                      <a:gd name="connsiteY7" fmla="*/ 133350 h 600075"/>
                      <a:gd name="connsiteX8" fmla="*/ 534583 w 837172"/>
                      <a:gd name="connsiteY8" fmla="*/ 104775 h 600075"/>
                      <a:gd name="connsiteX9" fmla="*/ 420283 w 837172"/>
                      <a:gd name="connsiteY9" fmla="*/ 0 h 600075"/>
                      <a:gd name="connsiteX10" fmla="*/ 315508 w 837172"/>
                      <a:gd name="connsiteY10" fmla="*/ 104775 h 600075"/>
                      <a:gd name="connsiteX11" fmla="*/ 41188 w 837172"/>
                      <a:gd name="connsiteY11" fmla="*/ 458152 h 600075"/>
                      <a:gd name="connsiteX12" fmla="*/ 6898 w 837172"/>
                      <a:gd name="connsiteY12" fmla="*/ 543877 h 600075"/>
                      <a:gd name="connsiteX13" fmla="*/ 80240 w 837172"/>
                      <a:gd name="connsiteY13" fmla="*/ 600075 h 600075"/>
                      <a:gd name="connsiteX14" fmla="*/ 761278 w 837172"/>
                      <a:gd name="connsiteY14" fmla="*/ 600075 h 600075"/>
                      <a:gd name="connsiteX15" fmla="*/ 834620 w 837172"/>
                      <a:gd name="connsiteY15" fmla="*/ 543877 h 600075"/>
                      <a:gd name="connsiteX16" fmla="*/ 799378 w 837172"/>
                      <a:gd name="connsiteY16" fmla="*/ 458152 h 600075"/>
                      <a:gd name="connsiteX17" fmla="*/ 779375 w 837172"/>
                      <a:gd name="connsiteY17" fmla="*/ 528637 h 600075"/>
                      <a:gd name="connsiteX18" fmla="*/ 761278 w 837172"/>
                      <a:gd name="connsiteY18" fmla="*/ 542925 h 600075"/>
                      <a:gd name="connsiteX19" fmla="*/ 79288 w 837172"/>
                      <a:gd name="connsiteY19" fmla="*/ 542925 h 600075"/>
                      <a:gd name="connsiteX20" fmla="*/ 61190 w 837172"/>
                      <a:gd name="connsiteY20" fmla="*/ 528637 h 600075"/>
                      <a:gd name="connsiteX21" fmla="*/ 69763 w 837172"/>
                      <a:gd name="connsiteY21" fmla="*/ 507682 h 600075"/>
                      <a:gd name="connsiteX22" fmla="*/ 420283 w 837172"/>
                      <a:gd name="connsiteY22" fmla="*/ 300037 h 600075"/>
                      <a:gd name="connsiteX23" fmla="*/ 770803 w 837172"/>
                      <a:gd name="connsiteY23" fmla="*/ 507682 h 600075"/>
                      <a:gd name="connsiteX24" fmla="*/ 779375 w 837172"/>
                      <a:gd name="connsiteY24" fmla="*/ 528637 h 600075"/>
                      <a:gd name="connsiteX0" fmla="*/ 799378 w 837172"/>
                      <a:gd name="connsiteY0" fmla="*/ 458152 h 600075"/>
                      <a:gd name="connsiteX1" fmla="*/ 448858 w 837172"/>
                      <a:gd name="connsiteY1" fmla="*/ 250507 h 600075"/>
                      <a:gd name="connsiteX2" fmla="*/ 448858 w 837172"/>
                      <a:gd name="connsiteY2" fmla="*/ 200025 h 600075"/>
                      <a:gd name="connsiteX3" fmla="*/ 372658 w 837172"/>
                      <a:gd name="connsiteY3" fmla="*/ 104775 h 600075"/>
                      <a:gd name="connsiteX4" fmla="*/ 420283 w 837172"/>
                      <a:gd name="connsiteY4" fmla="*/ 57150 h 600075"/>
                      <a:gd name="connsiteX5" fmla="*/ 477433 w 837172"/>
                      <a:gd name="connsiteY5" fmla="*/ 104775 h 600075"/>
                      <a:gd name="connsiteX6" fmla="*/ 506008 w 837172"/>
                      <a:gd name="connsiteY6" fmla="*/ 133350 h 600075"/>
                      <a:gd name="connsiteX7" fmla="*/ 534583 w 837172"/>
                      <a:gd name="connsiteY7" fmla="*/ 104775 h 600075"/>
                      <a:gd name="connsiteX8" fmla="*/ 420283 w 837172"/>
                      <a:gd name="connsiteY8" fmla="*/ 0 h 600075"/>
                      <a:gd name="connsiteX9" fmla="*/ 315508 w 837172"/>
                      <a:gd name="connsiteY9" fmla="*/ 104775 h 600075"/>
                      <a:gd name="connsiteX10" fmla="*/ 41188 w 837172"/>
                      <a:gd name="connsiteY10" fmla="*/ 458152 h 600075"/>
                      <a:gd name="connsiteX11" fmla="*/ 6898 w 837172"/>
                      <a:gd name="connsiteY11" fmla="*/ 543877 h 600075"/>
                      <a:gd name="connsiteX12" fmla="*/ 80240 w 837172"/>
                      <a:gd name="connsiteY12" fmla="*/ 600075 h 600075"/>
                      <a:gd name="connsiteX13" fmla="*/ 761278 w 837172"/>
                      <a:gd name="connsiteY13" fmla="*/ 600075 h 600075"/>
                      <a:gd name="connsiteX14" fmla="*/ 834620 w 837172"/>
                      <a:gd name="connsiteY14" fmla="*/ 543877 h 600075"/>
                      <a:gd name="connsiteX15" fmla="*/ 799378 w 837172"/>
                      <a:gd name="connsiteY15" fmla="*/ 458152 h 600075"/>
                      <a:gd name="connsiteX16" fmla="*/ 779375 w 837172"/>
                      <a:gd name="connsiteY16" fmla="*/ 528637 h 600075"/>
                      <a:gd name="connsiteX17" fmla="*/ 761278 w 837172"/>
                      <a:gd name="connsiteY17" fmla="*/ 542925 h 600075"/>
                      <a:gd name="connsiteX18" fmla="*/ 79288 w 837172"/>
                      <a:gd name="connsiteY18" fmla="*/ 542925 h 600075"/>
                      <a:gd name="connsiteX19" fmla="*/ 61190 w 837172"/>
                      <a:gd name="connsiteY19" fmla="*/ 528637 h 600075"/>
                      <a:gd name="connsiteX20" fmla="*/ 69763 w 837172"/>
                      <a:gd name="connsiteY20" fmla="*/ 507682 h 600075"/>
                      <a:gd name="connsiteX21" fmla="*/ 420283 w 837172"/>
                      <a:gd name="connsiteY21" fmla="*/ 300037 h 600075"/>
                      <a:gd name="connsiteX22" fmla="*/ 770803 w 837172"/>
                      <a:gd name="connsiteY22" fmla="*/ 507682 h 600075"/>
                      <a:gd name="connsiteX23" fmla="*/ 779375 w 837172"/>
                      <a:gd name="connsiteY23" fmla="*/ 528637 h 600075"/>
                      <a:gd name="connsiteX0" fmla="*/ 799378 w 837172"/>
                      <a:gd name="connsiteY0" fmla="*/ 458152 h 600075"/>
                      <a:gd name="connsiteX1" fmla="*/ 448858 w 837172"/>
                      <a:gd name="connsiteY1" fmla="*/ 250507 h 600075"/>
                      <a:gd name="connsiteX2" fmla="*/ 372658 w 837172"/>
                      <a:gd name="connsiteY2" fmla="*/ 104775 h 600075"/>
                      <a:gd name="connsiteX3" fmla="*/ 420283 w 837172"/>
                      <a:gd name="connsiteY3" fmla="*/ 57150 h 600075"/>
                      <a:gd name="connsiteX4" fmla="*/ 477433 w 837172"/>
                      <a:gd name="connsiteY4" fmla="*/ 104775 h 600075"/>
                      <a:gd name="connsiteX5" fmla="*/ 506008 w 837172"/>
                      <a:gd name="connsiteY5" fmla="*/ 133350 h 600075"/>
                      <a:gd name="connsiteX6" fmla="*/ 534583 w 837172"/>
                      <a:gd name="connsiteY6" fmla="*/ 104775 h 600075"/>
                      <a:gd name="connsiteX7" fmla="*/ 420283 w 837172"/>
                      <a:gd name="connsiteY7" fmla="*/ 0 h 600075"/>
                      <a:gd name="connsiteX8" fmla="*/ 315508 w 837172"/>
                      <a:gd name="connsiteY8" fmla="*/ 104775 h 600075"/>
                      <a:gd name="connsiteX9" fmla="*/ 41188 w 837172"/>
                      <a:gd name="connsiteY9" fmla="*/ 458152 h 600075"/>
                      <a:gd name="connsiteX10" fmla="*/ 6898 w 837172"/>
                      <a:gd name="connsiteY10" fmla="*/ 543877 h 600075"/>
                      <a:gd name="connsiteX11" fmla="*/ 80240 w 837172"/>
                      <a:gd name="connsiteY11" fmla="*/ 600075 h 600075"/>
                      <a:gd name="connsiteX12" fmla="*/ 761278 w 837172"/>
                      <a:gd name="connsiteY12" fmla="*/ 600075 h 600075"/>
                      <a:gd name="connsiteX13" fmla="*/ 834620 w 837172"/>
                      <a:gd name="connsiteY13" fmla="*/ 543877 h 600075"/>
                      <a:gd name="connsiteX14" fmla="*/ 799378 w 837172"/>
                      <a:gd name="connsiteY14" fmla="*/ 458152 h 600075"/>
                      <a:gd name="connsiteX15" fmla="*/ 779375 w 837172"/>
                      <a:gd name="connsiteY15" fmla="*/ 528637 h 600075"/>
                      <a:gd name="connsiteX16" fmla="*/ 761278 w 837172"/>
                      <a:gd name="connsiteY16" fmla="*/ 542925 h 600075"/>
                      <a:gd name="connsiteX17" fmla="*/ 79288 w 837172"/>
                      <a:gd name="connsiteY17" fmla="*/ 542925 h 600075"/>
                      <a:gd name="connsiteX18" fmla="*/ 61190 w 837172"/>
                      <a:gd name="connsiteY18" fmla="*/ 528637 h 600075"/>
                      <a:gd name="connsiteX19" fmla="*/ 69763 w 837172"/>
                      <a:gd name="connsiteY19" fmla="*/ 507682 h 600075"/>
                      <a:gd name="connsiteX20" fmla="*/ 420283 w 837172"/>
                      <a:gd name="connsiteY20" fmla="*/ 300037 h 600075"/>
                      <a:gd name="connsiteX21" fmla="*/ 770803 w 837172"/>
                      <a:gd name="connsiteY21" fmla="*/ 507682 h 600075"/>
                      <a:gd name="connsiteX22" fmla="*/ 779375 w 837172"/>
                      <a:gd name="connsiteY22" fmla="*/ 528637 h 600075"/>
                      <a:gd name="connsiteX0" fmla="*/ 799378 w 837172"/>
                      <a:gd name="connsiteY0" fmla="*/ 458152 h 600075"/>
                      <a:gd name="connsiteX1" fmla="*/ 372658 w 837172"/>
                      <a:gd name="connsiteY1" fmla="*/ 104775 h 600075"/>
                      <a:gd name="connsiteX2" fmla="*/ 420283 w 837172"/>
                      <a:gd name="connsiteY2" fmla="*/ 57150 h 600075"/>
                      <a:gd name="connsiteX3" fmla="*/ 477433 w 837172"/>
                      <a:gd name="connsiteY3" fmla="*/ 104775 h 600075"/>
                      <a:gd name="connsiteX4" fmla="*/ 506008 w 837172"/>
                      <a:gd name="connsiteY4" fmla="*/ 133350 h 600075"/>
                      <a:gd name="connsiteX5" fmla="*/ 534583 w 837172"/>
                      <a:gd name="connsiteY5" fmla="*/ 104775 h 600075"/>
                      <a:gd name="connsiteX6" fmla="*/ 420283 w 837172"/>
                      <a:gd name="connsiteY6" fmla="*/ 0 h 600075"/>
                      <a:gd name="connsiteX7" fmla="*/ 315508 w 837172"/>
                      <a:gd name="connsiteY7" fmla="*/ 104775 h 600075"/>
                      <a:gd name="connsiteX8" fmla="*/ 41188 w 837172"/>
                      <a:gd name="connsiteY8" fmla="*/ 458152 h 600075"/>
                      <a:gd name="connsiteX9" fmla="*/ 6898 w 837172"/>
                      <a:gd name="connsiteY9" fmla="*/ 543877 h 600075"/>
                      <a:gd name="connsiteX10" fmla="*/ 80240 w 837172"/>
                      <a:gd name="connsiteY10" fmla="*/ 600075 h 600075"/>
                      <a:gd name="connsiteX11" fmla="*/ 761278 w 837172"/>
                      <a:gd name="connsiteY11" fmla="*/ 600075 h 600075"/>
                      <a:gd name="connsiteX12" fmla="*/ 834620 w 837172"/>
                      <a:gd name="connsiteY12" fmla="*/ 543877 h 600075"/>
                      <a:gd name="connsiteX13" fmla="*/ 799378 w 837172"/>
                      <a:gd name="connsiteY13" fmla="*/ 458152 h 600075"/>
                      <a:gd name="connsiteX14" fmla="*/ 779375 w 837172"/>
                      <a:gd name="connsiteY14" fmla="*/ 528637 h 600075"/>
                      <a:gd name="connsiteX15" fmla="*/ 761278 w 837172"/>
                      <a:gd name="connsiteY15" fmla="*/ 542925 h 600075"/>
                      <a:gd name="connsiteX16" fmla="*/ 79288 w 837172"/>
                      <a:gd name="connsiteY16" fmla="*/ 542925 h 600075"/>
                      <a:gd name="connsiteX17" fmla="*/ 61190 w 837172"/>
                      <a:gd name="connsiteY17" fmla="*/ 528637 h 600075"/>
                      <a:gd name="connsiteX18" fmla="*/ 69763 w 837172"/>
                      <a:gd name="connsiteY18" fmla="*/ 507682 h 600075"/>
                      <a:gd name="connsiteX19" fmla="*/ 420283 w 837172"/>
                      <a:gd name="connsiteY19" fmla="*/ 300037 h 600075"/>
                      <a:gd name="connsiteX20" fmla="*/ 770803 w 837172"/>
                      <a:gd name="connsiteY20" fmla="*/ 507682 h 600075"/>
                      <a:gd name="connsiteX21" fmla="*/ 779375 w 837172"/>
                      <a:gd name="connsiteY21" fmla="*/ 528637 h 600075"/>
                      <a:gd name="connsiteX0" fmla="*/ 804847 w 842641"/>
                      <a:gd name="connsiteY0" fmla="*/ 475660 h 617583"/>
                      <a:gd name="connsiteX1" fmla="*/ 378127 w 842641"/>
                      <a:gd name="connsiteY1" fmla="*/ 122283 h 617583"/>
                      <a:gd name="connsiteX2" fmla="*/ 425752 w 842641"/>
                      <a:gd name="connsiteY2" fmla="*/ 74658 h 617583"/>
                      <a:gd name="connsiteX3" fmla="*/ 482902 w 842641"/>
                      <a:gd name="connsiteY3" fmla="*/ 122283 h 617583"/>
                      <a:gd name="connsiteX4" fmla="*/ 511477 w 842641"/>
                      <a:gd name="connsiteY4" fmla="*/ 150858 h 617583"/>
                      <a:gd name="connsiteX5" fmla="*/ 540052 w 842641"/>
                      <a:gd name="connsiteY5" fmla="*/ 122283 h 617583"/>
                      <a:gd name="connsiteX6" fmla="*/ 425752 w 842641"/>
                      <a:gd name="connsiteY6" fmla="*/ 17508 h 617583"/>
                      <a:gd name="connsiteX7" fmla="*/ 46657 w 842641"/>
                      <a:gd name="connsiteY7" fmla="*/ 475660 h 617583"/>
                      <a:gd name="connsiteX8" fmla="*/ 12367 w 842641"/>
                      <a:gd name="connsiteY8" fmla="*/ 561385 h 617583"/>
                      <a:gd name="connsiteX9" fmla="*/ 85709 w 842641"/>
                      <a:gd name="connsiteY9" fmla="*/ 617583 h 617583"/>
                      <a:gd name="connsiteX10" fmla="*/ 766747 w 842641"/>
                      <a:gd name="connsiteY10" fmla="*/ 617583 h 617583"/>
                      <a:gd name="connsiteX11" fmla="*/ 840089 w 842641"/>
                      <a:gd name="connsiteY11" fmla="*/ 561385 h 617583"/>
                      <a:gd name="connsiteX12" fmla="*/ 804847 w 842641"/>
                      <a:gd name="connsiteY12" fmla="*/ 475660 h 617583"/>
                      <a:gd name="connsiteX13" fmla="*/ 784844 w 842641"/>
                      <a:gd name="connsiteY13" fmla="*/ 546145 h 617583"/>
                      <a:gd name="connsiteX14" fmla="*/ 766747 w 842641"/>
                      <a:gd name="connsiteY14" fmla="*/ 560433 h 617583"/>
                      <a:gd name="connsiteX15" fmla="*/ 84757 w 842641"/>
                      <a:gd name="connsiteY15" fmla="*/ 560433 h 617583"/>
                      <a:gd name="connsiteX16" fmla="*/ 66659 w 842641"/>
                      <a:gd name="connsiteY16" fmla="*/ 546145 h 617583"/>
                      <a:gd name="connsiteX17" fmla="*/ 75232 w 842641"/>
                      <a:gd name="connsiteY17" fmla="*/ 525190 h 617583"/>
                      <a:gd name="connsiteX18" fmla="*/ 425752 w 842641"/>
                      <a:gd name="connsiteY18" fmla="*/ 317545 h 617583"/>
                      <a:gd name="connsiteX19" fmla="*/ 776272 w 842641"/>
                      <a:gd name="connsiteY19" fmla="*/ 525190 h 617583"/>
                      <a:gd name="connsiteX20" fmla="*/ 784844 w 842641"/>
                      <a:gd name="connsiteY20" fmla="*/ 546145 h 617583"/>
                      <a:gd name="connsiteX0" fmla="*/ 804847 w 842641"/>
                      <a:gd name="connsiteY0" fmla="*/ 475660 h 617583"/>
                      <a:gd name="connsiteX1" fmla="*/ 425752 w 842641"/>
                      <a:gd name="connsiteY1" fmla="*/ 74658 h 617583"/>
                      <a:gd name="connsiteX2" fmla="*/ 482902 w 842641"/>
                      <a:gd name="connsiteY2" fmla="*/ 122283 h 617583"/>
                      <a:gd name="connsiteX3" fmla="*/ 511477 w 842641"/>
                      <a:gd name="connsiteY3" fmla="*/ 150858 h 617583"/>
                      <a:gd name="connsiteX4" fmla="*/ 540052 w 842641"/>
                      <a:gd name="connsiteY4" fmla="*/ 122283 h 617583"/>
                      <a:gd name="connsiteX5" fmla="*/ 425752 w 842641"/>
                      <a:gd name="connsiteY5" fmla="*/ 17508 h 617583"/>
                      <a:gd name="connsiteX6" fmla="*/ 46657 w 842641"/>
                      <a:gd name="connsiteY6" fmla="*/ 475660 h 617583"/>
                      <a:gd name="connsiteX7" fmla="*/ 12367 w 842641"/>
                      <a:gd name="connsiteY7" fmla="*/ 561385 h 617583"/>
                      <a:gd name="connsiteX8" fmla="*/ 85709 w 842641"/>
                      <a:gd name="connsiteY8" fmla="*/ 617583 h 617583"/>
                      <a:gd name="connsiteX9" fmla="*/ 766747 w 842641"/>
                      <a:gd name="connsiteY9" fmla="*/ 617583 h 617583"/>
                      <a:gd name="connsiteX10" fmla="*/ 840089 w 842641"/>
                      <a:gd name="connsiteY10" fmla="*/ 561385 h 617583"/>
                      <a:gd name="connsiteX11" fmla="*/ 804847 w 842641"/>
                      <a:gd name="connsiteY11" fmla="*/ 475660 h 617583"/>
                      <a:gd name="connsiteX12" fmla="*/ 784844 w 842641"/>
                      <a:gd name="connsiteY12" fmla="*/ 546145 h 617583"/>
                      <a:gd name="connsiteX13" fmla="*/ 766747 w 842641"/>
                      <a:gd name="connsiteY13" fmla="*/ 560433 h 617583"/>
                      <a:gd name="connsiteX14" fmla="*/ 84757 w 842641"/>
                      <a:gd name="connsiteY14" fmla="*/ 560433 h 617583"/>
                      <a:gd name="connsiteX15" fmla="*/ 66659 w 842641"/>
                      <a:gd name="connsiteY15" fmla="*/ 546145 h 617583"/>
                      <a:gd name="connsiteX16" fmla="*/ 75232 w 842641"/>
                      <a:gd name="connsiteY16" fmla="*/ 525190 h 617583"/>
                      <a:gd name="connsiteX17" fmla="*/ 425752 w 842641"/>
                      <a:gd name="connsiteY17" fmla="*/ 317545 h 617583"/>
                      <a:gd name="connsiteX18" fmla="*/ 776272 w 842641"/>
                      <a:gd name="connsiteY18" fmla="*/ 525190 h 617583"/>
                      <a:gd name="connsiteX19" fmla="*/ 784844 w 842641"/>
                      <a:gd name="connsiteY19" fmla="*/ 546145 h 617583"/>
                      <a:gd name="connsiteX0" fmla="*/ 811977 w 849771"/>
                      <a:gd name="connsiteY0" fmla="*/ 401002 h 542925"/>
                      <a:gd name="connsiteX1" fmla="*/ 432882 w 849771"/>
                      <a:gd name="connsiteY1" fmla="*/ 0 h 542925"/>
                      <a:gd name="connsiteX2" fmla="*/ 490032 w 849771"/>
                      <a:gd name="connsiteY2" fmla="*/ 47625 h 542925"/>
                      <a:gd name="connsiteX3" fmla="*/ 518607 w 849771"/>
                      <a:gd name="connsiteY3" fmla="*/ 76200 h 542925"/>
                      <a:gd name="connsiteX4" fmla="*/ 547182 w 849771"/>
                      <a:gd name="connsiteY4" fmla="*/ 47625 h 542925"/>
                      <a:gd name="connsiteX5" fmla="*/ 53787 w 849771"/>
                      <a:gd name="connsiteY5" fmla="*/ 401002 h 542925"/>
                      <a:gd name="connsiteX6" fmla="*/ 19497 w 849771"/>
                      <a:gd name="connsiteY6" fmla="*/ 486727 h 542925"/>
                      <a:gd name="connsiteX7" fmla="*/ 92839 w 849771"/>
                      <a:gd name="connsiteY7" fmla="*/ 542925 h 542925"/>
                      <a:gd name="connsiteX8" fmla="*/ 773877 w 849771"/>
                      <a:gd name="connsiteY8" fmla="*/ 542925 h 542925"/>
                      <a:gd name="connsiteX9" fmla="*/ 847219 w 849771"/>
                      <a:gd name="connsiteY9" fmla="*/ 486727 h 542925"/>
                      <a:gd name="connsiteX10" fmla="*/ 811977 w 849771"/>
                      <a:gd name="connsiteY10" fmla="*/ 401002 h 542925"/>
                      <a:gd name="connsiteX11" fmla="*/ 791974 w 849771"/>
                      <a:gd name="connsiteY11" fmla="*/ 471487 h 542925"/>
                      <a:gd name="connsiteX12" fmla="*/ 773877 w 849771"/>
                      <a:gd name="connsiteY12" fmla="*/ 485775 h 542925"/>
                      <a:gd name="connsiteX13" fmla="*/ 91887 w 849771"/>
                      <a:gd name="connsiteY13" fmla="*/ 485775 h 542925"/>
                      <a:gd name="connsiteX14" fmla="*/ 73789 w 849771"/>
                      <a:gd name="connsiteY14" fmla="*/ 471487 h 542925"/>
                      <a:gd name="connsiteX15" fmla="*/ 82362 w 849771"/>
                      <a:gd name="connsiteY15" fmla="*/ 450532 h 542925"/>
                      <a:gd name="connsiteX16" fmla="*/ 432882 w 849771"/>
                      <a:gd name="connsiteY16" fmla="*/ 242887 h 542925"/>
                      <a:gd name="connsiteX17" fmla="*/ 783402 w 849771"/>
                      <a:gd name="connsiteY17" fmla="*/ 450532 h 542925"/>
                      <a:gd name="connsiteX18" fmla="*/ 791974 w 849771"/>
                      <a:gd name="connsiteY18" fmla="*/ 471487 h 542925"/>
                      <a:gd name="connsiteX0" fmla="*/ 811977 w 849771"/>
                      <a:gd name="connsiteY0" fmla="*/ 401002 h 542925"/>
                      <a:gd name="connsiteX1" fmla="*/ 432882 w 849771"/>
                      <a:gd name="connsiteY1" fmla="*/ 0 h 542925"/>
                      <a:gd name="connsiteX2" fmla="*/ 490032 w 849771"/>
                      <a:gd name="connsiteY2" fmla="*/ 47625 h 542925"/>
                      <a:gd name="connsiteX3" fmla="*/ 547182 w 849771"/>
                      <a:gd name="connsiteY3" fmla="*/ 47625 h 542925"/>
                      <a:gd name="connsiteX4" fmla="*/ 53787 w 849771"/>
                      <a:gd name="connsiteY4" fmla="*/ 401002 h 542925"/>
                      <a:gd name="connsiteX5" fmla="*/ 19497 w 849771"/>
                      <a:gd name="connsiteY5" fmla="*/ 486727 h 542925"/>
                      <a:gd name="connsiteX6" fmla="*/ 92839 w 849771"/>
                      <a:gd name="connsiteY6" fmla="*/ 542925 h 542925"/>
                      <a:gd name="connsiteX7" fmla="*/ 773877 w 849771"/>
                      <a:gd name="connsiteY7" fmla="*/ 542925 h 542925"/>
                      <a:gd name="connsiteX8" fmla="*/ 847219 w 849771"/>
                      <a:gd name="connsiteY8" fmla="*/ 486727 h 542925"/>
                      <a:gd name="connsiteX9" fmla="*/ 811977 w 849771"/>
                      <a:gd name="connsiteY9" fmla="*/ 401002 h 542925"/>
                      <a:gd name="connsiteX10" fmla="*/ 791974 w 849771"/>
                      <a:gd name="connsiteY10" fmla="*/ 471487 h 542925"/>
                      <a:gd name="connsiteX11" fmla="*/ 773877 w 849771"/>
                      <a:gd name="connsiteY11" fmla="*/ 485775 h 542925"/>
                      <a:gd name="connsiteX12" fmla="*/ 91887 w 849771"/>
                      <a:gd name="connsiteY12" fmla="*/ 485775 h 542925"/>
                      <a:gd name="connsiteX13" fmla="*/ 73789 w 849771"/>
                      <a:gd name="connsiteY13" fmla="*/ 471487 h 542925"/>
                      <a:gd name="connsiteX14" fmla="*/ 82362 w 849771"/>
                      <a:gd name="connsiteY14" fmla="*/ 450532 h 542925"/>
                      <a:gd name="connsiteX15" fmla="*/ 432882 w 849771"/>
                      <a:gd name="connsiteY15" fmla="*/ 242887 h 542925"/>
                      <a:gd name="connsiteX16" fmla="*/ 783402 w 849771"/>
                      <a:gd name="connsiteY16" fmla="*/ 450532 h 542925"/>
                      <a:gd name="connsiteX17" fmla="*/ 791974 w 849771"/>
                      <a:gd name="connsiteY17" fmla="*/ 471487 h 542925"/>
                      <a:gd name="connsiteX0" fmla="*/ 808316 w 846110"/>
                      <a:gd name="connsiteY0" fmla="*/ 403561 h 545484"/>
                      <a:gd name="connsiteX1" fmla="*/ 429221 w 846110"/>
                      <a:gd name="connsiteY1" fmla="*/ 2559 h 545484"/>
                      <a:gd name="connsiteX2" fmla="*/ 486371 w 846110"/>
                      <a:gd name="connsiteY2" fmla="*/ 50184 h 545484"/>
                      <a:gd name="connsiteX3" fmla="*/ 50126 w 846110"/>
                      <a:gd name="connsiteY3" fmla="*/ 403561 h 545484"/>
                      <a:gd name="connsiteX4" fmla="*/ 15836 w 846110"/>
                      <a:gd name="connsiteY4" fmla="*/ 489286 h 545484"/>
                      <a:gd name="connsiteX5" fmla="*/ 89178 w 846110"/>
                      <a:gd name="connsiteY5" fmla="*/ 545484 h 545484"/>
                      <a:gd name="connsiteX6" fmla="*/ 770216 w 846110"/>
                      <a:gd name="connsiteY6" fmla="*/ 545484 h 545484"/>
                      <a:gd name="connsiteX7" fmla="*/ 843558 w 846110"/>
                      <a:gd name="connsiteY7" fmla="*/ 489286 h 545484"/>
                      <a:gd name="connsiteX8" fmla="*/ 808316 w 846110"/>
                      <a:gd name="connsiteY8" fmla="*/ 403561 h 545484"/>
                      <a:gd name="connsiteX9" fmla="*/ 788313 w 846110"/>
                      <a:gd name="connsiteY9" fmla="*/ 474046 h 545484"/>
                      <a:gd name="connsiteX10" fmla="*/ 770216 w 846110"/>
                      <a:gd name="connsiteY10" fmla="*/ 488334 h 545484"/>
                      <a:gd name="connsiteX11" fmla="*/ 88226 w 846110"/>
                      <a:gd name="connsiteY11" fmla="*/ 488334 h 545484"/>
                      <a:gd name="connsiteX12" fmla="*/ 70128 w 846110"/>
                      <a:gd name="connsiteY12" fmla="*/ 474046 h 545484"/>
                      <a:gd name="connsiteX13" fmla="*/ 78701 w 846110"/>
                      <a:gd name="connsiteY13" fmla="*/ 453091 h 545484"/>
                      <a:gd name="connsiteX14" fmla="*/ 429221 w 846110"/>
                      <a:gd name="connsiteY14" fmla="*/ 245446 h 545484"/>
                      <a:gd name="connsiteX15" fmla="*/ 779741 w 846110"/>
                      <a:gd name="connsiteY15" fmla="*/ 453091 h 545484"/>
                      <a:gd name="connsiteX16" fmla="*/ 788313 w 846110"/>
                      <a:gd name="connsiteY16" fmla="*/ 474046 h 545484"/>
                      <a:gd name="connsiteX0" fmla="*/ 804848 w 842642"/>
                      <a:gd name="connsiteY0" fmla="*/ 401002 h 542925"/>
                      <a:gd name="connsiteX1" fmla="*/ 425753 w 842642"/>
                      <a:gd name="connsiteY1" fmla="*/ 0 h 542925"/>
                      <a:gd name="connsiteX2" fmla="*/ 46658 w 842642"/>
                      <a:gd name="connsiteY2" fmla="*/ 401002 h 542925"/>
                      <a:gd name="connsiteX3" fmla="*/ 12368 w 842642"/>
                      <a:gd name="connsiteY3" fmla="*/ 486727 h 542925"/>
                      <a:gd name="connsiteX4" fmla="*/ 85710 w 842642"/>
                      <a:gd name="connsiteY4" fmla="*/ 542925 h 542925"/>
                      <a:gd name="connsiteX5" fmla="*/ 766748 w 842642"/>
                      <a:gd name="connsiteY5" fmla="*/ 542925 h 542925"/>
                      <a:gd name="connsiteX6" fmla="*/ 840090 w 842642"/>
                      <a:gd name="connsiteY6" fmla="*/ 486727 h 542925"/>
                      <a:gd name="connsiteX7" fmla="*/ 804848 w 842642"/>
                      <a:gd name="connsiteY7" fmla="*/ 401002 h 542925"/>
                      <a:gd name="connsiteX8" fmla="*/ 784845 w 842642"/>
                      <a:gd name="connsiteY8" fmla="*/ 471487 h 542925"/>
                      <a:gd name="connsiteX9" fmla="*/ 766748 w 842642"/>
                      <a:gd name="connsiteY9" fmla="*/ 485775 h 542925"/>
                      <a:gd name="connsiteX10" fmla="*/ 84758 w 842642"/>
                      <a:gd name="connsiteY10" fmla="*/ 485775 h 542925"/>
                      <a:gd name="connsiteX11" fmla="*/ 66660 w 842642"/>
                      <a:gd name="connsiteY11" fmla="*/ 471487 h 542925"/>
                      <a:gd name="connsiteX12" fmla="*/ 75233 w 842642"/>
                      <a:gd name="connsiteY12" fmla="*/ 450532 h 542925"/>
                      <a:gd name="connsiteX13" fmla="*/ 425753 w 842642"/>
                      <a:gd name="connsiteY13" fmla="*/ 242887 h 542925"/>
                      <a:gd name="connsiteX14" fmla="*/ 776273 w 842642"/>
                      <a:gd name="connsiteY14" fmla="*/ 450532 h 542925"/>
                      <a:gd name="connsiteX15" fmla="*/ 784845 w 842642"/>
                      <a:gd name="connsiteY15" fmla="*/ 471487 h 542925"/>
                      <a:gd name="connsiteX0" fmla="*/ 830163 w 867957"/>
                      <a:gd name="connsiteY0" fmla="*/ 158115 h 300038"/>
                      <a:gd name="connsiteX1" fmla="*/ 71973 w 867957"/>
                      <a:gd name="connsiteY1" fmla="*/ 158115 h 300038"/>
                      <a:gd name="connsiteX2" fmla="*/ 37683 w 867957"/>
                      <a:gd name="connsiteY2" fmla="*/ 243840 h 300038"/>
                      <a:gd name="connsiteX3" fmla="*/ 111025 w 867957"/>
                      <a:gd name="connsiteY3" fmla="*/ 300038 h 300038"/>
                      <a:gd name="connsiteX4" fmla="*/ 792063 w 867957"/>
                      <a:gd name="connsiteY4" fmla="*/ 300038 h 300038"/>
                      <a:gd name="connsiteX5" fmla="*/ 865405 w 867957"/>
                      <a:gd name="connsiteY5" fmla="*/ 243840 h 300038"/>
                      <a:gd name="connsiteX6" fmla="*/ 830163 w 867957"/>
                      <a:gd name="connsiteY6" fmla="*/ 158115 h 300038"/>
                      <a:gd name="connsiteX7" fmla="*/ 810160 w 867957"/>
                      <a:gd name="connsiteY7" fmla="*/ 228600 h 300038"/>
                      <a:gd name="connsiteX8" fmla="*/ 792063 w 867957"/>
                      <a:gd name="connsiteY8" fmla="*/ 242888 h 300038"/>
                      <a:gd name="connsiteX9" fmla="*/ 110073 w 867957"/>
                      <a:gd name="connsiteY9" fmla="*/ 242888 h 300038"/>
                      <a:gd name="connsiteX10" fmla="*/ 91975 w 867957"/>
                      <a:gd name="connsiteY10" fmla="*/ 228600 h 300038"/>
                      <a:gd name="connsiteX11" fmla="*/ 100548 w 867957"/>
                      <a:gd name="connsiteY11" fmla="*/ 207645 h 300038"/>
                      <a:gd name="connsiteX12" fmla="*/ 451068 w 867957"/>
                      <a:gd name="connsiteY12" fmla="*/ 0 h 300038"/>
                      <a:gd name="connsiteX13" fmla="*/ 801588 w 867957"/>
                      <a:gd name="connsiteY13" fmla="*/ 207645 h 300038"/>
                      <a:gd name="connsiteX14" fmla="*/ 810160 w 867957"/>
                      <a:gd name="connsiteY14" fmla="*/ 228600 h 300038"/>
                      <a:gd name="connsiteX0" fmla="*/ 830163 w 867957"/>
                      <a:gd name="connsiteY0" fmla="*/ 10716 h 152639"/>
                      <a:gd name="connsiteX1" fmla="*/ 71973 w 867957"/>
                      <a:gd name="connsiteY1" fmla="*/ 10716 h 152639"/>
                      <a:gd name="connsiteX2" fmla="*/ 37683 w 867957"/>
                      <a:gd name="connsiteY2" fmla="*/ 96441 h 152639"/>
                      <a:gd name="connsiteX3" fmla="*/ 111025 w 867957"/>
                      <a:gd name="connsiteY3" fmla="*/ 152639 h 152639"/>
                      <a:gd name="connsiteX4" fmla="*/ 792063 w 867957"/>
                      <a:gd name="connsiteY4" fmla="*/ 152639 h 152639"/>
                      <a:gd name="connsiteX5" fmla="*/ 865405 w 867957"/>
                      <a:gd name="connsiteY5" fmla="*/ 96441 h 152639"/>
                      <a:gd name="connsiteX6" fmla="*/ 830163 w 867957"/>
                      <a:gd name="connsiteY6" fmla="*/ 10716 h 152639"/>
                      <a:gd name="connsiteX7" fmla="*/ 810160 w 867957"/>
                      <a:gd name="connsiteY7" fmla="*/ 81201 h 152639"/>
                      <a:gd name="connsiteX8" fmla="*/ 792063 w 867957"/>
                      <a:gd name="connsiteY8" fmla="*/ 95489 h 152639"/>
                      <a:gd name="connsiteX9" fmla="*/ 110073 w 867957"/>
                      <a:gd name="connsiteY9" fmla="*/ 95489 h 152639"/>
                      <a:gd name="connsiteX10" fmla="*/ 91975 w 867957"/>
                      <a:gd name="connsiteY10" fmla="*/ 81201 h 152639"/>
                      <a:gd name="connsiteX11" fmla="*/ 100548 w 867957"/>
                      <a:gd name="connsiteY11" fmla="*/ 60246 h 152639"/>
                      <a:gd name="connsiteX12" fmla="*/ 801588 w 867957"/>
                      <a:gd name="connsiteY12" fmla="*/ 60246 h 152639"/>
                      <a:gd name="connsiteX13" fmla="*/ 810160 w 867957"/>
                      <a:gd name="connsiteY13" fmla="*/ 81201 h 152639"/>
                      <a:gd name="connsiteX0" fmla="*/ 847051 w 884845"/>
                      <a:gd name="connsiteY0" fmla="*/ 10716 h 152639"/>
                      <a:gd name="connsiteX1" fmla="*/ 88861 w 884845"/>
                      <a:gd name="connsiteY1" fmla="*/ 10716 h 152639"/>
                      <a:gd name="connsiteX2" fmla="*/ 17862 w 884845"/>
                      <a:gd name="connsiteY2" fmla="*/ 99340 h 152639"/>
                      <a:gd name="connsiteX3" fmla="*/ 127913 w 884845"/>
                      <a:gd name="connsiteY3" fmla="*/ 152639 h 152639"/>
                      <a:gd name="connsiteX4" fmla="*/ 808951 w 884845"/>
                      <a:gd name="connsiteY4" fmla="*/ 152639 h 152639"/>
                      <a:gd name="connsiteX5" fmla="*/ 882293 w 884845"/>
                      <a:gd name="connsiteY5" fmla="*/ 96441 h 152639"/>
                      <a:gd name="connsiteX6" fmla="*/ 847051 w 884845"/>
                      <a:gd name="connsiteY6" fmla="*/ 10716 h 152639"/>
                      <a:gd name="connsiteX7" fmla="*/ 827048 w 884845"/>
                      <a:gd name="connsiteY7" fmla="*/ 81201 h 152639"/>
                      <a:gd name="connsiteX8" fmla="*/ 808951 w 884845"/>
                      <a:gd name="connsiteY8" fmla="*/ 95489 h 152639"/>
                      <a:gd name="connsiteX9" fmla="*/ 126961 w 884845"/>
                      <a:gd name="connsiteY9" fmla="*/ 95489 h 152639"/>
                      <a:gd name="connsiteX10" fmla="*/ 108863 w 884845"/>
                      <a:gd name="connsiteY10" fmla="*/ 81201 h 152639"/>
                      <a:gd name="connsiteX11" fmla="*/ 117436 w 884845"/>
                      <a:gd name="connsiteY11" fmla="*/ 60246 h 152639"/>
                      <a:gd name="connsiteX12" fmla="*/ 818476 w 884845"/>
                      <a:gd name="connsiteY12" fmla="*/ 60246 h 152639"/>
                      <a:gd name="connsiteX13" fmla="*/ 827048 w 884845"/>
                      <a:gd name="connsiteY13" fmla="*/ 81201 h 152639"/>
                      <a:gd name="connsiteX0" fmla="*/ 864149 w 901943"/>
                      <a:gd name="connsiteY0" fmla="*/ 10716 h 152639"/>
                      <a:gd name="connsiteX1" fmla="*/ 105959 w 901943"/>
                      <a:gd name="connsiteY1" fmla="*/ 10716 h 152639"/>
                      <a:gd name="connsiteX2" fmla="*/ 8262 w 901943"/>
                      <a:gd name="connsiteY2" fmla="*/ 99340 h 152639"/>
                      <a:gd name="connsiteX3" fmla="*/ 145011 w 901943"/>
                      <a:gd name="connsiteY3" fmla="*/ 152639 h 152639"/>
                      <a:gd name="connsiteX4" fmla="*/ 826049 w 901943"/>
                      <a:gd name="connsiteY4" fmla="*/ 152639 h 152639"/>
                      <a:gd name="connsiteX5" fmla="*/ 899391 w 901943"/>
                      <a:gd name="connsiteY5" fmla="*/ 96441 h 152639"/>
                      <a:gd name="connsiteX6" fmla="*/ 864149 w 901943"/>
                      <a:gd name="connsiteY6" fmla="*/ 10716 h 152639"/>
                      <a:gd name="connsiteX7" fmla="*/ 844146 w 901943"/>
                      <a:gd name="connsiteY7" fmla="*/ 81201 h 152639"/>
                      <a:gd name="connsiteX8" fmla="*/ 826049 w 901943"/>
                      <a:gd name="connsiteY8" fmla="*/ 95489 h 152639"/>
                      <a:gd name="connsiteX9" fmla="*/ 144059 w 901943"/>
                      <a:gd name="connsiteY9" fmla="*/ 95489 h 152639"/>
                      <a:gd name="connsiteX10" fmla="*/ 125961 w 901943"/>
                      <a:gd name="connsiteY10" fmla="*/ 81201 h 152639"/>
                      <a:gd name="connsiteX11" fmla="*/ 134534 w 901943"/>
                      <a:gd name="connsiteY11" fmla="*/ 60246 h 152639"/>
                      <a:gd name="connsiteX12" fmla="*/ 835574 w 901943"/>
                      <a:gd name="connsiteY12" fmla="*/ 60246 h 152639"/>
                      <a:gd name="connsiteX13" fmla="*/ 844146 w 901943"/>
                      <a:gd name="connsiteY13" fmla="*/ 81201 h 152639"/>
                      <a:gd name="connsiteX0" fmla="*/ 864149 w 901943"/>
                      <a:gd name="connsiteY0" fmla="*/ 10716 h 152639"/>
                      <a:gd name="connsiteX1" fmla="*/ 105959 w 901943"/>
                      <a:gd name="connsiteY1" fmla="*/ 10716 h 152639"/>
                      <a:gd name="connsiteX2" fmla="*/ 8262 w 901943"/>
                      <a:gd name="connsiteY2" fmla="*/ 99340 h 152639"/>
                      <a:gd name="connsiteX3" fmla="*/ 145011 w 901943"/>
                      <a:gd name="connsiteY3" fmla="*/ 152639 h 152639"/>
                      <a:gd name="connsiteX4" fmla="*/ 826049 w 901943"/>
                      <a:gd name="connsiteY4" fmla="*/ 152639 h 152639"/>
                      <a:gd name="connsiteX5" fmla="*/ 899391 w 901943"/>
                      <a:gd name="connsiteY5" fmla="*/ 96441 h 152639"/>
                      <a:gd name="connsiteX6" fmla="*/ 864149 w 901943"/>
                      <a:gd name="connsiteY6" fmla="*/ 10716 h 152639"/>
                      <a:gd name="connsiteX7" fmla="*/ 844146 w 901943"/>
                      <a:gd name="connsiteY7" fmla="*/ 81201 h 152639"/>
                      <a:gd name="connsiteX8" fmla="*/ 826049 w 901943"/>
                      <a:gd name="connsiteY8" fmla="*/ 95489 h 152639"/>
                      <a:gd name="connsiteX9" fmla="*/ 144059 w 901943"/>
                      <a:gd name="connsiteY9" fmla="*/ 95489 h 152639"/>
                      <a:gd name="connsiteX10" fmla="*/ 125961 w 901943"/>
                      <a:gd name="connsiteY10" fmla="*/ 81201 h 152639"/>
                      <a:gd name="connsiteX11" fmla="*/ 141209 w 901943"/>
                      <a:gd name="connsiteY11" fmla="*/ 42851 h 152639"/>
                      <a:gd name="connsiteX12" fmla="*/ 835574 w 901943"/>
                      <a:gd name="connsiteY12" fmla="*/ 60246 h 152639"/>
                      <a:gd name="connsiteX13" fmla="*/ 844146 w 901943"/>
                      <a:gd name="connsiteY13" fmla="*/ 81201 h 152639"/>
                      <a:gd name="connsiteX0" fmla="*/ 864149 w 901943"/>
                      <a:gd name="connsiteY0" fmla="*/ 10716 h 152639"/>
                      <a:gd name="connsiteX1" fmla="*/ 105959 w 901943"/>
                      <a:gd name="connsiteY1" fmla="*/ 10716 h 152639"/>
                      <a:gd name="connsiteX2" fmla="*/ 8262 w 901943"/>
                      <a:gd name="connsiteY2" fmla="*/ 99340 h 152639"/>
                      <a:gd name="connsiteX3" fmla="*/ 145011 w 901943"/>
                      <a:gd name="connsiteY3" fmla="*/ 152639 h 152639"/>
                      <a:gd name="connsiteX4" fmla="*/ 826049 w 901943"/>
                      <a:gd name="connsiteY4" fmla="*/ 152639 h 152639"/>
                      <a:gd name="connsiteX5" fmla="*/ 899391 w 901943"/>
                      <a:gd name="connsiteY5" fmla="*/ 96441 h 152639"/>
                      <a:gd name="connsiteX6" fmla="*/ 864149 w 901943"/>
                      <a:gd name="connsiteY6" fmla="*/ 10716 h 152639"/>
                      <a:gd name="connsiteX7" fmla="*/ 844146 w 901943"/>
                      <a:gd name="connsiteY7" fmla="*/ 81201 h 152639"/>
                      <a:gd name="connsiteX8" fmla="*/ 826049 w 901943"/>
                      <a:gd name="connsiteY8" fmla="*/ 95489 h 152639"/>
                      <a:gd name="connsiteX9" fmla="*/ 144059 w 901943"/>
                      <a:gd name="connsiteY9" fmla="*/ 95489 h 152639"/>
                      <a:gd name="connsiteX10" fmla="*/ 125961 w 901943"/>
                      <a:gd name="connsiteY10" fmla="*/ 81201 h 152639"/>
                      <a:gd name="connsiteX11" fmla="*/ 141209 w 901943"/>
                      <a:gd name="connsiteY11" fmla="*/ 42851 h 152639"/>
                      <a:gd name="connsiteX12" fmla="*/ 812213 w 901943"/>
                      <a:gd name="connsiteY12" fmla="*/ 45750 h 152639"/>
                      <a:gd name="connsiteX13" fmla="*/ 844146 w 901943"/>
                      <a:gd name="connsiteY13" fmla="*/ 81201 h 152639"/>
                      <a:gd name="connsiteX0" fmla="*/ 864149 w 950239"/>
                      <a:gd name="connsiteY0" fmla="*/ 10716 h 152639"/>
                      <a:gd name="connsiteX1" fmla="*/ 105959 w 950239"/>
                      <a:gd name="connsiteY1" fmla="*/ 10716 h 152639"/>
                      <a:gd name="connsiteX2" fmla="*/ 8262 w 950239"/>
                      <a:gd name="connsiteY2" fmla="*/ 99340 h 152639"/>
                      <a:gd name="connsiteX3" fmla="*/ 145011 w 950239"/>
                      <a:gd name="connsiteY3" fmla="*/ 152639 h 152639"/>
                      <a:gd name="connsiteX4" fmla="*/ 826049 w 950239"/>
                      <a:gd name="connsiteY4" fmla="*/ 152639 h 152639"/>
                      <a:gd name="connsiteX5" fmla="*/ 949450 w 950239"/>
                      <a:gd name="connsiteY5" fmla="*/ 96441 h 152639"/>
                      <a:gd name="connsiteX6" fmla="*/ 864149 w 950239"/>
                      <a:gd name="connsiteY6" fmla="*/ 10716 h 152639"/>
                      <a:gd name="connsiteX7" fmla="*/ 844146 w 950239"/>
                      <a:gd name="connsiteY7" fmla="*/ 81201 h 152639"/>
                      <a:gd name="connsiteX8" fmla="*/ 826049 w 950239"/>
                      <a:gd name="connsiteY8" fmla="*/ 95489 h 152639"/>
                      <a:gd name="connsiteX9" fmla="*/ 144059 w 950239"/>
                      <a:gd name="connsiteY9" fmla="*/ 95489 h 152639"/>
                      <a:gd name="connsiteX10" fmla="*/ 125961 w 950239"/>
                      <a:gd name="connsiteY10" fmla="*/ 81201 h 152639"/>
                      <a:gd name="connsiteX11" fmla="*/ 141209 w 950239"/>
                      <a:gd name="connsiteY11" fmla="*/ 42851 h 152639"/>
                      <a:gd name="connsiteX12" fmla="*/ 812213 w 950239"/>
                      <a:gd name="connsiteY12" fmla="*/ 45750 h 152639"/>
                      <a:gd name="connsiteX13" fmla="*/ 844146 w 950239"/>
                      <a:gd name="connsiteY13" fmla="*/ 81201 h 152639"/>
                      <a:gd name="connsiteX0" fmla="*/ 884173 w 950802"/>
                      <a:gd name="connsiteY0" fmla="*/ 12275 h 151299"/>
                      <a:gd name="connsiteX1" fmla="*/ 105959 w 950802"/>
                      <a:gd name="connsiteY1" fmla="*/ 9376 h 151299"/>
                      <a:gd name="connsiteX2" fmla="*/ 8262 w 950802"/>
                      <a:gd name="connsiteY2" fmla="*/ 98000 h 151299"/>
                      <a:gd name="connsiteX3" fmla="*/ 145011 w 950802"/>
                      <a:gd name="connsiteY3" fmla="*/ 151299 h 151299"/>
                      <a:gd name="connsiteX4" fmla="*/ 826049 w 950802"/>
                      <a:gd name="connsiteY4" fmla="*/ 151299 h 151299"/>
                      <a:gd name="connsiteX5" fmla="*/ 949450 w 950802"/>
                      <a:gd name="connsiteY5" fmla="*/ 95101 h 151299"/>
                      <a:gd name="connsiteX6" fmla="*/ 884173 w 950802"/>
                      <a:gd name="connsiteY6" fmla="*/ 12275 h 151299"/>
                      <a:gd name="connsiteX7" fmla="*/ 844146 w 950802"/>
                      <a:gd name="connsiteY7" fmla="*/ 79861 h 151299"/>
                      <a:gd name="connsiteX8" fmla="*/ 826049 w 950802"/>
                      <a:gd name="connsiteY8" fmla="*/ 94149 h 151299"/>
                      <a:gd name="connsiteX9" fmla="*/ 144059 w 950802"/>
                      <a:gd name="connsiteY9" fmla="*/ 94149 h 151299"/>
                      <a:gd name="connsiteX10" fmla="*/ 125961 w 950802"/>
                      <a:gd name="connsiteY10" fmla="*/ 79861 h 151299"/>
                      <a:gd name="connsiteX11" fmla="*/ 141209 w 950802"/>
                      <a:gd name="connsiteY11" fmla="*/ 41511 h 151299"/>
                      <a:gd name="connsiteX12" fmla="*/ 812213 w 950802"/>
                      <a:gd name="connsiteY12" fmla="*/ 44410 h 151299"/>
                      <a:gd name="connsiteX13" fmla="*/ 844146 w 950802"/>
                      <a:gd name="connsiteY13" fmla="*/ 79861 h 15129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</a:cxnLst>
                    <a:rect l="l" t="t" r="r" b="b"/>
                    <a:pathLst>
                      <a:path w="950802" h="151299">
                        <a:moveTo>
                          <a:pt x="884173" y="12275"/>
                        </a:moveTo>
                        <a:cubicBezTo>
                          <a:pt x="751934" y="-2012"/>
                          <a:pt x="238039" y="-4911"/>
                          <a:pt x="105959" y="9376"/>
                        </a:cubicBezTo>
                        <a:cubicBezTo>
                          <a:pt x="-26121" y="23663"/>
                          <a:pt x="-1263" y="64663"/>
                          <a:pt x="8262" y="98000"/>
                        </a:cubicBezTo>
                        <a:cubicBezTo>
                          <a:pt x="17787" y="131338"/>
                          <a:pt x="110721" y="151299"/>
                          <a:pt x="145011" y="151299"/>
                        </a:cubicBezTo>
                        <a:lnTo>
                          <a:pt x="826049" y="151299"/>
                        </a:lnTo>
                        <a:cubicBezTo>
                          <a:pt x="861291" y="151299"/>
                          <a:pt x="939763" y="118272"/>
                          <a:pt x="949450" y="95101"/>
                        </a:cubicBezTo>
                        <a:cubicBezTo>
                          <a:pt x="959137" y="71930"/>
                          <a:pt x="914653" y="30373"/>
                          <a:pt x="884173" y="12275"/>
                        </a:cubicBezTo>
                        <a:close/>
                        <a:moveTo>
                          <a:pt x="844146" y="79861"/>
                        </a:moveTo>
                        <a:cubicBezTo>
                          <a:pt x="846452" y="88151"/>
                          <a:pt x="838431" y="94149"/>
                          <a:pt x="826049" y="94149"/>
                        </a:cubicBezTo>
                        <a:lnTo>
                          <a:pt x="144059" y="94149"/>
                        </a:lnTo>
                        <a:cubicBezTo>
                          <a:pt x="130724" y="94149"/>
                          <a:pt x="126914" y="84624"/>
                          <a:pt x="125961" y="79861"/>
                        </a:cubicBezTo>
                        <a:cubicBezTo>
                          <a:pt x="125009" y="76051"/>
                          <a:pt x="129779" y="48179"/>
                          <a:pt x="141209" y="41511"/>
                        </a:cubicBezTo>
                        <a:lnTo>
                          <a:pt x="812213" y="44410"/>
                        </a:lnTo>
                        <a:cubicBezTo>
                          <a:pt x="823643" y="51078"/>
                          <a:pt x="841840" y="71571"/>
                          <a:pt x="844146" y="79861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b="1"/>
                  </a:p>
                </p:txBody>
              </p:sp>
              <p:sp>
                <p:nvSpPr>
                  <p:cNvPr id="173" name="Rectangle: Rounded Corners 4">
                    <a:extLst>
                      <a:ext uri="{FF2B5EF4-FFF2-40B4-BE49-F238E27FC236}">
                        <a16:creationId xmlns:a16="http://schemas.microsoft.com/office/drawing/2014/main" id="{5A7C1753-52E6-422D-9E16-FFE513F080EE}"/>
                      </a:ext>
                    </a:extLst>
                  </p:cNvPr>
                  <p:cNvSpPr/>
                  <p:nvPr/>
                </p:nvSpPr>
                <p:spPr>
                  <a:xfrm>
                    <a:off x="4602336" y="1430105"/>
                    <a:ext cx="3397105" cy="298739"/>
                  </a:xfrm>
                  <a:custGeom>
                    <a:avLst/>
                    <a:gdLst>
                      <a:gd name="connsiteX0" fmla="*/ 0 w 3397105"/>
                      <a:gd name="connsiteY0" fmla="*/ 71653 h 169907"/>
                      <a:gd name="connsiteX1" fmla="*/ 71653 w 3397105"/>
                      <a:gd name="connsiteY1" fmla="*/ 0 h 169907"/>
                      <a:gd name="connsiteX2" fmla="*/ 3325452 w 3397105"/>
                      <a:gd name="connsiteY2" fmla="*/ 0 h 169907"/>
                      <a:gd name="connsiteX3" fmla="*/ 3397105 w 3397105"/>
                      <a:gd name="connsiteY3" fmla="*/ 71653 h 169907"/>
                      <a:gd name="connsiteX4" fmla="*/ 3397105 w 3397105"/>
                      <a:gd name="connsiteY4" fmla="*/ 98254 h 169907"/>
                      <a:gd name="connsiteX5" fmla="*/ 3325452 w 3397105"/>
                      <a:gd name="connsiteY5" fmla="*/ 169907 h 169907"/>
                      <a:gd name="connsiteX6" fmla="*/ 71653 w 3397105"/>
                      <a:gd name="connsiteY6" fmla="*/ 169907 h 169907"/>
                      <a:gd name="connsiteX7" fmla="*/ 0 w 3397105"/>
                      <a:gd name="connsiteY7" fmla="*/ 98254 h 169907"/>
                      <a:gd name="connsiteX8" fmla="*/ 0 w 3397105"/>
                      <a:gd name="connsiteY8" fmla="*/ 71653 h 169907"/>
                      <a:gd name="connsiteX0" fmla="*/ 0 w 3397105"/>
                      <a:gd name="connsiteY0" fmla="*/ 200486 h 298740"/>
                      <a:gd name="connsiteX1" fmla="*/ 71653 w 3397105"/>
                      <a:gd name="connsiteY1" fmla="*/ 128833 h 298740"/>
                      <a:gd name="connsiteX2" fmla="*/ 1698790 w 3397105"/>
                      <a:gd name="connsiteY2" fmla="*/ 0 h 298740"/>
                      <a:gd name="connsiteX3" fmla="*/ 3325452 w 3397105"/>
                      <a:gd name="connsiteY3" fmla="*/ 128833 h 298740"/>
                      <a:gd name="connsiteX4" fmla="*/ 3397105 w 3397105"/>
                      <a:gd name="connsiteY4" fmla="*/ 200486 h 298740"/>
                      <a:gd name="connsiteX5" fmla="*/ 3397105 w 3397105"/>
                      <a:gd name="connsiteY5" fmla="*/ 227087 h 298740"/>
                      <a:gd name="connsiteX6" fmla="*/ 3325452 w 3397105"/>
                      <a:gd name="connsiteY6" fmla="*/ 298740 h 298740"/>
                      <a:gd name="connsiteX7" fmla="*/ 71653 w 3397105"/>
                      <a:gd name="connsiteY7" fmla="*/ 298740 h 298740"/>
                      <a:gd name="connsiteX8" fmla="*/ 0 w 3397105"/>
                      <a:gd name="connsiteY8" fmla="*/ 227087 h 298740"/>
                      <a:gd name="connsiteX9" fmla="*/ 0 w 3397105"/>
                      <a:gd name="connsiteY9" fmla="*/ 200486 h 29874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3397105" h="298740">
                        <a:moveTo>
                          <a:pt x="0" y="200486"/>
                        </a:moveTo>
                        <a:cubicBezTo>
                          <a:pt x="0" y="160913"/>
                          <a:pt x="32080" y="128833"/>
                          <a:pt x="71653" y="128833"/>
                        </a:cubicBezTo>
                        <a:cubicBezTo>
                          <a:pt x="612587" y="127781"/>
                          <a:pt x="1157856" y="1052"/>
                          <a:pt x="1698790" y="0"/>
                        </a:cubicBezTo>
                        <a:cubicBezTo>
                          <a:pt x="2242455" y="1052"/>
                          <a:pt x="2781787" y="127781"/>
                          <a:pt x="3325452" y="128833"/>
                        </a:cubicBezTo>
                        <a:cubicBezTo>
                          <a:pt x="3365025" y="128833"/>
                          <a:pt x="3397105" y="160913"/>
                          <a:pt x="3397105" y="200486"/>
                        </a:cubicBezTo>
                        <a:lnTo>
                          <a:pt x="3397105" y="227087"/>
                        </a:lnTo>
                        <a:cubicBezTo>
                          <a:pt x="3397105" y="266660"/>
                          <a:pt x="3365025" y="298740"/>
                          <a:pt x="3325452" y="298740"/>
                        </a:cubicBezTo>
                        <a:lnTo>
                          <a:pt x="71653" y="298740"/>
                        </a:lnTo>
                        <a:cubicBezTo>
                          <a:pt x="32080" y="298740"/>
                          <a:pt x="0" y="266660"/>
                          <a:pt x="0" y="227087"/>
                        </a:cubicBezTo>
                        <a:lnTo>
                          <a:pt x="0" y="200486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b="1" dirty="0"/>
                  </a:p>
                </p:txBody>
              </p:sp>
            </p:grpSp>
            <p:grpSp>
              <p:nvGrpSpPr>
                <p:cNvPr id="165" name="Group 164">
                  <a:extLst>
                    <a:ext uri="{FF2B5EF4-FFF2-40B4-BE49-F238E27FC236}">
                      <a16:creationId xmlns:a16="http://schemas.microsoft.com/office/drawing/2014/main" id="{F77B4E42-A8B5-4DEB-AAA7-5DCB6356F033}"/>
                    </a:ext>
                  </a:extLst>
                </p:cNvPr>
                <p:cNvGrpSpPr/>
                <p:nvPr/>
              </p:nvGrpSpPr>
              <p:grpSpPr>
                <a:xfrm>
                  <a:off x="10249541" y="1639025"/>
                  <a:ext cx="848869" cy="934475"/>
                  <a:chOff x="6698352" y="917347"/>
                  <a:chExt cx="3688214" cy="4807046"/>
                </a:xfrm>
              </p:grpSpPr>
              <p:sp>
                <p:nvSpPr>
                  <p:cNvPr id="166" name="Rectangle: Top Corners Rounded 3">
                    <a:extLst>
                      <a:ext uri="{FF2B5EF4-FFF2-40B4-BE49-F238E27FC236}">
                        <a16:creationId xmlns:a16="http://schemas.microsoft.com/office/drawing/2014/main" id="{7EC0A9ED-0A01-4D72-B72F-CEC38F118729}"/>
                      </a:ext>
                    </a:extLst>
                  </p:cNvPr>
                  <p:cNvSpPr/>
                  <p:nvPr/>
                </p:nvSpPr>
                <p:spPr>
                  <a:xfrm flipV="1">
                    <a:off x="6698352" y="917347"/>
                    <a:ext cx="3688214" cy="4807046"/>
                  </a:xfrm>
                  <a:custGeom>
                    <a:avLst/>
                    <a:gdLst>
                      <a:gd name="connsiteX0" fmla="*/ 224971 w 2555322"/>
                      <a:gd name="connsiteY0" fmla="*/ 0 h 4147774"/>
                      <a:gd name="connsiteX1" fmla="*/ 2330351 w 2555322"/>
                      <a:gd name="connsiteY1" fmla="*/ 0 h 4147774"/>
                      <a:gd name="connsiteX2" fmla="*/ 2555322 w 2555322"/>
                      <a:gd name="connsiteY2" fmla="*/ 224971 h 4147774"/>
                      <a:gd name="connsiteX3" fmla="*/ 2555322 w 2555322"/>
                      <a:gd name="connsiteY3" fmla="*/ 4147774 h 4147774"/>
                      <a:gd name="connsiteX4" fmla="*/ 2555322 w 2555322"/>
                      <a:gd name="connsiteY4" fmla="*/ 4147774 h 4147774"/>
                      <a:gd name="connsiteX5" fmla="*/ 0 w 2555322"/>
                      <a:gd name="connsiteY5" fmla="*/ 4147774 h 4147774"/>
                      <a:gd name="connsiteX6" fmla="*/ 0 w 2555322"/>
                      <a:gd name="connsiteY6" fmla="*/ 4147774 h 4147774"/>
                      <a:gd name="connsiteX7" fmla="*/ 0 w 2555322"/>
                      <a:gd name="connsiteY7" fmla="*/ 224971 h 4147774"/>
                      <a:gd name="connsiteX8" fmla="*/ 224971 w 2555322"/>
                      <a:gd name="connsiteY8" fmla="*/ 0 h 4147774"/>
                      <a:gd name="connsiteX0" fmla="*/ 224971 w 3110029"/>
                      <a:gd name="connsiteY0" fmla="*/ 0 h 4147774"/>
                      <a:gd name="connsiteX1" fmla="*/ 2330351 w 3110029"/>
                      <a:gd name="connsiteY1" fmla="*/ 0 h 4147774"/>
                      <a:gd name="connsiteX2" fmla="*/ 2555322 w 3110029"/>
                      <a:gd name="connsiteY2" fmla="*/ 224971 h 4147774"/>
                      <a:gd name="connsiteX3" fmla="*/ 2555322 w 3110029"/>
                      <a:gd name="connsiteY3" fmla="*/ 4147774 h 4147774"/>
                      <a:gd name="connsiteX4" fmla="*/ 3110029 w 3110029"/>
                      <a:gd name="connsiteY4" fmla="*/ 3922424 h 4147774"/>
                      <a:gd name="connsiteX5" fmla="*/ 0 w 3110029"/>
                      <a:gd name="connsiteY5" fmla="*/ 4147774 h 4147774"/>
                      <a:gd name="connsiteX6" fmla="*/ 0 w 3110029"/>
                      <a:gd name="connsiteY6" fmla="*/ 4147774 h 4147774"/>
                      <a:gd name="connsiteX7" fmla="*/ 0 w 3110029"/>
                      <a:gd name="connsiteY7" fmla="*/ 224971 h 4147774"/>
                      <a:gd name="connsiteX8" fmla="*/ 224971 w 3110029"/>
                      <a:gd name="connsiteY8" fmla="*/ 0 h 4147774"/>
                      <a:gd name="connsiteX0" fmla="*/ 224971 w 3110029"/>
                      <a:gd name="connsiteY0" fmla="*/ 0 h 4160775"/>
                      <a:gd name="connsiteX1" fmla="*/ 2330351 w 3110029"/>
                      <a:gd name="connsiteY1" fmla="*/ 0 h 4160775"/>
                      <a:gd name="connsiteX2" fmla="*/ 2555322 w 3110029"/>
                      <a:gd name="connsiteY2" fmla="*/ 224971 h 4160775"/>
                      <a:gd name="connsiteX3" fmla="*/ 2880346 w 3110029"/>
                      <a:gd name="connsiteY3" fmla="*/ 4160775 h 4160775"/>
                      <a:gd name="connsiteX4" fmla="*/ 3110029 w 3110029"/>
                      <a:gd name="connsiteY4" fmla="*/ 3922424 h 4160775"/>
                      <a:gd name="connsiteX5" fmla="*/ 0 w 3110029"/>
                      <a:gd name="connsiteY5" fmla="*/ 4147774 h 4160775"/>
                      <a:gd name="connsiteX6" fmla="*/ 0 w 3110029"/>
                      <a:gd name="connsiteY6" fmla="*/ 4147774 h 4160775"/>
                      <a:gd name="connsiteX7" fmla="*/ 0 w 3110029"/>
                      <a:gd name="connsiteY7" fmla="*/ 224971 h 4160775"/>
                      <a:gd name="connsiteX8" fmla="*/ 224971 w 3110029"/>
                      <a:gd name="connsiteY8" fmla="*/ 0 h 4160775"/>
                      <a:gd name="connsiteX0" fmla="*/ 224971 w 2880346"/>
                      <a:gd name="connsiteY0" fmla="*/ 0 h 4160775"/>
                      <a:gd name="connsiteX1" fmla="*/ 2330351 w 2880346"/>
                      <a:gd name="connsiteY1" fmla="*/ 0 h 4160775"/>
                      <a:gd name="connsiteX2" fmla="*/ 2555322 w 2880346"/>
                      <a:gd name="connsiteY2" fmla="*/ 224971 h 4160775"/>
                      <a:gd name="connsiteX3" fmla="*/ 2880346 w 2880346"/>
                      <a:gd name="connsiteY3" fmla="*/ 4160775 h 4160775"/>
                      <a:gd name="connsiteX4" fmla="*/ 0 w 2880346"/>
                      <a:gd name="connsiteY4" fmla="*/ 4147774 h 4160775"/>
                      <a:gd name="connsiteX5" fmla="*/ 0 w 2880346"/>
                      <a:gd name="connsiteY5" fmla="*/ 4147774 h 4160775"/>
                      <a:gd name="connsiteX6" fmla="*/ 0 w 2880346"/>
                      <a:gd name="connsiteY6" fmla="*/ 224971 h 4160775"/>
                      <a:gd name="connsiteX7" fmla="*/ 224971 w 2880346"/>
                      <a:gd name="connsiteY7" fmla="*/ 0 h 4160775"/>
                      <a:gd name="connsiteX0" fmla="*/ 536994 w 3192369"/>
                      <a:gd name="connsiteY0" fmla="*/ 0 h 4160775"/>
                      <a:gd name="connsiteX1" fmla="*/ 2642374 w 3192369"/>
                      <a:gd name="connsiteY1" fmla="*/ 0 h 4160775"/>
                      <a:gd name="connsiteX2" fmla="*/ 2867345 w 3192369"/>
                      <a:gd name="connsiteY2" fmla="*/ 224971 h 4160775"/>
                      <a:gd name="connsiteX3" fmla="*/ 3192369 w 3192369"/>
                      <a:gd name="connsiteY3" fmla="*/ 4160775 h 4160775"/>
                      <a:gd name="connsiteX4" fmla="*/ 312023 w 3192369"/>
                      <a:gd name="connsiteY4" fmla="*/ 4147774 h 4160775"/>
                      <a:gd name="connsiteX5" fmla="*/ 0 w 3192369"/>
                      <a:gd name="connsiteY5" fmla="*/ 4147774 h 4160775"/>
                      <a:gd name="connsiteX6" fmla="*/ 312023 w 3192369"/>
                      <a:gd name="connsiteY6" fmla="*/ 224971 h 4160775"/>
                      <a:gd name="connsiteX7" fmla="*/ 536994 w 3192369"/>
                      <a:gd name="connsiteY7" fmla="*/ 0 h 41607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3192369" h="4160775">
                        <a:moveTo>
                          <a:pt x="536994" y="0"/>
                        </a:moveTo>
                        <a:lnTo>
                          <a:pt x="2642374" y="0"/>
                        </a:lnTo>
                        <a:cubicBezTo>
                          <a:pt x="2766622" y="0"/>
                          <a:pt x="2867345" y="100723"/>
                          <a:pt x="2867345" y="224971"/>
                        </a:cubicBezTo>
                        <a:lnTo>
                          <a:pt x="3192369" y="4160775"/>
                        </a:lnTo>
                        <a:lnTo>
                          <a:pt x="312023" y="4147774"/>
                        </a:lnTo>
                        <a:lnTo>
                          <a:pt x="0" y="4147774"/>
                        </a:lnTo>
                        <a:lnTo>
                          <a:pt x="312023" y="224971"/>
                        </a:lnTo>
                        <a:cubicBezTo>
                          <a:pt x="312023" y="100723"/>
                          <a:pt x="412746" y="0"/>
                          <a:pt x="536994" y="0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6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b="1"/>
                  </a:p>
                </p:txBody>
              </p:sp>
              <p:sp>
                <p:nvSpPr>
                  <p:cNvPr id="167" name="Rectangle: Rounded Corners 166">
                    <a:extLst>
                      <a:ext uri="{FF2B5EF4-FFF2-40B4-BE49-F238E27FC236}">
                        <a16:creationId xmlns:a16="http://schemas.microsoft.com/office/drawing/2014/main" id="{56B39BBC-E8DE-457B-AC0C-4D7C86C380B9}"/>
                      </a:ext>
                    </a:extLst>
                  </p:cNvPr>
                  <p:cNvSpPr/>
                  <p:nvPr/>
                </p:nvSpPr>
                <p:spPr>
                  <a:xfrm>
                    <a:off x="8349236" y="1511949"/>
                    <a:ext cx="329077" cy="3371423"/>
                  </a:xfrm>
                  <a:prstGeom prst="roundRect">
                    <a:avLst>
                      <a:gd name="adj" fmla="val 42443"/>
                    </a:avLst>
                  </a:prstGeom>
                  <a:solidFill>
                    <a:schemeClr val="bg1">
                      <a:lumMod val="9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b="1"/>
                  </a:p>
                </p:txBody>
              </p:sp>
              <p:sp>
                <p:nvSpPr>
                  <p:cNvPr id="168" name="Rectangle: Rounded Corners 167">
                    <a:extLst>
                      <a:ext uri="{FF2B5EF4-FFF2-40B4-BE49-F238E27FC236}">
                        <a16:creationId xmlns:a16="http://schemas.microsoft.com/office/drawing/2014/main" id="{367D9EEA-7B19-4EF0-AB3B-3C93DB5E70DB}"/>
                      </a:ext>
                    </a:extLst>
                  </p:cNvPr>
                  <p:cNvSpPr/>
                  <p:nvPr/>
                </p:nvSpPr>
                <p:spPr>
                  <a:xfrm rot="21443026">
                    <a:off x="7668336" y="1531322"/>
                    <a:ext cx="329077" cy="3371423"/>
                  </a:xfrm>
                  <a:prstGeom prst="roundRect">
                    <a:avLst>
                      <a:gd name="adj" fmla="val 42443"/>
                    </a:avLst>
                  </a:prstGeom>
                  <a:solidFill>
                    <a:schemeClr val="bg1">
                      <a:lumMod val="9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b="1"/>
                  </a:p>
                </p:txBody>
              </p:sp>
              <p:sp>
                <p:nvSpPr>
                  <p:cNvPr id="169" name="Rectangle: Rounded Corners 168">
                    <a:extLst>
                      <a:ext uri="{FF2B5EF4-FFF2-40B4-BE49-F238E27FC236}">
                        <a16:creationId xmlns:a16="http://schemas.microsoft.com/office/drawing/2014/main" id="{153E9F9B-D8C0-467C-BC0C-11EC08674E8D}"/>
                      </a:ext>
                    </a:extLst>
                  </p:cNvPr>
                  <p:cNvSpPr/>
                  <p:nvPr/>
                </p:nvSpPr>
                <p:spPr>
                  <a:xfrm rot="21350204">
                    <a:off x="7011287" y="1550699"/>
                    <a:ext cx="329077" cy="3371423"/>
                  </a:xfrm>
                  <a:prstGeom prst="roundRect">
                    <a:avLst>
                      <a:gd name="adj" fmla="val 42443"/>
                    </a:avLst>
                  </a:prstGeom>
                  <a:solidFill>
                    <a:schemeClr val="bg1">
                      <a:lumMod val="9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b="1"/>
                  </a:p>
                </p:txBody>
              </p:sp>
              <p:sp>
                <p:nvSpPr>
                  <p:cNvPr id="170" name="Rectangle: Rounded Corners 169">
                    <a:extLst>
                      <a:ext uri="{FF2B5EF4-FFF2-40B4-BE49-F238E27FC236}">
                        <a16:creationId xmlns:a16="http://schemas.microsoft.com/office/drawing/2014/main" id="{92365434-321B-4547-BBE7-DF1990EBC2FB}"/>
                      </a:ext>
                    </a:extLst>
                  </p:cNvPr>
                  <p:cNvSpPr/>
                  <p:nvPr/>
                </p:nvSpPr>
                <p:spPr>
                  <a:xfrm rot="156974" flipH="1">
                    <a:off x="9072809" y="1524834"/>
                    <a:ext cx="329077" cy="3371423"/>
                  </a:xfrm>
                  <a:prstGeom prst="roundRect">
                    <a:avLst>
                      <a:gd name="adj" fmla="val 42443"/>
                    </a:avLst>
                  </a:prstGeom>
                  <a:solidFill>
                    <a:schemeClr val="bg1">
                      <a:lumMod val="9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US" b="1"/>
                  </a:p>
                </p:txBody>
              </p:sp>
              <p:sp>
                <p:nvSpPr>
                  <p:cNvPr id="171" name="Rectangle: Rounded Corners 170">
                    <a:extLst>
                      <a:ext uri="{FF2B5EF4-FFF2-40B4-BE49-F238E27FC236}">
                        <a16:creationId xmlns:a16="http://schemas.microsoft.com/office/drawing/2014/main" id="{D988D735-8BBC-4BCB-AFA2-C8803026949F}"/>
                      </a:ext>
                    </a:extLst>
                  </p:cNvPr>
                  <p:cNvSpPr/>
                  <p:nvPr/>
                </p:nvSpPr>
                <p:spPr>
                  <a:xfrm rot="249796" flipH="1">
                    <a:off x="9729866" y="1544211"/>
                    <a:ext cx="329077" cy="3371423"/>
                  </a:xfrm>
                  <a:prstGeom prst="roundRect">
                    <a:avLst>
                      <a:gd name="adj" fmla="val 42443"/>
                    </a:avLst>
                  </a:prstGeom>
                  <a:solidFill>
                    <a:schemeClr val="bg1">
                      <a:lumMod val="9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US" b="1"/>
                  </a:p>
                </p:txBody>
              </p:sp>
            </p:grpSp>
          </p:grpSp>
          <p:sp>
            <p:nvSpPr>
              <p:cNvPr id="162" name="Rectangle 161">
                <a:extLst>
                  <a:ext uri="{FF2B5EF4-FFF2-40B4-BE49-F238E27FC236}">
                    <a16:creationId xmlns:a16="http://schemas.microsoft.com/office/drawing/2014/main" id="{81031978-73CC-4EE7-9DDB-6275C1AF9013}"/>
                  </a:ext>
                </a:extLst>
              </p:cNvPr>
              <p:cNvSpPr/>
              <p:nvPr/>
            </p:nvSpPr>
            <p:spPr>
              <a:xfrm>
                <a:off x="11028796" y="3310845"/>
                <a:ext cx="926889" cy="646331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A6A6A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rIns="0" rtlCol="0" anchor="ctr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Phone call from John—critical bug</a:t>
                </a:r>
              </a:p>
            </p:txBody>
          </p:sp>
          <p:sp>
            <p:nvSpPr>
              <p:cNvPr id="163" name="Rectangle 162">
                <a:extLst>
                  <a:ext uri="{FF2B5EF4-FFF2-40B4-BE49-F238E27FC236}">
                    <a16:creationId xmlns:a16="http://schemas.microsoft.com/office/drawing/2014/main" id="{05A7F037-8413-406D-81D0-B16068C8592D}"/>
                  </a:ext>
                </a:extLst>
              </p:cNvPr>
              <p:cNvSpPr/>
              <p:nvPr/>
            </p:nvSpPr>
            <p:spPr>
              <a:xfrm>
                <a:off x="10911825" y="4215120"/>
                <a:ext cx="1153867" cy="374670"/>
              </a:xfrm>
              <a:prstGeom prst="rect">
                <a:avLst/>
              </a:prstGeom>
              <a:solidFill>
                <a:srgbClr val="E3B82B"/>
              </a:solidFill>
              <a:ln/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819" tIns="48409" rIns="96819" bIns="4840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defTabSz="484086"/>
                <a:r>
                  <a:rPr lang="en-US" sz="1412" b="1" dirty="0">
                    <a:solidFill>
                      <a:srgbClr val="C42F1A"/>
                    </a:solidFill>
                    <a:latin typeface="Trebuchet MS" panose="020B0603020202020204"/>
                  </a:rPr>
                  <a:t>H </a:t>
                </a:r>
                <a:r>
                  <a:rPr lang="en-US" sz="1098" dirty="0">
                    <a:solidFill>
                      <a:prstClr val="white"/>
                    </a:solidFill>
                    <a:latin typeface="Trebuchet MS" panose="020B0603020202020204"/>
                  </a:rPr>
                  <a:t>idden Errors</a:t>
                </a:r>
              </a:p>
            </p:txBody>
          </p:sp>
        </p:grpSp>
      </p:grp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55E35264-5762-4E46-864C-6BBAD755D939}"/>
              </a:ext>
            </a:extLst>
          </p:cNvPr>
          <p:cNvGrpSpPr/>
          <p:nvPr/>
        </p:nvGrpSpPr>
        <p:grpSpPr>
          <a:xfrm>
            <a:off x="3560230" y="2997228"/>
            <a:ext cx="1396179" cy="1816483"/>
            <a:chOff x="5670440" y="4678061"/>
            <a:chExt cx="1396179" cy="1816483"/>
          </a:xfrm>
        </p:grpSpPr>
        <p:cxnSp>
          <p:nvCxnSpPr>
            <p:cNvPr id="187" name="Straight Arrow Connector 186">
              <a:extLst>
                <a:ext uri="{FF2B5EF4-FFF2-40B4-BE49-F238E27FC236}">
                  <a16:creationId xmlns:a16="http://schemas.microsoft.com/office/drawing/2014/main" id="{5C8DEE42-F328-4C79-A7FB-760772C901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6000" y="5336036"/>
              <a:ext cx="233213" cy="5765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8" name="Group 187">
              <a:extLst>
                <a:ext uri="{FF2B5EF4-FFF2-40B4-BE49-F238E27FC236}">
                  <a16:creationId xmlns:a16="http://schemas.microsoft.com/office/drawing/2014/main" id="{D13A65FE-96AD-428E-AEDF-14F01DF9FDEB}"/>
                </a:ext>
              </a:extLst>
            </p:cNvPr>
            <p:cNvGrpSpPr/>
            <p:nvPr/>
          </p:nvGrpSpPr>
          <p:grpSpPr>
            <a:xfrm>
              <a:off x="5670440" y="4678061"/>
              <a:ext cx="1396179" cy="1816483"/>
              <a:chOff x="10790669" y="2773307"/>
              <a:chExt cx="1396179" cy="1816483"/>
            </a:xfrm>
          </p:grpSpPr>
          <p:grpSp>
            <p:nvGrpSpPr>
              <p:cNvPr id="189" name="Group 188">
                <a:extLst>
                  <a:ext uri="{FF2B5EF4-FFF2-40B4-BE49-F238E27FC236}">
                    <a16:creationId xmlns:a16="http://schemas.microsoft.com/office/drawing/2014/main" id="{AD5C9783-3DB6-465F-B834-5B4F3F10EFDA}"/>
                  </a:ext>
                </a:extLst>
              </p:cNvPr>
              <p:cNvGrpSpPr/>
              <p:nvPr/>
            </p:nvGrpSpPr>
            <p:grpSpPr>
              <a:xfrm>
                <a:off x="10843681" y="2773307"/>
                <a:ext cx="1325546" cy="1601376"/>
                <a:chOff x="10222133" y="1482222"/>
                <a:chExt cx="903310" cy="1091278"/>
              </a:xfrm>
            </p:grpSpPr>
            <p:grpSp>
              <p:nvGrpSpPr>
                <p:cNvPr id="192" name="Group 191">
                  <a:extLst>
                    <a:ext uri="{FF2B5EF4-FFF2-40B4-BE49-F238E27FC236}">
                      <a16:creationId xmlns:a16="http://schemas.microsoft.com/office/drawing/2014/main" id="{7FFD4D77-169E-442B-97A3-073742F07FC3}"/>
                    </a:ext>
                  </a:extLst>
                </p:cNvPr>
                <p:cNvGrpSpPr/>
                <p:nvPr/>
              </p:nvGrpSpPr>
              <p:grpSpPr>
                <a:xfrm>
                  <a:off x="10222133" y="1482222"/>
                  <a:ext cx="903310" cy="147029"/>
                  <a:chOff x="4602336" y="1175906"/>
                  <a:chExt cx="3397105" cy="552938"/>
                </a:xfrm>
                <a:solidFill>
                  <a:schemeClr val="bg1">
                    <a:lumMod val="65000"/>
                  </a:schemeClr>
                </a:solidFill>
              </p:grpSpPr>
              <p:sp>
                <p:nvSpPr>
                  <p:cNvPr id="200" name="Graphic 6" descr="Hanger">
                    <a:extLst>
                      <a:ext uri="{FF2B5EF4-FFF2-40B4-BE49-F238E27FC236}">
                        <a16:creationId xmlns:a16="http://schemas.microsoft.com/office/drawing/2014/main" id="{024BB2EF-C88F-44F6-9590-C3C22A0D4EA9}"/>
                      </a:ext>
                    </a:extLst>
                  </p:cNvPr>
                  <p:cNvSpPr/>
                  <p:nvPr/>
                </p:nvSpPr>
                <p:spPr>
                  <a:xfrm>
                    <a:off x="5828561" y="1175906"/>
                    <a:ext cx="950802" cy="522470"/>
                  </a:xfrm>
                  <a:custGeom>
                    <a:avLst/>
                    <a:gdLst>
                      <a:gd name="connsiteX0" fmla="*/ 802554 w 838200"/>
                      <a:gd name="connsiteY0" fmla="*/ 465296 h 609600"/>
                      <a:gd name="connsiteX1" fmla="*/ 452034 w 838200"/>
                      <a:gd name="connsiteY1" fmla="*/ 257651 h 609600"/>
                      <a:gd name="connsiteX2" fmla="*/ 452034 w 838200"/>
                      <a:gd name="connsiteY2" fmla="*/ 207169 h 609600"/>
                      <a:gd name="connsiteX3" fmla="*/ 434889 w 838200"/>
                      <a:gd name="connsiteY3" fmla="*/ 180499 h 609600"/>
                      <a:gd name="connsiteX4" fmla="*/ 375834 w 838200"/>
                      <a:gd name="connsiteY4" fmla="*/ 111919 h 609600"/>
                      <a:gd name="connsiteX5" fmla="*/ 423459 w 838200"/>
                      <a:gd name="connsiteY5" fmla="*/ 64294 h 609600"/>
                      <a:gd name="connsiteX6" fmla="*/ 480609 w 838200"/>
                      <a:gd name="connsiteY6" fmla="*/ 111919 h 609600"/>
                      <a:gd name="connsiteX7" fmla="*/ 509184 w 838200"/>
                      <a:gd name="connsiteY7" fmla="*/ 140494 h 609600"/>
                      <a:gd name="connsiteX8" fmla="*/ 537759 w 838200"/>
                      <a:gd name="connsiteY8" fmla="*/ 111919 h 609600"/>
                      <a:gd name="connsiteX9" fmla="*/ 423459 w 838200"/>
                      <a:gd name="connsiteY9" fmla="*/ 7144 h 609600"/>
                      <a:gd name="connsiteX10" fmla="*/ 318684 w 838200"/>
                      <a:gd name="connsiteY10" fmla="*/ 111919 h 609600"/>
                      <a:gd name="connsiteX11" fmla="*/ 394884 w 838200"/>
                      <a:gd name="connsiteY11" fmla="*/ 225266 h 609600"/>
                      <a:gd name="connsiteX12" fmla="*/ 394884 w 838200"/>
                      <a:gd name="connsiteY12" fmla="*/ 257651 h 609600"/>
                      <a:gd name="connsiteX13" fmla="*/ 44364 w 838200"/>
                      <a:gd name="connsiteY13" fmla="*/ 465296 h 609600"/>
                      <a:gd name="connsiteX14" fmla="*/ 10074 w 838200"/>
                      <a:gd name="connsiteY14" fmla="*/ 551021 h 609600"/>
                      <a:gd name="connsiteX15" fmla="*/ 83416 w 838200"/>
                      <a:gd name="connsiteY15" fmla="*/ 607219 h 609600"/>
                      <a:gd name="connsiteX16" fmla="*/ 764454 w 838200"/>
                      <a:gd name="connsiteY16" fmla="*/ 607219 h 609600"/>
                      <a:gd name="connsiteX17" fmla="*/ 837796 w 838200"/>
                      <a:gd name="connsiteY17" fmla="*/ 551021 h 609600"/>
                      <a:gd name="connsiteX18" fmla="*/ 802554 w 838200"/>
                      <a:gd name="connsiteY18" fmla="*/ 465296 h 609600"/>
                      <a:gd name="connsiteX19" fmla="*/ 782551 w 838200"/>
                      <a:gd name="connsiteY19" fmla="*/ 535781 h 609600"/>
                      <a:gd name="connsiteX20" fmla="*/ 764454 w 838200"/>
                      <a:gd name="connsiteY20" fmla="*/ 550069 h 609600"/>
                      <a:gd name="connsiteX21" fmla="*/ 82464 w 838200"/>
                      <a:gd name="connsiteY21" fmla="*/ 550069 h 609600"/>
                      <a:gd name="connsiteX22" fmla="*/ 64366 w 838200"/>
                      <a:gd name="connsiteY22" fmla="*/ 535781 h 609600"/>
                      <a:gd name="connsiteX23" fmla="*/ 72939 w 838200"/>
                      <a:gd name="connsiteY23" fmla="*/ 514826 h 609600"/>
                      <a:gd name="connsiteX24" fmla="*/ 423459 w 838200"/>
                      <a:gd name="connsiteY24" fmla="*/ 307181 h 609600"/>
                      <a:gd name="connsiteX25" fmla="*/ 773979 w 838200"/>
                      <a:gd name="connsiteY25" fmla="*/ 514826 h 609600"/>
                      <a:gd name="connsiteX26" fmla="*/ 782551 w 838200"/>
                      <a:gd name="connsiteY26" fmla="*/ 535781 h 609600"/>
                      <a:gd name="connsiteX0" fmla="*/ 795411 w 833205"/>
                      <a:gd name="connsiteY0" fmla="*/ 458152 h 600075"/>
                      <a:gd name="connsiteX1" fmla="*/ 444891 w 833205"/>
                      <a:gd name="connsiteY1" fmla="*/ 250507 h 600075"/>
                      <a:gd name="connsiteX2" fmla="*/ 444891 w 833205"/>
                      <a:gd name="connsiteY2" fmla="*/ 200025 h 600075"/>
                      <a:gd name="connsiteX3" fmla="*/ 427746 w 833205"/>
                      <a:gd name="connsiteY3" fmla="*/ 173355 h 600075"/>
                      <a:gd name="connsiteX4" fmla="*/ 368691 w 833205"/>
                      <a:gd name="connsiteY4" fmla="*/ 104775 h 600075"/>
                      <a:gd name="connsiteX5" fmla="*/ 416316 w 833205"/>
                      <a:gd name="connsiteY5" fmla="*/ 57150 h 600075"/>
                      <a:gd name="connsiteX6" fmla="*/ 473466 w 833205"/>
                      <a:gd name="connsiteY6" fmla="*/ 104775 h 600075"/>
                      <a:gd name="connsiteX7" fmla="*/ 502041 w 833205"/>
                      <a:gd name="connsiteY7" fmla="*/ 133350 h 600075"/>
                      <a:gd name="connsiteX8" fmla="*/ 530616 w 833205"/>
                      <a:gd name="connsiteY8" fmla="*/ 104775 h 600075"/>
                      <a:gd name="connsiteX9" fmla="*/ 416316 w 833205"/>
                      <a:gd name="connsiteY9" fmla="*/ 0 h 600075"/>
                      <a:gd name="connsiteX10" fmla="*/ 311541 w 833205"/>
                      <a:gd name="connsiteY10" fmla="*/ 104775 h 600075"/>
                      <a:gd name="connsiteX11" fmla="*/ 387741 w 833205"/>
                      <a:gd name="connsiteY11" fmla="*/ 218122 h 600075"/>
                      <a:gd name="connsiteX12" fmla="*/ 37221 w 833205"/>
                      <a:gd name="connsiteY12" fmla="*/ 458152 h 600075"/>
                      <a:gd name="connsiteX13" fmla="*/ 2931 w 833205"/>
                      <a:gd name="connsiteY13" fmla="*/ 543877 h 600075"/>
                      <a:gd name="connsiteX14" fmla="*/ 76273 w 833205"/>
                      <a:gd name="connsiteY14" fmla="*/ 600075 h 600075"/>
                      <a:gd name="connsiteX15" fmla="*/ 757311 w 833205"/>
                      <a:gd name="connsiteY15" fmla="*/ 600075 h 600075"/>
                      <a:gd name="connsiteX16" fmla="*/ 830653 w 833205"/>
                      <a:gd name="connsiteY16" fmla="*/ 543877 h 600075"/>
                      <a:gd name="connsiteX17" fmla="*/ 795411 w 833205"/>
                      <a:gd name="connsiteY17" fmla="*/ 458152 h 600075"/>
                      <a:gd name="connsiteX18" fmla="*/ 775408 w 833205"/>
                      <a:gd name="connsiteY18" fmla="*/ 528637 h 600075"/>
                      <a:gd name="connsiteX19" fmla="*/ 757311 w 833205"/>
                      <a:gd name="connsiteY19" fmla="*/ 542925 h 600075"/>
                      <a:gd name="connsiteX20" fmla="*/ 75321 w 833205"/>
                      <a:gd name="connsiteY20" fmla="*/ 542925 h 600075"/>
                      <a:gd name="connsiteX21" fmla="*/ 57223 w 833205"/>
                      <a:gd name="connsiteY21" fmla="*/ 528637 h 600075"/>
                      <a:gd name="connsiteX22" fmla="*/ 65796 w 833205"/>
                      <a:gd name="connsiteY22" fmla="*/ 507682 h 600075"/>
                      <a:gd name="connsiteX23" fmla="*/ 416316 w 833205"/>
                      <a:gd name="connsiteY23" fmla="*/ 300037 h 600075"/>
                      <a:gd name="connsiteX24" fmla="*/ 766836 w 833205"/>
                      <a:gd name="connsiteY24" fmla="*/ 507682 h 600075"/>
                      <a:gd name="connsiteX25" fmla="*/ 775408 w 833205"/>
                      <a:gd name="connsiteY25" fmla="*/ 528637 h 600075"/>
                      <a:gd name="connsiteX0" fmla="*/ 799378 w 837172"/>
                      <a:gd name="connsiteY0" fmla="*/ 458152 h 600075"/>
                      <a:gd name="connsiteX1" fmla="*/ 448858 w 837172"/>
                      <a:gd name="connsiteY1" fmla="*/ 250507 h 600075"/>
                      <a:gd name="connsiteX2" fmla="*/ 448858 w 837172"/>
                      <a:gd name="connsiteY2" fmla="*/ 200025 h 600075"/>
                      <a:gd name="connsiteX3" fmla="*/ 431713 w 837172"/>
                      <a:gd name="connsiteY3" fmla="*/ 173355 h 600075"/>
                      <a:gd name="connsiteX4" fmla="*/ 372658 w 837172"/>
                      <a:gd name="connsiteY4" fmla="*/ 104775 h 600075"/>
                      <a:gd name="connsiteX5" fmla="*/ 420283 w 837172"/>
                      <a:gd name="connsiteY5" fmla="*/ 57150 h 600075"/>
                      <a:gd name="connsiteX6" fmla="*/ 477433 w 837172"/>
                      <a:gd name="connsiteY6" fmla="*/ 104775 h 600075"/>
                      <a:gd name="connsiteX7" fmla="*/ 506008 w 837172"/>
                      <a:gd name="connsiteY7" fmla="*/ 133350 h 600075"/>
                      <a:gd name="connsiteX8" fmla="*/ 534583 w 837172"/>
                      <a:gd name="connsiteY8" fmla="*/ 104775 h 600075"/>
                      <a:gd name="connsiteX9" fmla="*/ 420283 w 837172"/>
                      <a:gd name="connsiteY9" fmla="*/ 0 h 600075"/>
                      <a:gd name="connsiteX10" fmla="*/ 315508 w 837172"/>
                      <a:gd name="connsiteY10" fmla="*/ 104775 h 600075"/>
                      <a:gd name="connsiteX11" fmla="*/ 41188 w 837172"/>
                      <a:gd name="connsiteY11" fmla="*/ 458152 h 600075"/>
                      <a:gd name="connsiteX12" fmla="*/ 6898 w 837172"/>
                      <a:gd name="connsiteY12" fmla="*/ 543877 h 600075"/>
                      <a:gd name="connsiteX13" fmla="*/ 80240 w 837172"/>
                      <a:gd name="connsiteY13" fmla="*/ 600075 h 600075"/>
                      <a:gd name="connsiteX14" fmla="*/ 761278 w 837172"/>
                      <a:gd name="connsiteY14" fmla="*/ 600075 h 600075"/>
                      <a:gd name="connsiteX15" fmla="*/ 834620 w 837172"/>
                      <a:gd name="connsiteY15" fmla="*/ 543877 h 600075"/>
                      <a:gd name="connsiteX16" fmla="*/ 799378 w 837172"/>
                      <a:gd name="connsiteY16" fmla="*/ 458152 h 600075"/>
                      <a:gd name="connsiteX17" fmla="*/ 779375 w 837172"/>
                      <a:gd name="connsiteY17" fmla="*/ 528637 h 600075"/>
                      <a:gd name="connsiteX18" fmla="*/ 761278 w 837172"/>
                      <a:gd name="connsiteY18" fmla="*/ 542925 h 600075"/>
                      <a:gd name="connsiteX19" fmla="*/ 79288 w 837172"/>
                      <a:gd name="connsiteY19" fmla="*/ 542925 h 600075"/>
                      <a:gd name="connsiteX20" fmla="*/ 61190 w 837172"/>
                      <a:gd name="connsiteY20" fmla="*/ 528637 h 600075"/>
                      <a:gd name="connsiteX21" fmla="*/ 69763 w 837172"/>
                      <a:gd name="connsiteY21" fmla="*/ 507682 h 600075"/>
                      <a:gd name="connsiteX22" fmla="*/ 420283 w 837172"/>
                      <a:gd name="connsiteY22" fmla="*/ 300037 h 600075"/>
                      <a:gd name="connsiteX23" fmla="*/ 770803 w 837172"/>
                      <a:gd name="connsiteY23" fmla="*/ 507682 h 600075"/>
                      <a:gd name="connsiteX24" fmla="*/ 779375 w 837172"/>
                      <a:gd name="connsiteY24" fmla="*/ 528637 h 600075"/>
                      <a:gd name="connsiteX0" fmla="*/ 799378 w 837172"/>
                      <a:gd name="connsiteY0" fmla="*/ 458152 h 600075"/>
                      <a:gd name="connsiteX1" fmla="*/ 448858 w 837172"/>
                      <a:gd name="connsiteY1" fmla="*/ 250507 h 600075"/>
                      <a:gd name="connsiteX2" fmla="*/ 448858 w 837172"/>
                      <a:gd name="connsiteY2" fmla="*/ 200025 h 600075"/>
                      <a:gd name="connsiteX3" fmla="*/ 372658 w 837172"/>
                      <a:gd name="connsiteY3" fmla="*/ 104775 h 600075"/>
                      <a:gd name="connsiteX4" fmla="*/ 420283 w 837172"/>
                      <a:gd name="connsiteY4" fmla="*/ 57150 h 600075"/>
                      <a:gd name="connsiteX5" fmla="*/ 477433 w 837172"/>
                      <a:gd name="connsiteY5" fmla="*/ 104775 h 600075"/>
                      <a:gd name="connsiteX6" fmla="*/ 506008 w 837172"/>
                      <a:gd name="connsiteY6" fmla="*/ 133350 h 600075"/>
                      <a:gd name="connsiteX7" fmla="*/ 534583 w 837172"/>
                      <a:gd name="connsiteY7" fmla="*/ 104775 h 600075"/>
                      <a:gd name="connsiteX8" fmla="*/ 420283 w 837172"/>
                      <a:gd name="connsiteY8" fmla="*/ 0 h 600075"/>
                      <a:gd name="connsiteX9" fmla="*/ 315508 w 837172"/>
                      <a:gd name="connsiteY9" fmla="*/ 104775 h 600075"/>
                      <a:gd name="connsiteX10" fmla="*/ 41188 w 837172"/>
                      <a:gd name="connsiteY10" fmla="*/ 458152 h 600075"/>
                      <a:gd name="connsiteX11" fmla="*/ 6898 w 837172"/>
                      <a:gd name="connsiteY11" fmla="*/ 543877 h 600075"/>
                      <a:gd name="connsiteX12" fmla="*/ 80240 w 837172"/>
                      <a:gd name="connsiteY12" fmla="*/ 600075 h 600075"/>
                      <a:gd name="connsiteX13" fmla="*/ 761278 w 837172"/>
                      <a:gd name="connsiteY13" fmla="*/ 600075 h 600075"/>
                      <a:gd name="connsiteX14" fmla="*/ 834620 w 837172"/>
                      <a:gd name="connsiteY14" fmla="*/ 543877 h 600075"/>
                      <a:gd name="connsiteX15" fmla="*/ 799378 w 837172"/>
                      <a:gd name="connsiteY15" fmla="*/ 458152 h 600075"/>
                      <a:gd name="connsiteX16" fmla="*/ 779375 w 837172"/>
                      <a:gd name="connsiteY16" fmla="*/ 528637 h 600075"/>
                      <a:gd name="connsiteX17" fmla="*/ 761278 w 837172"/>
                      <a:gd name="connsiteY17" fmla="*/ 542925 h 600075"/>
                      <a:gd name="connsiteX18" fmla="*/ 79288 w 837172"/>
                      <a:gd name="connsiteY18" fmla="*/ 542925 h 600075"/>
                      <a:gd name="connsiteX19" fmla="*/ 61190 w 837172"/>
                      <a:gd name="connsiteY19" fmla="*/ 528637 h 600075"/>
                      <a:gd name="connsiteX20" fmla="*/ 69763 w 837172"/>
                      <a:gd name="connsiteY20" fmla="*/ 507682 h 600075"/>
                      <a:gd name="connsiteX21" fmla="*/ 420283 w 837172"/>
                      <a:gd name="connsiteY21" fmla="*/ 300037 h 600075"/>
                      <a:gd name="connsiteX22" fmla="*/ 770803 w 837172"/>
                      <a:gd name="connsiteY22" fmla="*/ 507682 h 600075"/>
                      <a:gd name="connsiteX23" fmla="*/ 779375 w 837172"/>
                      <a:gd name="connsiteY23" fmla="*/ 528637 h 600075"/>
                      <a:gd name="connsiteX0" fmla="*/ 799378 w 837172"/>
                      <a:gd name="connsiteY0" fmla="*/ 458152 h 600075"/>
                      <a:gd name="connsiteX1" fmla="*/ 448858 w 837172"/>
                      <a:gd name="connsiteY1" fmla="*/ 250507 h 600075"/>
                      <a:gd name="connsiteX2" fmla="*/ 372658 w 837172"/>
                      <a:gd name="connsiteY2" fmla="*/ 104775 h 600075"/>
                      <a:gd name="connsiteX3" fmla="*/ 420283 w 837172"/>
                      <a:gd name="connsiteY3" fmla="*/ 57150 h 600075"/>
                      <a:gd name="connsiteX4" fmla="*/ 477433 w 837172"/>
                      <a:gd name="connsiteY4" fmla="*/ 104775 h 600075"/>
                      <a:gd name="connsiteX5" fmla="*/ 506008 w 837172"/>
                      <a:gd name="connsiteY5" fmla="*/ 133350 h 600075"/>
                      <a:gd name="connsiteX6" fmla="*/ 534583 w 837172"/>
                      <a:gd name="connsiteY6" fmla="*/ 104775 h 600075"/>
                      <a:gd name="connsiteX7" fmla="*/ 420283 w 837172"/>
                      <a:gd name="connsiteY7" fmla="*/ 0 h 600075"/>
                      <a:gd name="connsiteX8" fmla="*/ 315508 w 837172"/>
                      <a:gd name="connsiteY8" fmla="*/ 104775 h 600075"/>
                      <a:gd name="connsiteX9" fmla="*/ 41188 w 837172"/>
                      <a:gd name="connsiteY9" fmla="*/ 458152 h 600075"/>
                      <a:gd name="connsiteX10" fmla="*/ 6898 w 837172"/>
                      <a:gd name="connsiteY10" fmla="*/ 543877 h 600075"/>
                      <a:gd name="connsiteX11" fmla="*/ 80240 w 837172"/>
                      <a:gd name="connsiteY11" fmla="*/ 600075 h 600075"/>
                      <a:gd name="connsiteX12" fmla="*/ 761278 w 837172"/>
                      <a:gd name="connsiteY12" fmla="*/ 600075 h 600075"/>
                      <a:gd name="connsiteX13" fmla="*/ 834620 w 837172"/>
                      <a:gd name="connsiteY13" fmla="*/ 543877 h 600075"/>
                      <a:gd name="connsiteX14" fmla="*/ 799378 w 837172"/>
                      <a:gd name="connsiteY14" fmla="*/ 458152 h 600075"/>
                      <a:gd name="connsiteX15" fmla="*/ 779375 w 837172"/>
                      <a:gd name="connsiteY15" fmla="*/ 528637 h 600075"/>
                      <a:gd name="connsiteX16" fmla="*/ 761278 w 837172"/>
                      <a:gd name="connsiteY16" fmla="*/ 542925 h 600075"/>
                      <a:gd name="connsiteX17" fmla="*/ 79288 w 837172"/>
                      <a:gd name="connsiteY17" fmla="*/ 542925 h 600075"/>
                      <a:gd name="connsiteX18" fmla="*/ 61190 w 837172"/>
                      <a:gd name="connsiteY18" fmla="*/ 528637 h 600075"/>
                      <a:gd name="connsiteX19" fmla="*/ 69763 w 837172"/>
                      <a:gd name="connsiteY19" fmla="*/ 507682 h 600075"/>
                      <a:gd name="connsiteX20" fmla="*/ 420283 w 837172"/>
                      <a:gd name="connsiteY20" fmla="*/ 300037 h 600075"/>
                      <a:gd name="connsiteX21" fmla="*/ 770803 w 837172"/>
                      <a:gd name="connsiteY21" fmla="*/ 507682 h 600075"/>
                      <a:gd name="connsiteX22" fmla="*/ 779375 w 837172"/>
                      <a:gd name="connsiteY22" fmla="*/ 528637 h 600075"/>
                      <a:gd name="connsiteX0" fmla="*/ 799378 w 837172"/>
                      <a:gd name="connsiteY0" fmla="*/ 458152 h 600075"/>
                      <a:gd name="connsiteX1" fmla="*/ 372658 w 837172"/>
                      <a:gd name="connsiteY1" fmla="*/ 104775 h 600075"/>
                      <a:gd name="connsiteX2" fmla="*/ 420283 w 837172"/>
                      <a:gd name="connsiteY2" fmla="*/ 57150 h 600075"/>
                      <a:gd name="connsiteX3" fmla="*/ 477433 w 837172"/>
                      <a:gd name="connsiteY3" fmla="*/ 104775 h 600075"/>
                      <a:gd name="connsiteX4" fmla="*/ 506008 w 837172"/>
                      <a:gd name="connsiteY4" fmla="*/ 133350 h 600075"/>
                      <a:gd name="connsiteX5" fmla="*/ 534583 w 837172"/>
                      <a:gd name="connsiteY5" fmla="*/ 104775 h 600075"/>
                      <a:gd name="connsiteX6" fmla="*/ 420283 w 837172"/>
                      <a:gd name="connsiteY6" fmla="*/ 0 h 600075"/>
                      <a:gd name="connsiteX7" fmla="*/ 315508 w 837172"/>
                      <a:gd name="connsiteY7" fmla="*/ 104775 h 600075"/>
                      <a:gd name="connsiteX8" fmla="*/ 41188 w 837172"/>
                      <a:gd name="connsiteY8" fmla="*/ 458152 h 600075"/>
                      <a:gd name="connsiteX9" fmla="*/ 6898 w 837172"/>
                      <a:gd name="connsiteY9" fmla="*/ 543877 h 600075"/>
                      <a:gd name="connsiteX10" fmla="*/ 80240 w 837172"/>
                      <a:gd name="connsiteY10" fmla="*/ 600075 h 600075"/>
                      <a:gd name="connsiteX11" fmla="*/ 761278 w 837172"/>
                      <a:gd name="connsiteY11" fmla="*/ 600075 h 600075"/>
                      <a:gd name="connsiteX12" fmla="*/ 834620 w 837172"/>
                      <a:gd name="connsiteY12" fmla="*/ 543877 h 600075"/>
                      <a:gd name="connsiteX13" fmla="*/ 799378 w 837172"/>
                      <a:gd name="connsiteY13" fmla="*/ 458152 h 600075"/>
                      <a:gd name="connsiteX14" fmla="*/ 779375 w 837172"/>
                      <a:gd name="connsiteY14" fmla="*/ 528637 h 600075"/>
                      <a:gd name="connsiteX15" fmla="*/ 761278 w 837172"/>
                      <a:gd name="connsiteY15" fmla="*/ 542925 h 600075"/>
                      <a:gd name="connsiteX16" fmla="*/ 79288 w 837172"/>
                      <a:gd name="connsiteY16" fmla="*/ 542925 h 600075"/>
                      <a:gd name="connsiteX17" fmla="*/ 61190 w 837172"/>
                      <a:gd name="connsiteY17" fmla="*/ 528637 h 600075"/>
                      <a:gd name="connsiteX18" fmla="*/ 69763 w 837172"/>
                      <a:gd name="connsiteY18" fmla="*/ 507682 h 600075"/>
                      <a:gd name="connsiteX19" fmla="*/ 420283 w 837172"/>
                      <a:gd name="connsiteY19" fmla="*/ 300037 h 600075"/>
                      <a:gd name="connsiteX20" fmla="*/ 770803 w 837172"/>
                      <a:gd name="connsiteY20" fmla="*/ 507682 h 600075"/>
                      <a:gd name="connsiteX21" fmla="*/ 779375 w 837172"/>
                      <a:gd name="connsiteY21" fmla="*/ 528637 h 600075"/>
                      <a:gd name="connsiteX0" fmla="*/ 804847 w 842641"/>
                      <a:gd name="connsiteY0" fmla="*/ 475660 h 617583"/>
                      <a:gd name="connsiteX1" fmla="*/ 378127 w 842641"/>
                      <a:gd name="connsiteY1" fmla="*/ 122283 h 617583"/>
                      <a:gd name="connsiteX2" fmla="*/ 425752 w 842641"/>
                      <a:gd name="connsiteY2" fmla="*/ 74658 h 617583"/>
                      <a:gd name="connsiteX3" fmla="*/ 482902 w 842641"/>
                      <a:gd name="connsiteY3" fmla="*/ 122283 h 617583"/>
                      <a:gd name="connsiteX4" fmla="*/ 511477 w 842641"/>
                      <a:gd name="connsiteY4" fmla="*/ 150858 h 617583"/>
                      <a:gd name="connsiteX5" fmla="*/ 540052 w 842641"/>
                      <a:gd name="connsiteY5" fmla="*/ 122283 h 617583"/>
                      <a:gd name="connsiteX6" fmla="*/ 425752 w 842641"/>
                      <a:gd name="connsiteY6" fmla="*/ 17508 h 617583"/>
                      <a:gd name="connsiteX7" fmla="*/ 46657 w 842641"/>
                      <a:gd name="connsiteY7" fmla="*/ 475660 h 617583"/>
                      <a:gd name="connsiteX8" fmla="*/ 12367 w 842641"/>
                      <a:gd name="connsiteY8" fmla="*/ 561385 h 617583"/>
                      <a:gd name="connsiteX9" fmla="*/ 85709 w 842641"/>
                      <a:gd name="connsiteY9" fmla="*/ 617583 h 617583"/>
                      <a:gd name="connsiteX10" fmla="*/ 766747 w 842641"/>
                      <a:gd name="connsiteY10" fmla="*/ 617583 h 617583"/>
                      <a:gd name="connsiteX11" fmla="*/ 840089 w 842641"/>
                      <a:gd name="connsiteY11" fmla="*/ 561385 h 617583"/>
                      <a:gd name="connsiteX12" fmla="*/ 804847 w 842641"/>
                      <a:gd name="connsiteY12" fmla="*/ 475660 h 617583"/>
                      <a:gd name="connsiteX13" fmla="*/ 784844 w 842641"/>
                      <a:gd name="connsiteY13" fmla="*/ 546145 h 617583"/>
                      <a:gd name="connsiteX14" fmla="*/ 766747 w 842641"/>
                      <a:gd name="connsiteY14" fmla="*/ 560433 h 617583"/>
                      <a:gd name="connsiteX15" fmla="*/ 84757 w 842641"/>
                      <a:gd name="connsiteY15" fmla="*/ 560433 h 617583"/>
                      <a:gd name="connsiteX16" fmla="*/ 66659 w 842641"/>
                      <a:gd name="connsiteY16" fmla="*/ 546145 h 617583"/>
                      <a:gd name="connsiteX17" fmla="*/ 75232 w 842641"/>
                      <a:gd name="connsiteY17" fmla="*/ 525190 h 617583"/>
                      <a:gd name="connsiteX18" fmla="*/ 425752 w 842641"/>
                      <a:gd name="connsiteY18" fmla="*/ 317545 h 617583"/>
                      <a:gd name="connsiteX19" fmla="*/ 776272 w 842641"/>
                      <a:gd name="connsiteY19" fmla="*/ 525190 h 617583"/>
                      <a:gd name="connsiteX20" fmla="*/ 784844 w 842641"/>
                      <a:gd name="connsiteY20" fmla="*/ 546145 h 617583"/>
                      <a:gd name="connsiteX0" fmla="*/ 804847 w 842641"/>
                      <a:gd name="connsiteY0" fmla="*/ 475660 h 617583"/>
                      <a:gd name="connsiteX1" fmla="*/ 425752 w 842641"/>
                      <a:gd name="connsiteY1" fmla="*/ 74658 h 617583"/>
                      <a:gd name="connsiteX2" fmla="*/ 482902 w 842641"/>
                      <a:gd name="connsiteY2" fmla="*/ 122283 h 617583"/>
                      <a:gd name="connsiteX3" fmla="*/ 511477 w 842641"/>
                      <a:gd name="connsiteY3" fmla="*/ 150858 h 617583"/>
                      <a:gd name="connsiteX4" fmla="*/ 540052 w 842641"/>
                      <a:gd name="connsiteY4" fmla="*/ 122283 h 617583"/>
                      <a:gd name="connsiteX5" fmla="*/ 425752 w 842641"/>
                      <a:gd name="connsiteY5" fmla="*/ 17508 h 617583"/>
                      <a:gd name="connsiteX6" fmla="*/ 46657 w 842641"/>
                      <a:gd name="connsiteY6" fmla="*/ 475660 h 617583"/>
                      <a:gd name="connsiteX7" fmla="*/ 12367 w 842641"/>
                      <a:gd name="connsiteY7" fmla="*/ 561385 h 617583"/>
                      <a:gd name="connsiteX8" fmla="*/ 85709 w 842641"/>
                      <a:gd name="connsiteY8" fmla="*/ 617583 h 617583"/>
                      <a:gd name="connsiteX9" fmla="*/ 766747 w 842641"/>
                      <a:gd name="connsiteY9" fmla="*/ 617583 h 617583"/>
                      <a:gd name="connsiteX10" fmla="*/ 840089 w 842641"/>
                      <a:gd name="connsiteY10" fmla="*/ 561385 h 617583"/>
                      <a:gd name="connsiteX11" fmla="*/ 804847 w 842641"/>
                      <a:gd name="connsiteY11" fmla="*/ 475660 h 617583"/>
                      <a:gd name="connsiteX12" fmla="*/ 784844 w 842641"/>
                      <a:gd name="connsiteY12" fmla="*/ 546145 h 617583"/>
                      <a:gd name="connsiteX13" fmla="*/ 766747 w 842641"/>
                      <a:gd name="connsiteY13" fmla="*/ 560433 h 617583"/>
                      <a:gd name="connsiteX14" fmla="*/ 84757 w 842641"/>
                      <a:gd name="connsiteY14" fmla="*/ 560433 h 617583"/>
                      <a:gd name="connsiteX15" fmla="*/ 66659 w 842641"/>
                      <a:gd name="connsiteY15" fmla="*/ 546145 h 617583"/>
                      <a:gd name="connsiteX16" fmla="*/ 75232 w 842641"/>
                      <a:gd name="connsiteY16" fmla="*/ 525190 h 617583"/>
                      <a:gd name="connsiteX17" fmla="*/ 425752 w 842641"/>
                      <a:gd name="connsiteY17" fmla="*/ 317545 h 617583"/>
                      <a:gd name="connsiteX18" fmla="*/ 776272 w 842641"/>
                      <a:gd name="connsiteY18" fmla="*/ 525190 h 617583"/>
                      <a:gd name="connsiteX19" fmla="*/ 784844 w 842641"/>
                      <a:gd name="connsiteY19" fmla="*/ 546145 h 617583"/>
                      <a:gd name="connsiteX0" fmla="*/ 811977 w 849771"/>
                      <a:gd name="connsiteY0" fmla="*/ 401002 h 542925"/>
                      <a:gd name="connsiteX1" fmla="*/ 432882 w 849771"/>
                      <a:gd name="connsiteY1" fmla="*/ 0 h 542925"/>
                      <a:gd name="connsiteX2" fmla="*/ 490032 w 849771"/>
                      <a:gd name="connsiteY2" fmla="*/ 47625 h 542925"/>
                      <a:gd name="connsiteX3" fmla="*/ 518607 w 849771"/>
                      <a:gd name="connsiteY3" fmla="*/ 76200 h 542925"/>
                      <a:gd name="connsiteX4" fmla="*/ 547182 w 849771"/>
                      <a:gd name="connsiteY4" fmla="*/ 47625 h 542925"/>
                      <a:gd name="connsiteX5" fmla="*/ 53787 w 849771"/>
                      <a:gd name="connsiteY5" fmla="*/ 401002 h 542925"/>
                      <a:gd name="connsiteX6" fmla="*/ 19497 w 849771"/>
                      <a:gd name="connsiteY6" fmla="*/ 486727 h 542925"/>
                      <a:gd name="connsiteX7" fmla="*/ 92839 w 849771"/>
                      <a:gd name="connsiteY7" fmla="*/ 542925 h 542925"/>
                      <a:gd name="connsiteX8" fmla="*/ 773877 w 849771"/>
                      <a:gd name="connsiteY8" fmla="*/ 542925 h 542925"/>
                      <a:gd name="connsiteX9" fmla="*/ 847219 w 849771"/>
                      <a:gd name="connsiteY9" fmla="*/ 486727 h 542925"/>
                      <a:gd name="connsiteX10" fmla="*/ 811977 w 849771"/>
                      <a:gd name="connsiteY10" fmla="*/ 401002 h 542925"/>
                      <a:gd name="connsiteX11" fmla="*/ 791974 w 849771"/>
                      <a:gd name="connsiteY11" fmla="*/ 471487 h 542925"/>
                      <a:gd name="connsiteX12" fmla="*/ 773877 w 849771"/>
                      <a:gd name="connsiteY12" fmla="*/ 485775 h 542925"/>
                      <a:gd name="connsiteX13" fmla="*/ 91887 w 849771"/>
                      <a:gd name="connsiteY13" fmla="*/ 485775 h 542925"/>
                      <a:gd name="connsiteX14" fmla="*/ 73789 w 849771"/>
                      <a:gd name="connsiteY14" fmla="*/ 471487 h 542925"/>
                      <a:gd name="connsiteX15" fmla="*/ 82362 w 849771"/>
                      <a:gd name="connsiteY15" fmla="*/ 450532 h 542925"/>
                      <a:gd name="connsiteX16" fmla="*/ 432882 w 849771"/>
                      <a:gd name="connsiteY16" fmla="*/ 242887 h 542925"/>
                      <a:gd name="connsiteX17" fmla="*/ 783402 w 849771"/>
                      <a:gd name="connsiteY17" fmla="*/ 450532 h 542925"/>
                      <a:gd name="connsiteX18" fmla="*/ 791974 w 849771"/>
                      <a:gd name="connsiteY18" fmla="*/ 471487 h 542925"/>
                      <a:gd name="connsiteX0" fmla="*/ 811977 w 849771"/>
                      <a:gd name="connsiteY0" fmla="*/ 401002 h 542925"/>
                      <a:gd name="connsiteX1" fmla="*/ 432882 w 849771"/>
                      <a:gd name="connsiteY1" fmla="*/ 0 h 542925"/>
                      <a:gd name="connsiteX2" fmla="*/ 490032 w 849771"/>
                      <a:gd name="connsiteY2" fmla="*/ 47625 h 542925"/>
                      <a:gd name="connsiteX3" fmla="*/ 547182 w 849771"/>
                      <a:gd name="connsiteY3" fmla="*/ 47625 h 542925"/>
                      <a:gd name="connsiteX4" fmla="*/ 53787 w 849771"/>
                      <a:gd name="connsiteY4" fmla="*/ 401002 h 542925"/>
                      <a:gd name="connsiteX5" fmla="*/ 19497 w 849771"/>
                      <a:gd name="connsiteY5" fmla="*/ 486727 h 542925"/>
                      <a:gd name="connsiteX6" fmla="*/ 92839 w 849771"/>
                      <a:gd name="connsiteY6" fmla="*/ 542925 h 542925"/>
                      <a:gd name="connsiteX7" fmla="*/ 773877 w 849771"/>
                      <a:gd name="connsiteY7" fmla="*/ 542925 h 542925"/>
                      <a:gd name="connsiteX8" fmla="*/ 847219 w 849771"/>
                      <a:gd name="connsiteY8" fmla="*/ 486727 h 542925"/>
                      <a:gd name="connsiteX9" fmla="*/ 811977 w 849771"/>
                      <a:gd name="connsiteY9" fmla="*/ 401002 h 542925"/>
                      <a:gd name="connsiteX10" fmla="*/ 791974 w 849771"/>
                      <a:gd name="connsiteY10" fmla="*/ 471487 h 542925"/>
                      <a:gd name="connsiteX11" fmla="*/ 773877 w 849771"/>
                      <a:gd name="connsiteY11" fmla="*/ 485775 h 542925"/>
                      <a:gd name="connsiteX12" fmla="*/ 91887 w 849771"/>
                      <a:gd name="connsiteY12" fmla="*/ 485775 h 542925"/>
                      <a:gd name="connsiteX13" fmla="*/ 73789 w 849771"/>
                      <a:gd name="connsiteY13" fmla="*/ 471487 h 542925"/>
                      <a:gd name="connsiteX14" fmla="*/ 82362 w 849771"/>
                      <a:gd name="connsiteY14" fmla="*/ 450532 h 542925"/>
                      <a:gd name="connsiteX15" fmla="*/ 432882 w 849771"/>
                      <a:gd name="connsiteY15" fmla="*/ 242887 h 542925"/>
                      <a:gd name="connsiteX16" fmla="*/ 783402 w 849771"/>
                      <a:gd name="connsiteY16" fmla="*/ 450532 h 542925"/>
                      <a:gd name="connsiteX17" fmla="*/ 791974 w 849771"/>
                      <a:gd name="connsiteY17" fmla="*/ 471487 h 542925"/>
                      <a:gd name="connsiteX0" fmla="*/ 808316 w 846110"/>
                      <a:gd name="connsiteY0" fmla="*/ 403561 h 545484"/>
                      <a:gd name="connsiteX1" fmla="*/ 429221 w 846110"/>
                      <a:gd name="connsiteY1" fmla="*/ 2559 h 545484"/>
                      <a:gd name="connsiteX2" fmla="*/ 486371 w 846110"/>
                      <a:gd name="connsiteY2" fmla="*/ 50184 h 545484"/>
                      <a:gd name="connsiteX3" fmla="*/ 50126 w 846110"/>
                      <a:gd name="connsiteY3" fmla="*/ 403561 h 545484"/>
                      <a:gd name="connsiteX4" fmla="*/ 15836 w 846110"/>
                      <a:gd name="connsiteY4" fmla="*/ 489286 h 545484"/>
                      <a:gd name="connsiteX5" fmla="*/ 89178 w 846110"/>
                      <a:gd name="connsiteY5" fmla="*/ 545484 h 545484"/>
                      <a:gd name="connsiteX6" fmla="*/ 770216 w 846110"/>
                      <a:gd name="connsiteY6" fmla="*/ 545484 h 545484"/>
                      <a:gd name="connsiteX7" fmla="*/ 843558 w 846110"/>
                      <a:gd name="connsiteY7" fmla="*/ 489286 h 545484"/>
                      <a:gd name="connsiteX8" fmla="*/ 808316 w 846110"/>
                      <a:gd name="connsiteY8" fmla="*/ 403561 h 545484"/>
                      <a:gd name="connsiteX9" fmla="*/ 788313 w 846110"/>
                      <a:gd name="connsiteY9" fmla="*/ 474046 h 545484"/>
                      <a:gd name="connsiteX10" fmla="*/ 770216 w 846110"/>
                      <a:gd name="connsiteY10" fmla="*/ 488334 h 545484"/>
                      <a:gd name="connsiteX11" fmla="*/ 88226 w 846110"/>
                      <a:gd name="connsiteY11" fmla="*/ 488334 h 545484"/>
                      <a:gd name="connsiteX12" fmla="*/ 70128 w 846110"/>
                      <a:gd name="connsiteY12" fmla="*/ 474046 h 545484"/>
                      <a:gd name="connsiteX13" fmla="*/ 78701 w 846110"/>
                      <a:gd name="connsiteY13" fmla="*/ 453091 h 545484"/>
                      <a:gd name="connsiteX14" fmla="*/ 429221 w 846110"/>
                      <a:gd name="connsiteY14" fmla="*/ 245446 h 545484"/>
                      <a:gd name="connsiteX15" fmla="*/ 779741 w 846110"/>
                      <a:gd name="connsiteY15" fmla="*/ 453091 h 545484"/>
                      <a:gd name="connsiteX16" fmla="*/ 788313 w 846110"/>
                      <a:gd name="connsiteY16" fmla="*/ 474046 h 545484"/>
                      <a:gd name="connsiteX0" fmla="*/ 804848 w 842642"/>
                      <a:gd name="connsiteY0" fmla="*/ 401002 h 542925"/>
                      <a:gd name="connsiteX1" fmla="*/ 425753 w 842642"/>
                      <a:gd name="connsiteY1" fmla="*/ 0 h 542925"/>
                      <a:gd name="connsiteX2" fmla="*/ 46658 w 842642"/>
                      <a:gd name="connsiteY2" fmla="*/ 401002 h 542925"/>
                      <a:gd name="connsiteX3" fmla="*/ 12368 w 842642"/>
                      <a:gd name="connsiteY3" fmla="*/ 486727 h 542925"/>
                      <a:gd name="connsiteX4" fmla="*/ 85710 w 842642"/>
                      <a:gd name="connsiteY4" fmla="*/ 542925 h 542925"/>
                      <a:gd name="connsiteX5" fmla="*/ 766748 w 842642"/>
                      <a:gd name="connsiteY5" fmla="*/ 542925 h 542925"/>
                      <a:gd name="connsiteX6" fmla="*/ 840090 w 842642"/>
                      <a:gd name="connsiteY6" fmla="*/ 486727 h 542925"/>
                      <a:gd name="connsiteX7" fmla="*/ 804848 w 842642"/>
                      <a:gd name="connsiteY7" fmla="*/ 401002 h 542925"/>
                      <a:gd name="connsiteX8" fmla="*/ 784845 w 842642"/>
                      <a:gd name="connsiteY8" fmla="*/ 471487 h 542925"/>
                      <a:gd name="connsiteX9" fmla="*/ 766748 w 842642"/>
                      <a:gd name="connsiteY9" fmla="*/ 485775 h 542925"/>
                      <a:gd name="connsiteX10" fmla="*/ 84758 w 842642"/>
                      <a:gd name="connsiteY10" fmla="*/ 485775 h 542925"/>
                      <a:gd name="connsiteX11" fmla="*/ 66660 w 842642"/>
                      <a:gd name="connsiteY11" fmla="*/ 471487 h 542925"/>
                      <a:gd name="connsiteX12" fmla="*/ 75233 w 842642"/>
                      <a:gd name="connsiteY12" fmla="*/ 450532 h 542925"/>
                      <a:gd name="connsiteX13" fmla="*/ 425753 w 842642"/>
                      <a:gd name="connsiteY13" fmla="*/ 242887 h 542925"/>
                      <a:gd name="connsiteX14" fmla="*/ 776273 w 842642"/>
                      <a:gd name="connsiteY14" fmla="*/ 450532 h 542925"/>
                      <a:gd name="connsiteX15" fmla="*/ 784845 w 842642"/>
                      <a:gd name="connsiteY15" fmla="*/ 471487 h 542925"/>
                      <a:gd name="connsiteX0" fmla="*/ 830163 w 867957"/>
                      <a:gd name="connsiteY0" fmla="*/ 158115 h 300038"/>
                      <a:gd name="connsiteX1" fmla="*/ 71973 w 867957"/>
                      <a:gd name="connsiteY1" fmla="*/ 158115 h 300038"/>
                      <a:gd name="connsiteX2" fmla="*/ 37683 w 867957"/>
                      <a:gd name="connsiteY2" fmla="*/ 243840 h 300038"/>
                      <a:gd name="connsiteX3" fmla="*/ 111025 w 867957"/>
                      <a:gd name="connsiteY3" fmla="*/ 300038 h 300038"/>
                      <a:gd name="connsiteX4" fmla="*/ 792063 w 867957"/>
                      <a:gd name="connsiteY4" fmla="*/ 300038 h 300038"/>
                      <a:gd name="connsiteX5" fmla="*/ 865405 w 867957"/>
                      <a:gd name="connsiteY5" fmla="*/ 243840 h 300038"/>
                      <a:gd name="connsiteX6" fmla="*/ 830163 w 867957"/>
                      <a:gd name="connsiteY6" fmla="*/ 158115 h 300038"/>
                      <a:gd name="connsiteX7" fmla="*/ 810160 w 867957"/>
                      <a:gd name="connsiteY7" fmla="*/ 228600 h 300038"/>
                      <a:gd name="connsiteX8" fmla="*/ 792063 w 867957"/>
                      <a:gd name="connsiteY8" fmla="*/ 242888 h 300038"/>
                      <a:gd name="connsiteX9" fmla="*/ 110073 w 867957"/>
                      <a:gd name="connsiteY9" fmla="*/ 242888 h 300038"/>
                      <a:gd name="connsiteX10" fmla="*/ 91975 w 867957"/>
                      <a:gd name="connsiteY10" fmla="*/ 228600 h 300038"/>
                      <a:gd name="connsiteX11" fmla="*/ 100548 w 867957"/>
                      <a:gd name="connsiteY11" fmla="*/ 207645 h 300038"/>
                      <a:gd name="connsiteX12" fmla="*/ 451068 w 867957"/>
                      <a:gd name="connsiteY12" fmla="*/ 0 h 300038"/>
                      <a:gd name="connsiteX13" fmla="*/ 801588 w 867957"/>
                      <a:gd name="connsiteY13" fmla="*/ 207645 h 300038"/>
                      <a:gd name="connsiteX14" fmla="*/ 810160 w 867957"/>
                      <a:gd name="connsiteY14" fmla="*/ 228600 h 300038"/>
                      <a:gd name="connsiteX0" fmla="*/ 830163 w 867957"/>
                      <a:gd name="connsiteY0" fmla="*/ 10716 h 152639"/>
                      <a:gd name="connsiteX1" fmla="*/ 71973 w 867957"/>
                      <a:gd name="connsiteY1" fmla="*/ 10716 h 152639"/>
                      <a:gd name="connsiteX2" fmla="*/ 37683 w 867957"/>
                      <a:gd name="connsiteY2" fmla="*/ 96441 h 152639"/>
                      <a:gd name="connsiteX3" fmla="*/ 111025 w 867957"/>
                      <a:gd name="connsiteY3" fmla="*/ 152639 h 152639"/>
                      <a:gd name="connsiteX4" fmla="*/ 792063 w 867957"/>
                      <a:gd name="connsiteY4" fmla="*/ 152639 h 152639"/>
                      <a:gd name="connsiteX5" fmla="*/ 865405 w 867957"/>
                      <a:gd name="connsiteY5" fmla="*/ 96441 h 152639"/>
                      <a:gd name="connsiteX6" fmla="*/ 830163 w 867957"/>
                      <a:gd name="connsiteY6" fmla="*/ 10716 h 152639"/>
                      <a:gd name="connsiteX7" fmla="*/ 810160 w 867957"/>
                      <a:gd name="connsiteY7" fmla="*/ 81201 h 152639"/>
                      <a:gd name="connsiteX8" fmla="*/ 792063 w 867957"/>
                      <a:gd name="connsiteY8" fmla="*/ 95489 h 152639"/>
                      <a:gd name="connsiteX9" fmla="*/ 110073 w 867957"/>
                      <a:gd name="connsiteY9" fmla="*/ 95489 h 152639"/>
                      <a:gd name="connsiteX10" fmla="*/ 91975 w 867957"/>
                      <a:gd name="connsiteY10" fmla="*/ 81201 h 152639"/>
                      <a:gd name="connsiteX11" fmla="*/ 100548 w 867957"/>
                      <a:gd name="connsiteY11" fmla="*/ 60246 h 152639"/>
                      <a:gd name="connsiteX12" fmla="*/ 801588 w 867957"/>
                      <a:gd name="connsiteY12" fmla="*/ 60246 h 152639"/>
                      <a:gd name="connsiteX13" fmla="*/ 810160 w 867957"/>
                      <a:gd name="connsiteY13" fmla="*/ 81201 h 152639"/>
                      <a:gd name="connsiteX0" fmla="*/ 847051 w 884845"/>
                      <a:gd name="connsiteY0" fmla="*/ 10716 h 152639"/>
                      <a:gd name="connsiteX1" fmla="*/ 88861 w 884845"/>
                      <a:gd name="connsiteY1" fmla="*/ 10716 h 152639"/>
                      <a:gd name="connsiteX2" fmla="*/ 17862 w 884845"/>
                      <a:gd name="connsiteY2" fmla="*/ 99340 h 152639"/>
                      <a:gd name="connsiteX3" fmla="*/ 127913 w 884845"/>
                      <a:gd name="connsiteY3" fmla="*/ 152639 h 152639"/>
                      <a:gd name="connsiteX4" fmla="*/ 808951 w 884845"/>
                      <a:gd name="connsiteY4" fmla="*/ 152639 h 152639"/>
                      <a:gd name="connsiteX5" fmla="*/ 882293 w 884845"/>
                      <a:gd name="connsiteY5" fmla="*/ 96441 h 152639"/>
                      <a:gd name="connsiteX6" fmla="*/ 847051 w 884845"/>
                      <a:gd name="connsiteY6" fmla="*/ 10716 h 152639"/>
                      <a:gd name="connsiteX7" fmla="*/ 827048 w 884845"/>
                      <a:gd name="connsiteY7" fmla="*/ 81201 h 152639"/>
                      <a:gd name="connsiteX8" fmla="*/ 808951 w 884845"/>
                      <a:gd name="connsiteY8" fmla="*/ 95489 h 152639"/>
                      <a:gd name="connsiteX9" fmla="*/ 126961 w 884845"/>
                      <a:gd name="connsiteY9" fmla="*/ 95489 h 152639"/>
                      <a:gd name="connsiteX10" fmla="*/ 108863 w 884845"/>
                      <a:gd name="connsiteY10" fmla="*/ 81201 h 152639"/>
                      <a:gd name="connsiteX11" fmla="*/ 117436 w 884845"/>
                      <a:gd name="connsiteY11" fmla="*/ 60246 h 152639"/>
                      <a:gd name="connsiteX12" fmla="*/ 818476 w 884845"/>
                      <a:gd name="connsiteY12" fmla="*/ 60246 h 152639"/>
                      <a:gd name="connsiteX13" fmla="*/ 827048 w 884845"/>
                      <a:gd name="connsiteY13" fmla="*/ 81201 h 152639"/>
                      <a:gd name="connsiteX0" fmla="*/ 864149 w 901943"/>
                      <a:gd name="connsiteY0" fmla="*/ 10716 h 152639"/>
                      <a:gd name="connsiteX1" fmla="*/ 105959 w 901943"/>
                      <a:gd name="connsiteY1" fmla="*/ 10716 h 152639"/>
                      <a:gd name="connsiteX2" fmla="*/ 8262 w 901943"/>
                      <a:gd name="connsiteY2" fmla="*/ 99340 h 152639"/>
                      <a:gd name="connsiteX3" fmla="*/ 145011 w 901943"/>
                      <a:gd name="connsiteY3" fmla="*/ 152639 h 152639"/>
                      <a:gd name="connsiteX4" fmla="*/ 826049 w 901943"/>
                      <a:gd name="connsiteY4" fmla="*/ 152639 h 152639"/>
                      <a:gd name="connsiteX5" fmla="*/ 899391 w 901943"/>
                      <a:gd name="connsiteY5" fmla="*/ 96441 h 152639"/>
                      <a:gd name="connsiteX6" fmla="*/ 864149 w 901943"/>
                      <a:gd name="connsiteY6" fmla="*/ 10716 h 152639"/>
                      <a:gd name="connsiteX7" fmla="*/ 844146 w 901943"/>
                      <a:gd name="connsiteY7" fmla="*/ 81201 h 152639"/>
                      <a:gd name="connsiteX8" fmla="*/ 826049 w 901943"/>
                      <a:gd name="connsiteY8" fmla="*/ 95489 h 152639"/>
                      <a:gd name="connsiteX9" fmla="*/ 144059 w 901943"/>
                      <a:gd name="connsiteY9" fmla="*/ 95489 h 152639"/>
                      <a:gd name="connsiteX10" fmla="*/ 125961 w 901943"/>
                      <a:gd name="connsiteY10" fmla="*/ 81201 h 152639"/>
                      <a:gd name="connsiteX11" fmla="*/ 134534 w 901943"/>
                      <a:gd name="connsiteY11" fmla="*/ 60246 h 152639"/>
                      <a:gd name="connsiteX12" fmla="*/ 835574 w 901943"/>
                      <a:gd name="connsiteY12" fmla="*/ 60246 h 152639"/>
                      <a:gd name="connsiteX13" fmla="*/ 844146 w 901943"/>
                      <a:gd name="connsiteY13" fmla="*/ 81201 h 152639"/>
                      <a:gd name="connsiteX0" fmla="*/ 864149 w 901943"/>
                      <a:gd name="connsiteY0" fmla="*/ 10716 h 152639"/>
                      <a:gd name="connsiteX1" fmla="*/ 105959 w 901943"/>
                      <a:gd name="connsiteY1" fmla="*/ 10716 h 152639"/>
                      <a:gd name="connsiteX2" fmla="*/ 8262 w 901943"/>
                      <a:gd name="connsiteY2" fmla="*/ 99340 h 152639"/>
                      <a:gd name="connsiteX3" fmla="*/ 145011 w 901943"/>
                      <a:gd name="connsiteY3" fmla="*/ 152639 h 152639"/>
                      <a:gd name="connsiteX4" fmla="*/ 826049 w 901943"/>
                      <a:gd name="connsiteY4" fmla="*/ 152639 h 152639"/>
                      <a:gd name="connsiteX5" fmla="*/ 899391 w 901943"/>
                      <a:gd name="connsiteY5" fmla="*/ 96441 h 152639"/>
                      <a:gd name="connsiteX6" fmla="*/ 864149 w 901943"/>
                      <a:gd name="connsiteY6" fmla="*/ 10716 h 152639"/>
                      <a:gd name="connsiteX7" fmla="*/ 844146 w 901943"/>
                      <a:gd name="connsiteY7" fmla="*/ 81201 h 152639"/>
                      <a:gd name="connsiteX8" fmla="*/ 826049 w 901943"/>
                      <a:gd name="connsiteY8" fmla="*/ 95489 h 152639"/>
                      <a:gd name="connsiteX9" fmla="*/ 144059 w 901943"/>
                      <a:gd name="connsiteY9" fmla="*/ 95489 h 152639"/>
                      <a:gd name="connsiteX10" fmla="*/ 125961 w 901943"/>
                      <a:gd name="connsiteY10" fmla="*/ 81201 h 152639"/>
                      <a:gd name="connsiteX11" fmla="*/ 141209 w 901943"/>
                      <a:gd name="connsiteY11" fmla="*/ 42851 h 152639"/>
                      <a:gd name="connsiteX12" fmla="*/ 835574 w 901943"/>
                      <a:gd name="connsiteY12" fmla="*/ 60246 h 152639"/>
                      <a:gd name="connsiteX13" fmla="*/ 844146 w 901943"/>
                      <a:gd name="connsiteY13" fmla="*/ 81201 h 152639"/>
                      <a:gd name="connsiteX0" fmla="*/ 864149 w 901943"/>
                      <a:gd name="connsiteY0" fmla="*/ 10716 h 152639"/>
                      <a:gd name="connsiteX1" fmla="*/ 105959 w 901943"/>
                      <a:gd name="connsiteY1" fmla="*/ 10716 h 152639"/>
                      <a:gd name="connsiteX2" fmla="*/ 8262 w 901943"/>
                      <a:gd name="connsiteY2" fmla="*/ 99340 h 152639"/>
                      <a:gd name="connsiteX3" fmla="*/ 145011 w 901943"/>
                      <a:gd name="connsiteY3" fmla="*/ 152639 h 152639"/>
                      <a:gd name="connsiteX4" fmla="*/ 826049 w 901943"/>
                      <a:gd name="connsiteY4" fmla="*/ 152639 h 152639"/>
                      <a:gd name="connsiteX5" fmla="*/ 899391 w 901943"/>
                      <a:gd name="connsiteY5" fmla="*/ 96441 h 152639"/>
                      <a:gd name="connsiteX6" fmla="*/ 864149 w 901943"/>
                      <a:gd name="connsiteY6" fmla="*/ 10716 h 152639"/>
                      <a:gd name="connsiteX7" fmla="*/ 844146 w 901943"/>
                      <a:gd name="connsiteY7" fmla="*/ 81201 h 152639"/>
                      <a:gd name="connsiteX8" fmla="*/ 826049 w 901943"/>
                      <a:gd name="connsiteY8" fmla="*/ 95489 h 152639"/>
                      <a:gd name="connsiteX9" fmla="*/ 144059 w 901943"/>
                      <a:gd name="connsiteY9" fmla="*/ 95489 h 152639"/>
                      <a:gd name="connsiteX10" fmla="*/ 125961 w 901943"/>
                      <a:gd name="connsiteY10" fmla="*/ 81201 h 152639"/>
                      <a:gd name="connsiteX11" fmla="*/ 141209 w 901943"/>
                      <a:gd name="connsiteY11" fmla="*/ 42851 h 152639"/>
                      <a:gd name="connsiteX12" fmla="*/ 812213 w 901943"/>
                      <a:gd name="connsiteY12" fmla="*/ 45750 h 152639"/>
                      <a:gd name="connsiteX13" fmla="*/ 844146 w 901943"/>
                      <a:gd name="connsiteY13" fmla="*/ 81201 h 152639"/>
                      <a:gd name="connsiteX0" fmla="*/ 864149 w 950239"/>
                      <a:gd name="connsiteY0" fmla="*/ 10716 h 152639"/>
                      <a:gd name="connsiteX1" fmla="*/ 105959 w 950239"/>
                      <a:gd name="connsiteY1" fmla="*/ 10716 h 152639"/>
                      <a:gd name="connsiteX2" fmla="*/ 8262 w 950239"/>
                      <a:gd name="connsiteY2" fmla="*/ 99340 h 152639"/>
                      <a:gd name="connsiteX3" fmla="*/ 145011 w 950239"/>
                      <a:gd name="connsiteY3" fmla="*/ 152639 h 152639"/>
                      <a:gd name="connsiteX4" fmla="*/ 826049 w 950239"/>
                      <a:gd name="connsiteY4" fmla="*/ 152639 h 152639"/>
                      <a:gd name="connsiteX5" fmla="*/ 949450 w 950239"/>
                      <a:gd name="connsiteY5" fmla="*/ 96441 h 152639"/>
                      <a:gd name="connsiteX6" fmla="*/ 864149 w 950239"/>
                      <a:gd name="connsiteY6" fmla="*/ 10716 h 152639"/>
                      <a:gd name="connsiteX7" fmla="*/ 844146 w 950239"/>
                      <a:gd name="connsiteY7" fmla="*/ 81201 h 152639"/>
                      <a:gd name="connsiteX8" fmla="*/ 826049 w 950239"/>
                      <a:gd name="connsiteY8" fmla="*/ 95489 h 152639"/>
                      <a:gd name="connsiteX9" fmla="*/ 144059 w 950239"/>
                      <a:gd name="connsiteY9" fmla="*/ 95489 h 152639"/>
                      <a:gd name="connsiteX10" fmla="*/ 125961 w 950239"/>
                      <a:gd name="connsiteY10" fmla="*/ 81201 h 152639"/>
                      <a:gd name="connsiteX11" fmla="*/ 141209 w 950239"/>
                      <a:gd name="connsiteY11" fmla="*/ 42851 h 152639"/>
                      <a:gd name="connsiteX12" fmla="*/ 812213 w 950239"/>
                      <a:gd name="connsiteY12" fmla="*/ 45750 h 152639"/>
                      <a:gd name="connsiteX13" fmla="*/ 844146 w 950239"/>
                      <a:gd name="connsiteY13" fmla="*/ 81201 h 152639"/>
                      <a:gd name="connsiteX0" fmla="*/ 884173 w 950802"/>
                      <a:gd name="connsiteY0" fmla="*/ 12275 h 151299"/>
                      <a:gd name="connsiteX1" fmla="*/ 105959 w 950802"/>
                      <a:gd name="connsiteY1" fmla="*/ 9376 h 151299"/>
                      <a:gd name="connsiteX2" fmla="*/ 8262 w 950802"/>
                      <a:gd name="connsiteY2" fmla="*/ 98000 h 151299"/>
                      <a:gd name="connsiteX3" fmla="*/ 145011 w 950802"/>
                      <a:gd name="connsiteY3" fmla="*/ 151299 h 151299"/>
                      <a:gd name="connsiteX4" fmla="*/ 826049 w 950802"/>
                      <a:gd name="connsiteY4" fmla="*/ 151299 h 151299"/>
                      <a:gd name="connsiteX5" fmla="*/ 949450 w 950802"/>
                      <a:gd name="connsiteY5" fmla="*/ 95101 h 151299"/>
                      <a:gd name="connsiteX6" fmla="*/ 884173 w 950802"/>
                      <a:gd name="connsiteY6" fmla="*/ 12275 h 151299"/>
                      <a:gd name="connsiteX7" fmla="*/ 844146 w 950802"/>
                      <a:gd name="connsiteY7" fmla="*/ 79861 h 151299"/>
                      <a:gd name="connsiteX8" fmla="*/ 826049 w 950802"/>
                      <a:gd name="connsiteY8" fmla="*/ 94149 h 151299"/>
                      <a:gd name="connsiteX9" fmla="*/ 144059 w 950802"/>
                      <a:gd name="connsiteY9" fmla="*/ 94149 h 151299"/>
                      <a:gd name="connsiteX10" fmla="*/ 125961 w 950802"/>
                      <a:gd name="connsiteY10" fmla="*/ 79861 h 151299"/>
                      <a:gd name="connsiteX11" fmla="*/ 141209 w 950802"/>
                      <a:gd name="connsiteY11" fmla="*/ 41511 h 151299"/>
                      <a:gd name="connsiteX12" fmla="*/ 812213 w 950802"/>
                      <a:gd name="connsiteY12" fmla="*/ 44410 h 151299"/>
                      <a:gd name="connsiteX13" fmla="*/ 844146 w 950802"/>
                      <a:gd name="connsiteY13" fmla="*/ 79861 h 15129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</a:cxnLst>
                    <a:rect l="l" t="t" r="r" b="b"/>
                    <a:pathLst>
                      <a:path w="950802" h="151299">
                        <a:moveTo>
                          <a:pt x="884173" y="12275"/>
                        </a:moveTo>
                        <a:cubicBezTo>
                          <a:pt x="751934" y="-2012"/>
                          <a:pt x="238039" y="-4911"/>
                          <a:pt x="105959" y="9376"/>
                        </a:cubicBezTo>
                        <a:cubicBezTo>
                          <a:pt x="-26121" y="23663"/>
                          <a:pt x="-1263" y="64663"/>
                          <a:pt x="8262" y="98000"/>
                        </a:cubicBezTo>
                        <a:cubicBezTo>
                          <a:pt x="17787" y="131338"/>
                          <a:pt x="110721" y="151299"/>
                          <a:pt x="145011" y="151299"/>
                        </a:cubicBezTo>
                        <a:lnTo>
                          <a:pt x="826049" y="151299"/>
                        </a:lnTo>
                        <a:cubicBezTo>
                          <a:pt x="861291" y="151299"/>
                          <a:pt x="939763" y="118272"/>
                          <a:pt x="949450" y="95101"/>
                        </a:cubicBezTo>
                        <a:cubicBezTo>
                          <a:pt x="959137" y="71930"/>
                          <a:pt x="914653" y="30373"/>
                          <a:pt x="884173" y="12275"/>
                        </a:cubicBezTo>
                        <a:close/>
                        <a:moveTo>
                          <a:pt x="844146" y="79861"/>
                        </a:moveTo>
                        <a:cubicBezTo>
                          <a:pt x="846452" y="88151"/>
                          <a:pt x="838431" y="94149"/>
                          <a:pt x="826049" y="94149"/>
                        </a:cubicBezTo>
                        <a:lnTo>
                          <a:pt x="144059" y="94149"/>
                        </a:lnTo>
                        <a:cubicBezTo>
                          <a:pt x="130724" y="94149"/>
                          <a:pt x="126914" y="84624"/>
                          <a:pt x="125961" y="79861"/>
                        </a:cubicBezTo>
                        <a:cubicBezTo>
                          <a:pt x="125009" y="76051"/>
                          <a:pt x="129779" y="48179"/>
                          <a:pt x="141209" y="41511"/>
                        </a:cubicBezTo>
                        <a:lnTo>
                          <a:pt x="812213" y="44410"/>
                        </a:lnTo>
                        <a:cubicBezTo>
                          <a:pt x="823643" y="51078"/>
                          <a:pt x="841840" y="71571"/>
                          <a:pt x="844146" y="79861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b="1"/>
                  </a:p>
                </p:txBody>
              </p:sp>
              <p:sp>
                <p:nvSpPr>
                  <p:cNvPr id="201" name="Rectangle: Rounded Corners 4">
                    <a:extLst>
                      <a:ext uri="{FF2B5EF4-FFF2-40B4-BE49-F238E27FC236}">
                        <a16:creationId xmlns:a16="http://schemas.microsoft.com/office/drawing/2014/main" id="{F7983692-2831-4ACF-9C7A-0B2F4DD307D1}"/>
                      </a:ext>
                    </a:extLst>
                  </p:cNvPr>
                  <p:cNvSpPr/>
                  <p:nvPr/>
                </p:nvSpPr>
                <p:spPr>
                  <a:xfrm>
                    <a:off x="4602336" y="1430105"/>
                    <a:ext cx="3397105" cy="298739"/>
                  </a:xfrm>
                  <a:custGeom>
                    <a:avLst/>
                    <a:gdLst>
                      <a:gd name="connsiteX0" fmla="*/ 0 w 3397105"/>
                      <a:gd name="connsiteY0" fmla="*/ 71653 h 169907"/>
                      <a:gd name="connsiteX1" fmla="*/ 71653 w 3397105"/>
                      <a:gd name="connsiteY1" fmla="*/ 0 h 169907"/>
                      <a:gd name="connsiteX2" fmla="*/ 3325452 w 3397105"/>
                      <a:gd name="connsiteY2" fmla="*/ 0 h 169907"/>
                      <a:gd name="connsiteX3" fmla="*/ 3397105 w 3397105"/>
                      <a:gd name="connsiteY3" fmla="*/ 71653 h 169907"/>
                      <a:gd name="connsiteX4" fmla="*/ 3397105 w 3397105"/>
                      <a:gd name="connsiteY4" fmla="*/ 98254 h 169907"/>
                      <a:gd name="connsiteX5" fmla="*/ 3325452 w 3397105"/>
                      <a:gd name="connsiteY5" fmla="*/ 169907 h 169907"/>
                      <a:gd name="connsiteX6" fmla="*/ 71653 w 3397105"/>
                      <a:gd name="connsiteY6" fmla="*/ 169907 h 169907"/>
                      <a:gd name="connsiteX7" fmla="*/ 0 w 3397105"/>
                      <a:gd name="connsiteY7" fmla="*/ 98254 h 169907"/>
                      <a:gd name="connsiteX8" fmla="*/ 0 w 3397105"/>
                      <a:gd name="connsiteY8" fmla="*/ 71653 h 169907"/>
                      <a:gd name="connsiteX0" fmla="*/ 0 w 3397105"/>
                      <a:gd name="connsiteY0" fmla="*/ 200486 h 298740"/>
                      <a:gd name="connsiteX1" fmla="*/ 71653 w 3397105"/>
                      <a:gd name="connsiteY1" fmla="*/ 128833 h 298740"/>
                      <a:gd name="connsiteX2" fmla="*/ 1698790 w 3397105"/>
                      <a:gd name="connsiteY2" fmla="*/ 0 h 298740"/>
                      <a:gd name="connsiteX3" fmla="*/ 3325452 w 3397105"/>
                      <a:gd name="connsiteY3" fmla="*/ 128833 h 298740"/>
                      <a:gd name="connsiteX4" fmla="*/ 3397105 w 3397105"/>
                      <a:gd name="connsiteY4" fmla="*/ 200486 h 298740"/>
                      <a:gd name="connsiteX5" fmla="*/ 3397105 w 3397105"/>
                      <a:gd name="connsiteY5" fmla="*/ 227087 h 298740"/>
                      <a:gd name="connsiteX6" fmla="*/ 3325452 w 3397105"/>
                      <a:gd name="connsiteY6" fmla="*/ 298740 h 298740"/>
                      <a:gd name="connsiteX7" fmla="*/ 71653 w 3397105"/>
                      <a:gd name="connsiteY7" fmla="*/ 298740 h 298740"/>
                      <a:gd name="connsiteX8" fmla="*/ 0 w 3397105"/>
                      <a:gd name="connsiteY8" fmla="*/ 227087 h 298740"/>
                      <a:gd name="connsiteX9" fmla="*/ 0 w 3397105"/>
                      <a:gd name="connsiteY9" fmla="*/ 200486 h 29874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3397105" h="298740">
                        <a:moveTo>
                          <a:pt x="0" y="200486"/>
                        </a:moveTo>
                        <a:cubicBezTo>
                          <a:pt x="0" y="160913"/>
                          <a:pt x="32080" y="128833"/>
                          <a:pt x="71653" y="128833"/>
                        </a:cubicBezTo>
                        <a:cubicBezTo>
                          <a:pt x="612587" y="127781"/>
                          <a:pt x="1157856" y="1052"/>
                          <a:pt x="1698790" y="0"/>
                        </a:cubicBezTo>
                        <a:cubicBezTo>
                          <a:pt x="2242455" y="1052"/>
                          <a:pt x="2781787" y="127781"/>
                          <a:pt x="3325452" y="128833"/>
                        </a:cubicBezTo>
                        <a:cubicBezTo>
                          <a:pt x="3365025" y="128833"/>
                          <a:pt x="3397105" y="160913"/>
                          <a:pt x="3397105" y="200486"/>
                        </a:cubicBezTo>
                        <a:lnTo>
                          <a:pt x="3397105" y="227087"/>
                        </a:lnTo>
                        <a:cubicBezTo>
                          <a:pt x="3397105" y="266660"/>
                          <a:pt x="3365025" y="298740"/>
                          <a:pt x="3325452" y="298740"/>
                        </a:cubicBezTo>
                        <a:lnTo>
                          <a:pt x="71653" y="298740"/>
                        </a:lnTo>
                        <a:cubicBezTo>
                          <a:pt x="32080" y="298740"/>
                          <a:pt x="0" y="266660"/>
                          <a:pt x="0" y="227087"/>
                        </a:cubicBezTo>
                        <a:lnTo>
                          <a:pt x="0" y="200486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b="1" dirty="0"/>
                  </a:p>
                </p:txBody>
              </p:sp>
            </p:grpSp>
            <p:grpSp>
              <p:nvGrpSpPr>
                <p:cNvPr id="193" name="Group 192">
                  <a:extLst>
                    <a:ext uri="{FF2B5EF4-FFF2-40B4-BE49-F238E27FC236}">
                      <a16:creationId xmlns:a16="http://schemas.microsoft.com/office/drawing/2014/main" id="{461572F5-9E58-4426-A414-E8AB23CE385F}"/>
                    </a:ext>
                  </a:extLst>
                </p:cNvPr>
                <p:cNvGrpSpPr/>
                <p:nvPr/>
              </p:nvGrpSpPr>
              <p:grpSpPr>
                <a:xfrm>
                  <a:off x="10249541" y="1639025"/>
                  <a:ext cx="848869" cy="934475"/>
                  <a:chOff x="6698352" y="917347"/>
                  <a:chExt cx="3688214" cy="4807046"/>
                </a:xfrm>
              </p:grpSpPr>
              <p:sp>
                <p:nvSpPr>
                  <p:cNvPr id="194" name="Rectangle: Top Corners Rounded 3">
                    <a:extLst>
                      <a:ext uri="{FF2B5EF4-FFF2-40B4-BE49-F238E27FC236}">
                        <a16:creationId xmlns:a16="http://schemas.microsoft.com/office/drawing/2014/main" id="{2B3EF00D-B47D-4AAC-AF4D-D9F0D02885F4}"/>
                      </a:ext>
                    </a:extLst>
                  </p:cNvPr>
                  <p:cNvSpPr/>
                  <p:nvPr/>
                </p:nvSpPr>
                <p:spPr>
                  <a:xfrm flipV="1">
                    <a:off x="6698352" y="917347"/>
                    <a:ext cx="3688214" cy="4807046"/>
                  </a:xfrm>
                  <a:custGeom>
                    <a:avLst/>
                    <a:gdLst>
                      <a:gd name="connsiteX0" fmla="*/ 224971 w 2555322"/>
                      <a:gd name="connsiteY0" fmla="*/ 0 h 4147774"/>
                      <a:gd name="connsiteX1" fmla="*/ 2330351 w 2555322"/>
                      <a:gd name="connsiteY1" fmla="*/ 0 h 4147774"/>
                      <a:gd name="connsiteX2" fmla="*/ 2555322 w 2555322"/>
                      <a:gd name="connsiteY2" fmla="*/ 224971 h 4147774"/>
                      <a:gd name="connsiteX3" fmla="*/ 2555322 w 2555322"/>
                      <a:gd name="connsiteY3" fmla="*/ 4147774 h 4147774"/>
                      <a:gd name="connsiteX4" fmla="*/ 2555322 w 2555322"/>
                      <a:gd name="connsiteY4" fmla="*/ 4147774 h 4147774"/>
                      <a:gd name="connsiteX5" fmla="*/ 0 w 2555322"/>
                      <a:gd name="connsiteY5" fmla="*/ 4147774 h 4147774"/>
                      <a:gd name="connsiteX6" fmla="*/ 0 w 2555322"/>
                      <a:gd name="connsiteY6" fmla="*/ 4147774 h 4147774"/>
                      <a:gd name="connsiteX7" fmla="*/ 0 w 2555322"/>
                      <a:gd name="connsiteY7" fmla="*/ 224971 h 4147774"/>
                      <a:gd name="connsiteX8" fmla="*/ 224971 w 2555322"/>
                      <a:gd name="connsiteY8" fmla="*/ 0 h 4147774"/>
                      <a:gd name="connsiteX0" fmla="*/ 224971 w 3110029"/>
                      <a:gd name="connsiteY0" fmla="*/ 0 h 4147774"/>
                      <a:gd name="connsiteX1" fmla="*/ 2330351 w 3110029"/>
                      <a:gd name="connsiteY1" fmla="*/ 0 h 4147774"/>
                      <a:gd name="connsiteX2" fmla="*/ 2555322 w 3110029"/>
                      <a:gd name="connsiteY2" fmla="*/ 224971 h 4147774"/>
                      <a:gd name="connsiteX3" fmla="*/ 2555322 w 3110029"/>
                      <a:gd name="connsiteY3" fmla="*/ 4147774 h 4147774"/>
                      <a:gd name="connsiteX4" fmla="*/ 3110029 w 3110029"/>
                      <a:gd name="connsiteY4" fmla="*/ 3922424 h 4147774"/>
                      <a:gd name="connsiteX5" fmla="*/ 0 w 3110029"/>
                      <a:gd name="connsiteY5" fmla="*/ 4147774 h 4147774"/>
                      <a:gd name="connsiteX6" fmla="*/ 0 w 3110029"/>
                      <a:gd name="connsiteY6" fmla="*/ 4147774 h 4147774"/>
                      <a:gd name="connsiteX7" fmla="*/ 0 w 3110029"/>
                      <a:gd name="connsiteY7" fmla="*/ 224971 h 4147774"/>
                      <a:gd name="connsiteX8" fmla="*/ 224971 w 3110029"/>
                      <a:gd name="connsiteY8" fmla="*/ 0 h 4147774"/>
                      <a:gd name="connsiteX0" fmla="*/ 224971 w 3110029"/>
                      <a:gd name="connsiteY0" fmla="*/ 0 h 4160775"/>
                      <a:gd name="connsiteX1" fmla="*/ 2330351 w 3110029"/>
                      <a:gd name="connsiteY1" fmla="*/ 0 h 4160775"/>
                      <a:gd name="connsiteX2" fmla="*/ 2555322 w 3110029"/>
                      <a:gd name="connsiteY2" fmla="*/ 224971 h 4160775"/>
                      <a:gd name="connsiteX3" fmla="*/ 2880346 w 3110029"/>
                      <a:gd name="connsiteY3" fmla="*/ 4160775 h 4160775"/>
                      <a:gd name="connsiteX4" fmla="*/ 3110029 w 3110029"/>
                      <a:gd name="connsiteY4" fmla="*/ 3922424 h 4160775"/>
                      <a:gd name="connsiteX5" fmla="*/ 0 w 3110029"/>
                      <a:gd name="connsiteY5" fmla="*/ 4147774 h 4160775"/>
                      <a:gd name="connsiteX6" fmla="*/ 0 w 3110029"/>
                      <a:gd name="connsiteY6" fmla="*/ 4147774 h 4160775"/>
                      <a:gd name="connsiteX7" fmla="*/ 0 w 3110029"/>
                      <a:gd name="connsiteY7" fmla="*/ 224971 h 4160775"/>
                      <a:gd name="connsiteX8" fmla="*/ 224971 w 3110029"/>
                      <a:gd name="connsiteY8" fmla="*/ 0 h 4160775"/>
                      <a:gd name="connsiteX0" fmla="*/ 224971 w 2880346"/>
                      <a:gd name="connsiteY0" fmla="*/ 0 h 4160775"/>
                      <a:gd name="connsiteX1" fmla="*/ 2330351 w 2880346"/>
                      <a:gd name="connsiteY1" fmla="*/ 0 h 4160775"/>
                      <a:gd name="connsiteX2" fmla="*/ 2555322 w 2880346"/>
                      <a:gd name="connsiteY2" fmla="*/ 224971 h 4160775"/>
                      <a:gd name="connsiteX3" fmla="*/ 2880346 w 2880346"/>
                      <a:gd name="connsiteY3" fmla="*/ 4160775 h 4160775"/>
                      <a:gd name="connsiteX4" fmla="*/ 0 w 2880346"/>
                      <a:gd name="connsiteY4" fmla="*/ 4147774 h 4160775"/>
                      <a:gd name="connsiteX5" fmla="*/ 0 w 2880346"/>
                      <a:gd name="connsiteY5" fmla="*/ 4147774 h 4160775"/>
                      <a:gd name="connsiteX6" fmla="*/ 0 w 2880346"/>
                      <a:gd name="connsiteY6" fmla="*/ 224971 h 4160775"/>
                      <a:gd name="connsiteX7" fmla="*/ 224971 w 2880346"/>
                      <a:gd name="connsiteY7" fmla="*/ 0 h 4160775"/>
                      <a:gd name="connsiteX0" fmla="*/ 536994 w 3192369"/>
                      <a:gd name="connsiteY0" fmla="*/ 0 h 4160775"/>
                      <a:gd name="connsiteX1" fmla="*/ 2642374 w 3192369"/>
                      <a:gd name="connsiteY1" fmla="*/ 0 h 4160775"/>
                      <a:gd name="connsiteX2" fmla="*/ 2867345 w 3192369"/>
                      <a:gd name="connsiteY2" fmla="*/ 224971 h 4160775"/>
                      <a:gd name="connsiteX3" fmla="*/ 3192369 w 3192369"/>
                      <a:gd name="connsiteY3" fmla="*/ 4160775 h 4160775"/>
                      <a:gd name="connsiteX4" fmla="*/ 312023 w 3192369"/>
                      <a:gd name="connsiteY4" fmla="*/ 4147774 h 4160775"/>
                      <a:gd name="connsiteX5" fmla="*/ 0 w 3192369"/>
                      <a:gd name="connsiteY5" fmla="*/ 4147774 h 4160775"/>
                      <a:gd name="connsiteX6" fmla="*/ 312023 w 3192369"/>
                      <a:gd name="connsiteY6" fmla="*/ 224971 h 4160775"/>
                      <a:gd name="connsiteX7" fmla="*/ 536994 w 3192369"/>
                      <a:gd name="connsiteY7" fmla="*/ 0 h 41607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3192369" h="4160775">
                        <a:moveTo>
                          <a:pt x="536994" y="0"/>
                        </a:moveTo>
                        <a:lnTo>
                          <a:pt x="2642374" y="0"/>
                        </a:lnTo>
                        <a:cubicBezTo>
                          <a:pt x="2766622" y="0"/>
                          <a:pt x="2867345" y="100723"/>
                          <a:pt x="2867345" y="224971"/>
                        </a:cubicBezTo>
                        <a:lnTo>
                          <a:pt x="3192369" y="4160775"/>
                        </a:lnTo>
                        <a:lnTo>
                          <a:pt x="312023" y="4147774"/>
                        </a:lnTo>
                        <a:lnTo>
                          <a:pt x="0" y="4147774"/>
                        </a:lnTo>
                        <a:lnTo>
                          <a:pt x="312023" y="224971"/>
                        </a:lnTo>
                        <a:cubicBezTo>
                          <a:pt x="312023" y="100723"/>
                          <a:pt x="412746" y="0"/>
                          <a:pt x="536994" y="0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6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b="1"/>
                  </a:p>
                </p:txBody>
              </p:sp>
              <p:sp>
                <p:nvSpPr>
                  <p:cNvPr id="195" name="Rectangle: Rounded Corners 194">
                    <a:extLst>
                      <a:ext uri="{FF2B5EF4-FFF2-40B4-BE49-F238E27FC236}">
                        <a16:creationId xmlns:a16="http://schemas.microsoft.com/office/drawing/2014/main" id="{2FD495A7-DD93-490C-8AA3-D71A4304712B}"/>
                      </a:ext>
                    </a:extLst>
                  </p:cNvPr>
                  <p:cNvSpPr/>
                  <p:nvPr/>
                </p:nvSpPr>
                <p:spPr>
                  <a:xfrm>
                    <a:off x="8349236" y="1511949"/>
                    <a:ext cx="329077" cy="3371423"/>
                  </a:xfrm>
                  <a:prstGeom prst="roundRect">
                    <a:avLst>
                      <a:gd name="adj" fmla="val 42443"/>
                    </a:avLst>
                  </a:prstGeom>
                  <a:solidFill>
                    <a:schemeClr val="bg1">
                      <a:lumMod val="9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b="1"/>
                  </a:p>
                </p:txBody>
              </p:sp>
              <p:sp>
                <p:nvSpPr>
                  <p:cNvPr id="196" name="Rectangle: Rounded Corners 195">
                    <a:extLst>
                      <a:ext uri="{FF2B5EF4-FFF2-40B4-BE49-F238E27FC236}">
                        <a16:creationId xmlns:a16="http://schemas.microsoft.com/office/drawing/2014/main" id="{A209F4CC-1C55-44BB-A4DA-ECF4DA5332C3}"/>
                      </a:ext>
                    </a:extLst>
                  </p:cNvPr>
                  <p:cNvSpPr/>
                  <p:nvPr/>
                </p:nvSpPr>
                <p:spPr>
                  <a:xfrm rot="21443026">
                    <a:off x="7668336" y="1531322"/>
                    <a:ext cx="329077" cy="3371423"/>
                  </a:xfrm>
                  <a:prstGeom prst="roundRect">
                    <a:avLst>
                      <a:gd name="adj" fmla="val 42443"/>
                    </a:avLst>
                  </a:prstGeom>
                  <a:solidFill>
                    <a:schemeClr val="bg1">
                      <a:lumMod val="9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b="1"/>
                  </a:p>
                </p:txBody>
              </p:sp>
              <p:sp>
                <p:nvSpPr>
                  <p:cNvPr id="197" name="Rectangle: Rounded Corners 196">
                    <a:extLst>
                      <a:ext uri="{FF2B5EF4-FFF2-40B4-BE49-F238E27FC236}">
                        <a16:creationId xmlns:a16="http://schemas.microsoft.com/office/drawing/2014/main" id="{E3622EEF-2F39-4BA7-98DC-D0EA4E55D5E5}"/>
                      </a:ext>
                    </a:extLst>
                  </p:cNvPr>
                  <p:cNvSpPr/>
                  <p:nvPr/>
                </p:nvSpPr>
                <p:spPr>
                  <a:xfrm rot="21350204">
                    <a:off x="7011287" y="1550699"/>
                    <a:ext cx="329077" cy="3371423"/>
                  </a:xfrm>
                  <a:prstGeom prst="roundRect">
                    <a:avLst>
                      <a:gd name="adj" fmla="val 42443"/>
                    </a:avLst>
                  </a:prstGeom>
                  <a:solidFill>
                    <a:schemeClr val="bg1">
                      <a:lumMod val="9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b="1"/>
                  </a:p>
                </p:txBody>
              </p:sp>
              <p:sp>
                <p:nvSpPr>
                  <p:cNvPr id="198" name="Rectangle: Rounded Corners 197">
                    <a:extLst>
                      <a:ext uri="{FF2B5EF4-FFF2-40B4-BE49-F238E27FC236}">
                        <a16:creationId xmlns:a16="http://schemas.microsoft.com/office/drawing/2014/main" id="{71293277-6D63-44BF-9C92-D67889C2E777}"/>
                      </a:ext>
                    </a:extLst>
                  </p:cNvPr>
                  <p:cNvSpPr/>
                  <p:nvPr/>
                </p:nvSpPr>
                <p:spPr>
                  <a:xfrm rot="156974" flipH="1">
                    <a:off x="9072809" y="1524834"/>
                    <a:ext cx="329077" cy="3371423"/>
                  </a:xfrm>
                  <a:prstGeom prst="roundRect">
                    <a:avLst>
                      <a:gd name="adj" fmla="val 42443"/>
                    </a:avLst>
                  </a:prstGeom>
                  <a:solidFill>
                    <a:schemeClr val="bg1">
                      <a:lumMod val="9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US" b="1"/>
                  </a:p>
                </p:txBody>
              </p:sp>
              <p:sp>
                <p:nvSpPr>
                  <p:cNvPr id="199" name="Rectangle: Rounded Corners 198">
                    <a:extLst>
                      <a:ext uri="{FF2B5EF4-FFF2-40B4-BE49-F238E27FC236}">
                        <a16:creationId xmlns:a16="http://schemas.microsoft.com/office/drawing/2014/main" id="{D2E0E173-8B1C-43D1-A9AD-C7F0A611258F}"/>
                      </a:ext>
                    </a:extLst>
                  </p:cNvPr>
                  <p:cNvSpPr/>
                  <p:nvPr/>
                </p:nvSpPr>
                <p:spPr>
                  <a:xfrm rot="249796" flipH="1">
                    <a:off x="9729866" y="1544211"/>
                    <a:ext cx="329077" cy="3371423"/>
                  </a:xfrm>
                  <a:prstGeom prst="roundRect">
                    <a:avLst>
                      <a:gd name="adj" fmla="val 42443"/>
                    </a:avLst>
                  </a:prstGeom>
                  <a:solidFill>
                    <a:schemeClr val="bg1">
                      <a:lumMod val="9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US" b="1"/>
                  </a:p>
                </p:txBody>
              </p:sp>
            </p:grpSp>
          </p:grpSp>
          <p:sp>
            <p:nvSpPr>
              <p:cNvPr id="190" name="Rectangle 189">
                <a:extLst>
                  <a:ext uri="{FF2B5EF4-FFF2-40B4-BE49-F238E27FC236}">
                    <a16:creationId xmlns:a16="http://schemas.microsoft.com/office/drawing/2014/main" id="{6E759AAE-870C-48EC-A444-577464E7F1B6}"/>
                  </a:ext>
                </a:extLst>
              </p:cNvPr>
              <p:cNvSpPr/>
              <p:nvPr/>
            </p:nvSpPr>
            <p:spPr>
              <a:xfrm>
                <a:off x="11028796" y="3126179"/>
                <a:ext cx="926889" cy="1015663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A6A6A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rIns="0" rtlCol="0" anchor="ctr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Rich stops by desk for 15 minute status update on China web site</a:t>
                </a:r>
              </a:p>
            </p:txBody>
          </p:sp>
          <p:sp>
            <p:nvSpPr>
              <p:cNvPr id="191" name="Rectangle 190">
                <a:extLst>
                  <a:ext uri="{FF2B5EF4-FFF2-40B4-BE49-F238E27FC236}">
                    <a16:creationId xmlns:a16="http://schemas.microsoft.com/office/drawing/2014/main" id="{67D34308-C846-474D-861F-B9C16DED9BD5}"/>
                  </a:ext>
                </a:extLst>
              </p:cNvPr>
              <p:cNvSpPr/>
              <p:nvPr/>
            </p:nvSpPr>
            <p:spPr>
              <a:xfrm>
                <a:off x="10790669" y="4215120"/>
                <a:ext cx="1396179" cy="374670"/>
              </a:xfrm>
              <a:prstGeom prst="rect">
                <a:avLst/>
              </a:prstGeom>
              <a:solidFill>
                <a:srgbClr val="E3B82B"/>
              </a:solidFill>
              <a:ln/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819" tIns="48409" rIns="96819" bIns="4840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defTabSz="484086"/>
                <a:r>
                  <a:rPr lang="en-US" sz="1412" b="1" dirty="0">
                    <a:solidFill>
                      <a:srgbClr val="C42F1A"/>
                    </a:solidFill>
                    <a:latin typeface="Trebuchet MS" panose="020B0603020202020204"/>
                  </a:rPr>
                  <a:t>I </a:t>
                </a:r>
                <a:r>
                  <a:rPr lang="en-US" sz="1098" dirty="0">
                    <a:solidFill>
                      <a:prstClr val="white"/>
                    </a:solidFill>
                    <a:latin typeface="Trebuchet MS" panose="020B0603020202020204"/>
                  </a:rPr>
                  <a:t>nformation Friction</a:t>
                </a:r>
              </a:p>
            </p:txBody>
          </p:sp>
        </p:grpSp>
      </p:grp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C3BBA847-7AE2-4895-B5D1-7C897AC08ADC}"/>
              </a:ext>
            </a:extLst>
          </p:cNvPr>
          <p:cNvCxnSpPr>
            <a:cxnSpLocks/>
            <a:stCxn id="115" idx="3"/>
            <a:endCxn id="53" idx="1"/>
          </p:cNvCxnSpPr>
          <p:nvPr/>
        </p:nvCxnSpPr>
        <p:spPr>
          <a:xfrm>
            <a:off x="10150606" y="3857932"/>
            <a:ext cx="828604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204B6386-14D3-4DD7-8C98-C5242A02E9F4}"/>
              </a:ext>
            </a:extLst>
          </p:cNvPr>
          <p:cNvCxnSpPr>
            <a:cxnSpLocks/>
            <a:stCxn id="148" idx="3"/>
            <a:endCxn id="115" idx="1"/>
          </p:cNvCxnSpPr>
          <p:nvPr/>
        </p:nvCxnSpPr>
        <p:spPr>
          <a:xfrm>
            <a:off x="8377494" y="3857932"/>
            <a:ext cx="846223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CDC8FB74-B3CD-43D9-B713-0737A550708F}"/>
              </a:ext>
            </a:extLst>
          </p:cNvPr>
          <p:cNvCxnSpPr>
            <a:cxnSpLocks/>
            <a:stCxn id="190" idx="3"/>
            <a:endCxn id="113" idx="1"/>
          </p:cNvCxnSpPr>
          <p:nvPr/>
        </p:nvCxnSpPr>
        <p:spPr>
          <a:xfrm>
            <a:off x="4725246" y="3857932"/>
            <a:ext cx="899235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D8111761-66BB-4C31-9D42-5BFF90634837}"/>
              </a:ext>
            </a:extLst>
          </p:cNvPr>
          <p:cNvCxnSpPr>
            <a:cxnSpLocks/>
            <a:stCxn id="113" idx="3"/>
            <a:endCxn id="148" idx="1"/>
          </p:cNvCxnSpPr>
          <p:nvPr/>
        </p:nvCxnSpPr>
        <p:spPr>
          <a:xfrm>
            <a:off x="6551370" y="3857932"/>
            <a:ext cx="899235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0A1F9A54-1273-4B38-9801-E3CE0572973C}"/>
              </a:ext>
            </a:extLst>
          </p:cNvPr>
          <p:cNvCxnSpPr>
            <a:cxnSpLocks/>
            <a:stCxn id="162" idx="3"/>
            <a:endCxn id="190" idx="1"/>
          </p:cNvCxnSpPr>
          <p:nvPr/>
        </p:nvCxnSpPr>
        <p:spPr>
          <a:xfrm>
            <a:off x="2916743" y="3857932"/>
            <a:ext cx="881614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1D9CF424-7F00-456A-88B4-A6AA4FA6E0A8}"/>
              </a:ext>
            </a:extLst>
          </p:cNvPr>
          <p:cNvCxnSpPr>
            <a:cxnSpLocks/>
            <a:stCxn id="30" idx="3"/>
            <a:endCxn id="162" idx="1"/>
          </p:cNvCxnSpPr>
          <p:nvPr/>
        </p:nvCxnSpPr>
        <p:spPr>
          <a:xfrm>
            <a:off x="1204839" y="3856278"/>
            <a:ext cx="785015" cy="1654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13492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: Top Corners Rounded 3">
            <a:extLst>
              <a:ext uri="{FF2B5EF4-FFF2-40B4-BE49-F238E27FC236}">
                <a16:creationId xmlns:a16="http://schemas.microsoft.com/office/drawing/2014/main" id="{DB3613C1-11BE-4BCD-9E86-C43713EE2506}"/>
              </a:ext>
            </a:extLst>
          </p:cNvPr>
          <p:cNvSpPr/>
          <p:nvPr/>
        </p:nvSpPr>
        <p:spPr>
          <a:xfrm flipV="1">
            <a:off x="488348" y="1616100"/>
            <a:ext cx="3688219" cy="4807045"/>
          </a:xfrm>
          <a:custGeom>
            <a:avLst/>
            <a:gdLst>
              <a:gd name="connsiteX0" fmla="*/ 224971 w 2555322"/>
              <a:gd name="connsiteY0" fmla="*/ 0 h 4147774"/>
              <a:gd name="connsiteX1" fmla="*/ 2330351 w 2555322"/>
              <a:gd name="connsiteY1" fmla="*/ 0 h 4147774"/>
              <a:gd name="connsiteX2" fmla="*/ 2555322 w 2555322"/>
              <a:gd name="connsiteY2" fmla="*/ 224971 h 4147774"/>
              <a:gd name="connsiteX3" fmla="*/ 2555322 w 2555322"/>
              <a:gd name="connsiteY3" fmla="*/ 4147774 h 4147774"/>
              <a:gd name="connsiteX4" fmla="*/ 2555322 w 2555322"/>
              <a:gd name="connsiteY4" fmla="*/ 4147774 h 4147774"/>
              <a:gd name="connsiteX5" fmla="*/ 0 w 2555322"/>
              <a:gd name="connsiteY5" fmla="*/ 4147774 h 4147774"/>
              <a:gd name="connsiteX6" fmla="*/ 0 w 2555322"/>
              <a:gd name="connsiteY6" fmla="*/ 4147774 h 4147774"/>
              <a:gd name="connsiteX7" fmla="*/ 0 w 2555322"/>
              <a:gd name="connsiteY7" fmla="*/ 224971 h 4147774"/>
              <a:gd name="connsiteX8" fmla="*/ 224971 w 2555322"/>
              <a:gd name="connsiteY8" fmla="*/ 0 h 4147774"/>
              <a:gd name="connsiteX0" fmla="*/ 224971 w 3110029"/>
              <a:gd name="connsiteY0" fmla="*/ 0 h 4147774"/>
              <a:gd name="connsiteX1" fmla="*/ 2330351 w 3110029"/>
              <a:gd name="connsiteY1" fmla="*/ 0 h 4147774"/>
              <a:gd name="connsiteX2" fmla="*/ 2555322 w 3110029"/>
              <a:gd name="connsiteY2" fmla="*/ 224971 h 4147774"/>
              <a:gd name="connsiteX3" fmla="*/ 2555322 w 3110029"/>
              <a:gd name="connsiteY3" fmla="*/ 4147774 h 4147774"/>
              <a:gd name="connsiteX4" fmla="*/ 3110029 w 3110029"/>
              <a:gd name="connsiteY4" fmla="*/ 3922424 h 4147774"/>
              <a:gd name="connsiteX5" fmla="*/ 0 w 3110029"/>
              <a:gd name="connsiteY5" fmla="*/ 4147774 h 4147774"/>
              <a:gd name="connsiteX6" fmla="*/ 0 w 3110029"/>
              <a:gd name="connsiteY6" fmla="*/ 4147774 h 4147774"/>
              <a:gd name="connsiteX7" fmla="*/ 0 w 3110029"/>
              <a:gd name="connsiteY7" fmla="*/ 224971 h 4147774"/>
              <a:gd name="connsiteX8" fmla="*/ 224971 w 3110029"/>
              <a:gd name="connsiteY8" fmla="*/ 0 h 4147774"/>
              <a:gd name="connsiteX0" fmla="*/ 224971 w 3110029"/>
              <a:gd name="connsiteY0" fmla="*/ 0 h 4160775"/>
              <a:gd name="connsiteX1" fmla="*/ 2330351 w 3110029"/>
              <a:gd name="connsiteY1" fmla="*/ 0 h 4160775"/>
              <a:gd name="connsiteX2" fmla="*/ 2555322 w 3110029"/>
              <a:gd name="connsiteY2" fmla="*/ 224971 h 4160775"/>
              <a:gd name="connsiteX3" fmla="*/ 2880346 w 3110029"/>
              <a:gd name="connsiteY3" fmla="*/ 4160775 h 4160775"/>
              <a:gd name="connsiteX4" fmla="*/ 3110029 w 3110029"/>
              <a:gd name="connsiteY4" fmla="*/ 3922424 h 4160775"/>
              <a:gd name="connsiteX5" fmla="*/ 0 w 3110029"/>
              <a:gd name="connsiteY5" fmla="*/ 4147774 h 4160775"/>
              <a:gd name="connsiteX6" fmla="*/ 0 w 3110029"/>
              <a:gd name="connsiteY6" fmla="*/ 4147774 h 4160775"/>
              <a:gd name="connsiteX7" fmla="*/ 0 w 3110029"/>
              <a:gd name="connsiteY7" fmla="*/ 224971 h 4160775"/>
              <a:gd name="connsiteX8" fmla="*/ 224971 w 3110029"/>
              <a:gd name="connsiteY8" fmla="*/ 0 h 4160775"/>
              <a:gd name="connsiteX0" fmla="*/ 224971 w 2880346"/>
              <a:gd name="connsiteY0" fmla="*/ 0 h 4160775"/>
              <a:gd name="connsiteX1" fmla="*/ 2330351 w 2880346"/>
              <a:gd name="connsiteY1" fmla="*/ 0 h 4160775"/>
              <a:gd name="connsiteX2" fmla="*/ 2555322 w 2880346"/>
              <a:gd name="connsiteY2" fmla="*/ 224971 h 4160775"/>
              <a:gd name="connsiteX3" fmla="*/ 2880346 w 2880346"/>
              <a:gd name="connsiteY3" fmla="*/ 4160775 h 4160775"/>
              <a:gd name="connsiteX4" fmla="*/ 0 w 2880346"/>
              <a:gd name="connsiteY4" fmla="*/ 4147774 h 4160775"/>
              <a:gd name="connsiteX5" fmla="*/ 0 w 2880346"/>
              <a:gd name="connsiteY5" fmla="*/ 4147774 h 4160775"/>
              <a:gd name="connsiteX6" fmla="*/ 0 w 2880346"/>
              <a:gd name="connsiteY6" fmla="*/ 224971 h 4160775"/>
              <a:gd name="connsiteX7" fmla="*/ 224971 w 2880346"/>
              <a:gd name="connsiteY7" fmla="*/ 0 h 4160775"/>
              <a:gd name="connsiteX0" fmla="*/ 536994 w 3192369"/>
              <a:gd name="connsiteY0" fmla="*/ 0 h 4160775"/>
              <a:gd name="connsiteX1" fmla="*/ 2642374 w 3192369"/>
              <a:gd name="connsiteY1" fmla="*/ 0 h 4160775"/>
              <a:gd name="connsiteX2" fmla="*/ 2867345 w 3192369"/>
              <a:gd name="connsiteY2" fmla="*/ 224971 h 4160775"/>
              <a:gd name="connsiteX3" fmla="*/ 3192369 w 3192369"/>
              <a:gd name="connsiteY3" fmla="*/ 4160775 h 4160775"/>
              <a:gd name="connsiteX4" fmla="*/ 312023 w 3192369"/>
              <a:gd name="connsiteY4" fmla="*/ 4147774 h 4160775"/>
              <a:gd name="connsiteX5" fmla="*/ 0 w 3192369"/>
              <a:gd name="connsiteY5" fmla="*/ 4147774 h 4160775"/>
              <a:gd name="connsiteX6" fmla="*/ 312023 w 3192369"/>
              <a:gd name="connsiteY6" fmla="*/ 224971 h 4160775"/>
              <a:gd name="connsiteX7" fmla="*/ 536994 w 3192369"/>
              <a:gd name="connsiteY7" fmla="*/ 0 h 4160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92369" h="4160775">
                <a:moveTo>
                  <a:pt x="536994" y="0"/>
                </a:moveTo>
                <a:lnTo>
                  <a:pt x="2642374" y="0"/>
                </a:lnTo>
                <a:cubicBezTo>
                  <a:pt x="2766622" y="0"/>
                  <a:pt x="2867345" y="100723"/>
                  <a:pt x="2867345" y="224971"/>
                </a:cubicBezTo>
                <a:lnTo>
                  <a:pt x="3192369" y="4160775"/>
                </a:lnTo>
                <a:lnTo>
                  <a:pt x="312023" y="4147774"/>
                </a:lnTo>
                <a:lnTo>
                  <a:pt x="0" y="4147774"/>
                </a:lnTo>
                <a:lnTo>
                  <a:pt x="312023" y="224971"/>
                </a:lnTo>
                <a:cubicBezTo>
                  <a:pt x="312023" y="100723"/>
                  <a:pt x="412746" y="0"/>
                  <a:pt x="536994" y="0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C89563A5-C954-4930-B054-41C79895C3F5}"/>
              </a:ext>
            </a:extLst>
          </p:cNvPr>
          <p:cNvGrpSpPr/>
          <p:nvPr/>
        </p:nvGrpSpPr>
        <p:grpSpPr>
          <a:xfrm>
            <a:off x="369265" y="934813"/>
            <a:ext cx="3924757" cy="638824"/>
            <a:chOff x="4602336" y="1175906"/>
            <a:chExt cx="3397105" cy="552938"/>
          </a:xfrm>
          <a:solidFill>
            <a:schemeClr val="bg1">
              <a:lumMod val="65000"/>
            </a:schemeClr>
          </a:solidFill>
        </p:grpSpPr>
        <p:sp>
          <p:nvSpPr>
            <p:cNvPr id="123" name="Graphic 6" descr="Hanger">
              <a:extLst>
                <a:ext uri="{FF2B5EF4-FFF2-40B4-BE49-F238E27FC236}">
                  <a16:creationId xmlns:a16="http://schemas.microsoft.com/office/drawing/2014/main" id="{0CF0F747-4800-46D1-810F-4C9F78FC118A}"/>
                </a:ext>
              </a:extLst>
            </p:cNvPr>
            <p:cNvSpPr/>
            <p:nvPr/>
          </p:nvSpPr>
          <p:spPr>
            <a:xfrm>
              <a:off x="5828561" y="1175906"/>
              <a:ext cx="950802" cy="522470"/>
            </a:xfrm>
            <a:custGeom>
              <a:avLst/>
              <a:gdLst>
                <a:gd name="connsiteX0" fmla="*/ 802554 w 838200"/>
                <a:gd name="connsiteY0" fmla="*/ 465296 h 609600"/>
                <a:gd name="connsiteX1" fmla="*/ 452034 w 838200"/>
                <a:gd name="connsiteY1" fmla="*/ 257651 h 609600"/>
                <a:gd name="connsiteX2" fmla="*/ 452034 w 838200"/>
                <a:gd name="connsiteY2" fmla="*/ 207169 h 609600"/>
                <a:gd name="connsiteX3" fmla="*/ 434889 w 838200"/>
                <a:gd name="connsiteY3" fmla="*/ 180499 h 609600"/>
                <a:gd name="connsiteX4" fmla="*/ 375834 w 838200"/>
                <a:gd name="connsiteY4" fmla="*/ 111919 h 609600"/>
                <a:gd name="connsiteX5" fmla="*/ 423459 w 838200"/>
                <a:gd name="connsiteY5" fmla="*/ 64294 h 609600"/>
                <a:gd name="connsiteX6" fmla="*/ 480609 w 838200"/>
                <a:gd name="connsiteY6" fmla="*/ 111919 h 609600"/>
                <a:gd name="connsiteX7" fmla="*/ 509184 w 838200"/>
                <a:gd name="connsiteY7" fmla="*/ 140494 h 609600"/>
                <a:gd name="connsiteX8" fmla="*/ 537759 w 838200"/>
                <a:gd name="connsiteY8" fmla="*/ 111919 h 609600"/>
                <a:gd name="connsiteX9" fmla="*/ 423459 w 838200"/>
                <a:gd name="connsiteY9" fmla="*/ 7144 h 609600"/>
                <a:gd name="connsiteX10" fmla="*/ 318684 w 838200"/>
                <a:gd name="connsiteY10" fmla="*/ 111919 h 609600"/>
                <a:gd name="connsiteX11" fmla="*/ 394884 w 838200"/>
                <a:gd name="connsiteY11" fmla="*/ 225266 h 609600"/>
                <a:gd name="connsiteX12" fmla="*/ 394884 w 838200"/>
                <a:gd name="connsiteY12" fmla="*/ 257651 h 609600"/>
                <a:gd name="connsiteX13" fmla="*/ 44364 w 838200"/>
                <a:gd name="connsiteY13" fmla="*/ 465296 h 609600"/>
                <a:gd name="connsiteX14" fmla="*/ 10074 w 838200"/>
                <a:gd name="connsiteY14" fmla="*/ 551021 h 609600"/>
                <a:gd name="connsiteX15" fmla="*/ 83416 w 838200"/>
                <a:gd name="connsiteY15" fmla="*/ 607219 h 609600"/>
                <a:gd name="connsiteX16" fmla="*/ 764454 w 838200"/>
                <a:gd name="connsiteY16" fmla="*/ 607219 h 609600"/>
                <a:gd name="connsiteX17" fmla="*/ 837796 w 838200"/>
                <a:gd name="connsiteY17" fmla="*/ 551021 h 609600"/>
                <a:gd name="connsiteX18" fmla="*/ 802554 w 838200"/>
                <a:gd name="connsiteY18" fmla="*/ 465296 h 609600"/>
                <a:gd name="connsiteX19" fmla="*/ 782551 w 838200"/>
                <a:gd name="connsiteY19" fmla="*/ 535781 h 609600"/>
                <a:gd name="connsiteX20" fmla="*/ 764454 w 838200"/>
                <a:gd name="connsiteY20" fmla="*/ 550069 h 609600"/>
                <a:gd name="connsiteX21" fmla="*/ 82464 w 838200"/>
                <a:gd name="connsiteY21" fmla="*/ 550069 h 609600"/>
                <a:gd name="connsiteX22" fmla="*/ 64366 w 838200"/>
                <a:gd name="connsiteY22" fmla="*/ 535781 h 609600"/>
                <a:gd name="connsiteX23" fmla="*/ 72939 w 838200"/>
                <a:gd name="connsiteY23" fmla="*/ 514826 h 609600"/>
                <a:gd name="connsiteX24" fmla="*/ 423459 w 838200"/>
                <a:gd name="connsiteY24" fmla="*/ 307181 h 609600"/>
                <a:gd name="connsiteX25" fmla="*/ 773979 w 838200"/>
                <a:gd name="connsiteY25" fmla="*/ 514826 h 609600"/>
                <a:gd name="connsiteX26" fmla="*/ 782551 w 838200"/>
                <a:gd name="connsiteY26" fmla="*/ 535781 h 609600"/>
                <a:gd name="connsiteX0" fmla="*/ 795411 w 833205"/>
                <a:gd name="connsiteY0" fmla="*/ 458152 h 600075"/>
                <a:gd name="connsiteX1" fmla="*/ 444891 w 833205"/>
                <a:gd name="connsiteY1" fmla="*/ 250507 h 600075"/>
                <a:gd name="connsiteX2" fmla="*/ 444891 w 833205"/>
                <a:gd name="connsiteY2" fmla="*/ 200025 h 600075"/>
                <a:gd name="connsiteX3" fmla="*/ 427746 w 833205"/>
                <a:gd name="connsiteY3" fmla="*/ 173355 h 600075"/>
                <a:gd name="connsiteX4" fmla="*/ 368691 w 833205"/>
                <a:gd name="connsiteY4" fmla="*/ 104775 h 600075"/>
                <a:gd name="connsiteX5" fmla="*/ 416316 w 833205"/>
                <a:gd name="connsiteY5" fmla="*/ 57150 h 600075"/>
                <a:gd name="connsiteX6" fmla="*/ 473466 w 833205"/>
                <a:gd name="connsiteY6" fmla="*/ 104775 h 600075"/>
                <a:gd name="connsiteX7" fmla="*/ 502041 w 833205"/>
                <a:gd name="connsiteY7" fmla="*/ 133350 h 600075"/>
                <a:gd name="connsiteX8" fmla="*/ 530616 w 833205"/>
                <a:gd name="connsiteY8" fmla="*/ 104775 h 600075"/>
                <a:gd name="connsiteX9" fmla="*/ 416316 w 833205"/>
                <a:gd name="connsiteY9" fmla="*/ 0 h 600075"/>
                <a:gd name="connsiteX10" fmla="*/ 311541 w 833205"/>
                <a:gd name="connsiteY10" fmla="*/ 104775 h 600075"/>
                <a:gd name="connsiteX11" fmla="*/ 387741 w 833205"/>
                <a:gd name="connsiteY11" fmla="*/ 218122 h 600075"/>
                <a:gd name="connsiteX12" fmla="*/ 37221 w 833205"/>
                <a:gd name="connsiteY12" fmla="*/ 458152 h 600075"/>
                <a:gd name="connsiteX13" fmla="*/ 2931 w 833205"/>
                <a:gd name="connsiteY13" fmla="*/ 543877 h 600075"/>
                <a:gd name="connsiteX14" fmla="*/ 76273 w 833205"/>
                <a:gd name="connsiteY14" fmla="*/ 600075 h 600075"/>
                <a:gd name="connsiteX15" fmla="*/ 757311 w 833205"/>
                <a:gd name="connsiteY15" fmla="*/ 600075 h 600075"/>
                <a:gd name="connsiteX16" fmla="*/ 830653 w 833205"/>
                <a:gd name="connsiteY16" fmla="*/ 543877 h 600075"/>
                <a:gd name="connsiteX17" fmla="*/ 795411 w 833205"/>
                <a:gd name="connsiteY17" fmla="*/ 458152 h 600075"/>
                <a:gd name="connsiteX18" fmla="*/ 775408 w 833205"/>
                <a:gd name="connsiteY18" fmla="*/ 528637 h 600075"/>
                <a:gd name="connsiteX19" fmla="*/ 757311 w 833205"/>
                <a:gd name="connsiteY19" fmla="*/ 542925 h 600075"/>
                <a:gd name="connsiteX20" fmla="*/ 75321 w 833205"/>
                <a:gd name="connsiteY20" fmla="*/ 542925 h 600075"/>
                <a:gd name="connsiteX21" fmla="*/ 57223 w 833205"/>
                <a:gd name="connsiteY21" fmla="*/ 528637 h 600075"/>
                <a:gd name="connsiteX22" fmla="*/ 65796 w 833205"/>
                <a:gd name="connsiteY22" fmla="*/ 507682 h 600075"/>
                <a:gd name="connsiteX23" fmla="*/ 416316 w 833205"/>
                <a:gd name="connsiteY23" fmla="*/ 300037 h 600075"/>
                <a:gd name="connsiteX24" fmla="*/ 766836 w 833205"/>
                <a:gd name="connsiteY24" fmla="*/ 507682 h 600075"/>
                <a:gd name="connsiteX25" fmla="*/ 775408 w 833205"/>
                <a:gd name="connsiteY25" fmla="*/ 528637 h 600075"/>
                <a:gd name="connsiteX0" fmla="*/ 799378 w 837172"/>
                <a:gd name="connsiteY0" fmla="*/ 458152 h 600075"/>
                <a:gd name="connsiteX1" fmla="*/ 448858 w 837172"/>
                <a:gd name="connsiteY1" fmla="*/ 250507 h 600075"/>
                <a:gd name="connsiteX2" fmla="*/ 448858 w 837172"/>
                <a:gd name="connsiteY2" fmla="*/ 200025 h 600075"/>
                <a:gd name="connsiteX3" fmla="*/ 431713 w 837172"/>
                <a:gd name="connsiteY3" fmla="*/ 173355 h 600075"/>
                <a:gd name="connsiteX4" fmla="*/ 372658 w 837172"/>
                <a:gd name="connsiteY4" fmla="*/ 104775 h 600075"/>
                <a:gd name="connsiteX5" fmla="*/ 420283 w 837172"/>
                <a:gd name="connsiteY5" fmla="*/ 57150 h 600075"/>
                <a:gd name="connsiteX6" fmla="*/ 477433 w 837172"/>
                <a:gd name="connsiteY6" fmla="*/ 104775 h 600075"/>
                <a:gd name="connsiteX7" fmla="*/ 506008 w 837172"/>
                <a:gd name="connsiteY7" fmla="*/ 133350 h 600075"/>
                <a:gd name="connsiteX8" fmla="*/ 534583 w 837172"/>
                <a:gd name="connsiteY8" fmla="*/ 104775 h 600075"/>
                <a:gd name="connsiteX9" fmla="*/ 420283 w 837172"/>
                <a:gd name="connsiteY9" fmla="*/ 0 h 600075"/>
                <a:gd name="connsiteX10" fmla="*/ 315508 w 837172"/>
                <a:gd name="connsiteY10" fmla="*/ 104775 h 600075"/>
                <a:gd name="connsiteX11" fmla="*/ 41188 w 837172"/>
                <a:gd name="connsiteY11" fmla="*/ 458152 h 600075"/>
                <a:gd name="connsiteX12" fmla="*/ 6898 w 837172"/>
                <a:gd name="connsiteY12" fmla="*/ 543877 h 600075"/>
                <a:gd name="connsiteX13" fmla="*/ 80240 w 837172"/>
                <a:gd name="connsiteY13" fmla="*/ 600075 h 600075"/>
                <a:gd name="connsiteX14" fmla="*/ 761278 w 837172"/>
                <a:gd name="connsiteY14" fmla="*/ 600075 h 600075"/>
                <a:gd name="connsiteX15" fmla="*/ 834620 w 837172"/>
                <a:gd name="connsiteY15" fmla="*/ 543877 h 600075"/>
                <a:gd name="connsiteX16" fmla="*/ 799378 w 837172"/>
                <a:gd name="connsiteY16" fmla="*/ 458152 h 600075"/>
                <a:gd name="connsiteX17" fmla="*/ 779375 w 837172"/>
                <a:gd name="connsiteY17" fmla="*/ 528637 h 600075"/>
                <a:gd name="connsiteX18" fmla="*/ 761278 w 837172"/>
                <a:gd name="connsiteY18" fmla="*/ 542925 h 600075"/>
                <a:gd name="connsiteX19" fmla="*/ 79288 w 837172"/>
                <a:gd name="connsiteY19" fmla="*/ 542925 h 600075"/>
                <a:gd name="connsiteX20" fmla="*/ 61190 w 837172"/>
                <a:gd name="connsiteY20" fmla="*/ 528637 h 600075"/>
                <a:gd name="connsiteX21" fmla="*/ 69763 w 837172"/>
                <a:gd name="connsiteY21" fmla="*/ 507682 h 600075"/>
                <a:gd name="connsiteX22" fmla="*/ 420283 w 837172"/>
                <a:gd name="connsiteY22" fmla="*/ 300037 h 600075"/>
                <a:gd name="connsiteX23" fmla="*/ 770803 w 837172"/>
                <a:gd name="connsiteY23" fmla="*/ 507682 h 600075"/>
                <a:gd name="connsiteX24" fmla="*/ 779375 w 837172"/>
                <a:gd name="connsiteY24" fmla="*/ 528637 h 600075"/>
                <a:gd name="connsiteX0" fmla="*/ 799378 w 837172"/>
                <a:gd name="connsiteY0" fmla="*/ 458152 h 600075"/>
                <a:gd name="connsiteX1" fmla="*/ 448858 w 837172"/>
                <a:gd name="connsiteY1" fmla="*/ 250507 h 600075"/>
                <a:gd name="connsiteX2" fmla="*/ 448858 w 837172"/>
                <a:gd name="connsiteY2" fmla="*/ 200025 h 600075"/>
                <a:gd name="connsiteX3" fmla="*/ 372658 w 837172"/>
                <a:gd name="connsiteY3" fmla="*/ 104775 h 600075"/>
                <a:gd name="connsiteX4" fmla="*/ 420283 w 837172"/>
                <a:gd name="connsiteY4" fmla="*/ 57150 h 600075"/>
                <a:gd name="connsiteX5" fmla="*/ 477433 w 837172"/>
                <a:gd name="connsiteY5" fmla="*/ 104775 h 600075"/>
                <a:gd name="connsiteX6" fmla="*/ 506008 w 837172"/>
                <a:gd name="connsiteY6" fmla="*/ 133350 h 600075"/>
                <a:gd name="connsiteX7" fmla="*/ 534583 w 837172"/>
                <a:gd name="connsiteY7" fmla="*/ 104775 h 600075"/>
                <a:gd name="connsiteX8" fmla="*/ 420283 w 837172"/>
                <a:gd name="connsiteY8" fmla="*/ 0 h 600075"/>
                <a:gd name="connsiteX9" fmla="*/ 315508 w 837172"/>
                <a:gd name="connsiteY9" fmla="*/ 104775 h 600075"/>
                <a:gd name="connsiteX10" fmla="*/ 41188 w 837172"/>
                <a:gd name="connsiteY10" fmla="*/ 458152 h 600075"/>
                <a:gd name="connsiteX11" fmla="*/ 6898 w 837172"/>
                <a:gd name="connsiteY11" fmla="*/ 543877 h 600075"/>
                <a:gd name="connsiteX12" fmla="*/ 80240 w 837172"/>
                <a:gd name="connsiteY12" fmla="*/ 600075 h 600075"/>
                <a:gd name="connsiteX13" fmla="*/ 761278 w 837172"/>
                <a:gd name="connsiteY13" fmla="*/ 600075 h 600075"/>
                <a:gd name="connsiteX14" fmla="*/ 834620 w 837172"/>
                <a:gd name="connsiteY14" fmla="*/ 543877 h 600075"/>
                <a:gd name="connsiteX15" fmla="*/ 799378 w 837172"/>
                <a:gd name="connsiteY15" fmla="*/ 458152 h 600075"/>
                <a:gd name="connsiteX16" fmla="*/ 779375 w 837172"/>
                <a:gd name="connsiteY16" fmla="*/ 528637 h 600075"/>
                <a:gd name="connsiteX17" fmla="*/ 761278 w 837172"/>
                <a:gd name="connsiteY17" fmla="*/ 542925 h 600075"/>
                <a:gd name="connsiteX18" fmla="*/ 79288 w 837172"/>
                <a:gd name="connsiteY18" fmla="*/ 542925 h 600075"/>
                <a:gd name="connsiteX19" fmla="*/ 61190 w 837172"/>
                <a:gd name="connsiteY19" fmla="*/ 528637 h 600075"/>
                <a:gd name="connsiteX20" fmla="*/ 69763 w 837172"/>
                <a:gd name="connsiteY20" fmla="*/ 507682 h 600075"/>
                <a:gd name="connsiteX21" fmla="*/ 420283 w 837172"/>
                <a:gd name="connsiteY21" fmla="*/ 300037 h 600075"/>
                <a:gd name="connsiteX22" fmla="*/ 770803 w 837172"/>
                <a:gd name="connsiteY22" fmla="*/ 507682 h 600075"/>
                <a:gd name="connsiteX23" fmla="*/ 779375 w 837172"/>
                <a:gd name="connsiteY23" fmla="*/ 528637 h 600075"/>
                <a:gd name="connsiteX0" fmla="*/ 799378 w 837172"/>
                <a:gd name="connsiteY0" fmla="*/ 458152 h 600075"/>
                <a:gd name="connsiteX1" fmla="*/ 448858 w 837172"/>
                <a:gd name="connsiteY1" fmla="*/ 250507 h 600075"/>
                <a:gd name="connsiteX2" fmla="*/ 372658 w 837172"/>
                <a:gd name="connsiteY2" fmla="*/ 104775 h 600075"/>
                <a:gd name="connsiteX3" fmla="*/ 420283 w 837172"/>
                <a:gd name="connsiteY3" fmla="*/ 57150 h 600075"/>
                <a:gd name="connsiteX4" fmla="*/ 477433 w 837172"/>
                <a:gd name="connsiteY4" fmla="*/ 104775 h 600075"/>
                <a:gd name="connsiteX5" fmla="*/ 506008 w 837172"/>
                <a:gd name="connsiteY5" fmla="*/ 133350 h 600075"/>
                <a:gd name="connsiteX6" fmla="*/ 534583 w 837172"/>
                <a:gd name="connsiteY6" fmla="*/ 104775 h 600075"/>
                <a:gd name="connsiteX7" fmla="*/ 420283 w 837172"/>
                <a:gd name="connsiteY7" fmla="*/ 0 h 600075"/>
                <a:gd name="connsiteX8" fmla="*/ 315508 w 837172"/>
                <a:gd name="connsiteY8" fmla="*/ 104775 h 600075"/>
                <a:gd name="connsiteX9" fmla="*/ 41188 w 837172"/>
                <a:gd name="connsiteY9" fmla="*/ 458152 h 600075"/>
                <a:gd name="connsiteX10" fmla="*/ 6898 w 837172"/>
                <a:gd name="connsiteY10" fmla="*/ 543877 h 600075"/>
                <a:gd name="connsiteX11" fmla="*/ 80240 w 837172"/>
                <a:gd name="connsiteY11" fmla="*/ 600075 h 600075"/>
                <a:gd name="connsiteX12" fmla="*/ 761278 w 837172"/>
                <a:gd name="connsiteY12" fmla="*/ 600075 h 600075"/>
                <a:gd name="connsiteX13" fmla="*/ 834620 w 837172"/>
                <a:gd name="connsiteY13" fmla="*/ 543877 h 600075"/>
                <a:gd name="connsiteX14" fmla="*/ 799378 w 837172"/>
                <a:gd name="connsiteY14" fmla="*/ 458152 h 600075"/>
                <a:gd name="connsiteX15" fmla="*/ 779375 w 837172"/>
                <a:gd name="connsiteY15" fmla="*/ 528637 h 600075"/>
                <a:gd name="connsiteX16" fmla="*/ 761278 w 837172"/>
                <a:gd name="connsiteY16" fmla="*/ 542925 h 600075"/>
                <a:gd name="connsiteX17" fmla="*/ 79288 w 837172"/>
                <a:gd name="connsiteY17" fmla="*/ 542925 h 600075"/>
                <a:gd name="connsiteX18" fmla="*/ 61190 w 837172"/>
                <a:gd name="connsiteY18" fmla="*/ 528637 h 600075"/>
                <a:gd name="connsiteX19" fmla="*/ 69763 w 837172"/>
                <a:gd name="connsiteY19" fmla="*/ 507682 h 600075"/>
                <a:gd name="connsiteX20" fmla="*/ 420283 w 837172"/>
                <a:gd name="connsiteY20" fmla="*/ 300037 h 600075"/>
                <a:gd name="connsiteX21" fmla="*/ 770803 w 837172"/>
                <a:gd name="connsiteY21" fmla="*/ 507682 h 600075"/>
                <a:gd name="connsiteX22" fmla="*/ 779375 w 837172"/>
                <a:gd name="connsiteY22" fmla="*/ 528637 h 600075"/>
                <a:gd name="connsiteX0" fmla="*/ 799378 w 837172"/>
                <a:gd name="connsiteY0" fmla="*/ 458152 h 600075"/>
                <a:gd name="connsiteX1" fmla="*/ 372658 w 837172"/>
                <a:gd name="connsiteY1" fmla="*/ 104775 h 600075"/>
                <a:gd name="connsiteX2" fmla="*/ 420283 w 837172"/>
                <a:gd name="connsiteY2" fmla="*/ 57150 h 600075"/>
                <a:gd name="connsiteX3" fmla="*/ 477433 w 837172"/>
                <a:gd name="connsiteY3" fmla="*/ 104775 h 600075"/>
                <a:gd name="connsiteX4" fmla="*/ 506008 w 837172"/>
                <a:gd name="connsiteY4" fmla="*/ 133350 h 600075"/>
                <a:gd name="connsiteX5" fmla="*/ 534583 w 837172"/>
                <a:gd name="connsiteY5" fmla="*/ 104775 h 600075"/>
                <a:gd name="connsiteX6" fmla="*/ 420283 w 837172"/>
                <a:gd name="connsiteY6" fmla="*/ 0 h 600075"/>
                <a:gd name="connsiteX7" fmla="*/ 315508 w 837172"/>
                <a:gd name="connsiteY7" fmla="*/ 104775 h 600075"/>
                <a:gd name="connsiteX8" fmla="*/ 41188 w 837172"/>
                <a:gd name="connsiteY8" fmla="*/ 458152 h 600075"/>
                <a:gd name="connsiteX9" fmla="*/ 6898 w 837172"/>
                <a:gd name="connsiteY9" fmla="*/ 543877 h 600075"/>
                <a:gd name="connsiteX10" fmla="*/ 80240 w 837172"/>
                <a:gd name="connsiteY10" fmla="*/ 600075 h 600075"/>
                <a:gd name="connsiteX11" fmla="*/ 761278 w 837172"/>
                <a:gd name="connsiteY11" fmla="*/ 600075 h 600075"/>
                <a:gd name="connsiteX12" fmla="*/ 834620 w 837172"/>
                <a:gd name="connsiteY12" fmla="*/ 543877 h 600075"/>
                <a:gd name="connsiteX13" fmla="*/ 799378 w 837172"/>
                <a:gd name="connsiteY13" fmla="*/ 458152 h 600075"/>
                <a:gd name="connsiteX14" fmla="*/ 779375 w 837172"/>
                <a:gd name="connsiteY14" fmla="*/ 528637 h 600075"/>
                <a:gd name="connsiteX15" fmla="*/ 761278 w 837172"/>
                <a:gd name="connsiteY15" fmla="*/ 542925 h 600075"/>
                <a:gd name="connsiteX16" fmla="*/ 79288 w 837172"/>
                <a:gd name="connsiteY16" fmla="*/ 542925 h 600075"/>
                <a:gd name="connsiteX17" fmla="*/ 61190 w 837172"/>
                <a:gd name="connsiteY17" fmla="*/ 528637 h 600075"/>
                <a:gd name="connsiteX18" fmla="*/ 69763 w 837172"/>
                <a:gd name="connsiteY18" fmla="*/ 507682 h 600075"/>
                <a:gd name="connsiteX19" fmla="*/ 420283 w 837172"/>
                <a:gd name="connsiteY19" fmla="*/ 300037 h 600075"/>
                <a:gd name="connsiteX20" fmla="*/ 770803 w 837172"/>
                <a:gd name="connsiteY20" fmla="*/ 507682 h 600075"/>
                <a:gd name="connsiteX21" fmla="*/ 779375 w 837172"/>
                <a:gd name="connsiteY21" fmla="*/ 528637 h 600075"/>
                <a:gd name="connsiteX0" fmla="*/ 804847 w 842641"/>
                <a:gd name="connsiteY0" fmla="*/ 475660 h 617583"/>
                <a:gd name="connsiteX1" fmla="*/ 378127 w 842641"/>
                <a:gd name="connsiteY1" fmla="*/ 122283 h 617583"/>
                <a:gd name="connsiteX2" fmla="*/ 425752 w 842641"/>
                <a:gd name="connsiteY2" fmla="*/ 74658 h 617583"/>
                <a:gd name="connsiteX3" fmla="*/ 482902 w 842641"/>
                <a:gd name="connsiteY3" fmla="*/ 122283 h 617583"/>
                <a:gd name="connsiteX4" fmla="*/ 511477 w 842641"/>
                <a:gd name="connsiteY4" fmla="*/ 150858 h 617583"/>
                <a:gd name="connsiteX5" fmla="*/ 540052 w 842641"/>
                <a:gd name="connsiteY5" fmla="*/ 122283 h 617583"/>
                <a:gd name="connsiteX6" fmla="*/ 425752 w 842641"/>
                <a:gd name="connsiteY6" fmla="*/ 17508 h 617583"/>
                <a:gd name="connsiteX7" fmla="*/ 46657 w 842641"/>
                <a:gd name="connsiteY7" fmla="*/ 475660 h 617583"/>
                <a:gd name="connsiteX8" fmla="*/ 12367 w 842641"/>
                <a:gd name="connsiteY8" fmla="*/ 561385 h 617583"/>
                <a:gd name="connsiteX9" fmla="*/ 85709 w 842641"/>
                <a:gd name="connsiteY9" fmla="*/ 617583 h 617583"/>
                <a:gd name="connsiteX10" fmla="*/ 766747 w 842641"/>
                <a:gd name="connsiteY10" fmla="*/ 617583 h 617583"/>
                <a:gd name="connsiteX11" fmla="*/ 840089 w 842641"/>
                <a:gd name="connsiteY11" fmla="*/ 561385 h 617583"/>
                <a:gd name="connsiteX12" fmla="*/ 804847 w 842641"/>
                <a:gd name="connsiteY12" fmla="*/ 475660 h 617583"/>
                <a:gd name="connsiteX13" fmla="*/ 784844 w 842641"/>
                <a:gd name="connsiteY13" fmla="*/ 546145 h 617583"/>
                <a:gd name="connsiteX14" fmla="*/ 766747 w 842641"/>
                <a:gd name="connsiteY14" fmla="*/ 560433 h 617583"/>
                <a:gd name="connsiteX15" fmla="*/ 84757 w 842641"/>
                <a:gd name="connsiteY15" fmla="*/ 560433 h 617583"/>
                <a:gd name="connsiteX16" fmla="*/ 66659 w 842641"/>
                <a:gd name="connsiteY16" fmla="*/ 546145 h 617583"/>
                <a:gd name="connsiteX17" fmla="*/ 75232 w 842641"/>
                <a:gd name="connsiteY17" fmla="*/ 525190 h 617583"/>
                <a:gd name="connsiteX18" fmla="*/ 425752 w 842641"/>
                <a:gd name="connsiteY18" fmla="*/ 317545 h 617583"/>
                <a:gd name="connsiteX19" fmla="*/ 776272 w 842641"/>
                <a:gd name="connsiteY19" fmla="*/ 525190 h 617583"/>
                <a:gd name="connsiteX20" fmla="*/ 784844 w 842641"/>
                <a:gd name="connsiteY20" fmla="*/ 546145 h 617583"/>
                <a:gd name="connsiteX0" fmla="*/ 804847 w 842641"/>
                <a:gd name="connsiteY0" fmla="*/ 475660 h 617583"/>
                <a:gd name="connsiteX1" fmla="*/ 425752 w 842641"/>
                <a:gd name="connsiteY1" fmla="*/ 74658 h 617583"/>
                <a:gd name="connsiteX2" fmla="*/ 482902 w 842641"/>
                <a:gd name="connsiteY2" fmla="*/ 122283 h 617583"/>
                <a:gd name="connsiteX3" fmla="*/ 511477 w 842641"/>
                <a:gd name="connsiteY3" fmla="*/ 150858 h 617583"/>
                <a:gd name="connsiteX4" fmla="*/ 540052 w 842641"/>
                <a:gd name="connsiteY4" fmla="*/ 122283 h 617583"/>
                <a:gd name="connsiteX5" fmla="*/ 425752 w 842641"/>
                <a:gd name="connsiteY5" fmla="*/ 17508 h 617583"/>
                <a:gd name="connsiteX6" fmla="*/ 46657 w 842641"/>
                <a:gd name="connsiteY6" fmla="*/ 475660 h 617583"/>
                <a:gd name="connsiteX7" fmla="*/ 12367 w 842641"/>
                <a:gd name="connsiteY7" fmla="*/ 561385 h 617583"/>
                <a:gd name="connsiteX8" fmla="*/ 85709 w 842641"/>
                <a:gd name="connsiteY8" fmla="*/ 617583 h 617583"/>
                <a:gd name="connsiteX9" fmla="*/ 766747 w 842641"/>
                <a:gd name="connsiteY9" fmla="*/ 617583 h 617583"/>
                <a:gd name="connsiteX10" fmla="*/ 840089 w 842641"/>
                <a:gd name="connsiteY10" fmla="*/ 561385 h 617583"/>
                <a:gd name="connsiteX11" fmla="*/ 804847 w 842641"/>
                <a:gd name="connsiteY11" fmla="*/ 475660 h 617583"/>
                <a:gd name="connsiteX12" fmla="*/ 784844 w 842641"/>
                <a:gd name="connsiteY12" fmla="*/ 546145 h 617583"/>
                <a:gd name="connsiteX13" fmla="*/ 766747 w 842641"/>
                <a:gd name="connsiteY13" fmla="*/ 560433 h 617583"/>
                <a:gd name="connsiteX14" fmla="*/ 84757 w 842641"/>
                <a:gd name="connsiteY14" fmla="*/ 560433 h 617583"/>
                <a:gd name="connsiteX15" fmla="*/ 66659 w 842641"/>
                <a:gd name="connsiteY15" fmla="*/ 546145 h 617583"/>
                <a:gd name="connsiteX16" fmla="*/ 75232 w 842641"/>
                <a:gd name="connsiteY16" fmla="*/ 525190 h 617583"/>
                <a:gd name="connsiteX17" fmla="*/ 425752 w 842641"/>
                <a:gd name="connsiteY17" fmla="*/ 317545 h 617583"/>
                <a:gd name="connsiteX18" fmla="*/ 776272 w 842641"/>
                <a:gd name="connsiteY18" fmla="*/ 525190 h 617583"/>
                <a:gd name="connsiteX19" fmla="*/ 784844 w 842641"/>
                <a:gd name="connsiteY19" fmla="*/ 546145 h 617583"/>
                <a:gd name="connsiteX0" fmla="*/ 811977 w 849771"/>
                <a:gd name="connsiteY0" fmla="*/ 401002 h 542925"/>
                <a:gd name="connsiteX1" fmla="*/ 432882 w 849771"/>
                <a:gd name="connsiteY1" fmla="*/ 0 h 542925"/>
                <a:gd name="connsiteX2" fmla="*/ 490032 w 849771"/>
                <a:gd name="connsiteY2" fmla="*/ 47625 h 542925"/>
                <a:gd name="connsiteX3" fmla="*/ 518607 w 849771"/>
                <a:gd name="connsiteY3" fmla="*/ 76200 h 542925"/>
                <a:gd name="connsiteX4" fmla="*/ 547182 w 849771"/>
                <a:gd name="connsiteY4" fmla="*/ 47625 h 542925"/>
                <a:gd name="connsiteX5" fmla="*/ 53787 w 849771"/>
                <a:gd name="connsiteY5" fmla="*/ 401002 h 542925"/>
                <a:gd name="connsiteX6" fmla="*/ 19497 w 849771"/>
                <a:gd name="connsiteY6" fmla="*/ 486727 h 542925"/>
                <a:gd name="connsiteX7" fmla="*/ 92839 w 849771"/>
                <a:gd name="connsiteY7" fmla="*/ 542925 h 542925"/>
                <a:gd name="connsiteX8" fmla="*/ 773877 w 849771"/>
                <a:gd name="connsiteY8" fmla="*/ 542925 h 542925"/>
                <a:gd name="connsiteX9" fmla="*/ 847219 w 849771"/>
                <a:gd name="connsiteY9" fmla="*/ 486727 h 542925"/>
                <a:gd name="connsiteX10" fmla="*/ 811977 w 849771"/>
                <a:gd name="connsiteY10" fmla="*/ 401002 h 542925"/>
                <a:gd name="connsiteX11" fmla="*/ 791974 w 849771"/>
                <a:gd name="connsiteY11" fmla="*/ 471487 h 542925"/>
                <a:gd name="connsiteX12" fmla="*/ 773877 w 849771"/>
                <a:gd name="connsiteY12" fmla="*/ 485775 h 542925"/>
                <a:gd name="connsiteX13" fmla="*/ 91887 w 849771"/>
                <a:gd name="connsiteY13" fmla="*/ 485775 h 542925"/>
                <a:gd name="connsiteX14" fmla="*/ 73789 w 849771"/>
                <a:gd name="connsiteY14" fmla="*/ 471487 h 542925"/>
                <a:gd name="connsiteX15" fmla="*/ 82362 w 849771"/>
                <a:gd name="connsiteY15" fmla="*/ 450532 h 542925"/>
                <a:gd name="connsiteX16" fmla="*/ 432882 w 849771"/>
                <a:gd name="connsiteY16" fmla="*/ 242887 h 542925"/>
                <a:gd name="connsiteX17" fmla="*/ 783402 w 849771"/>
                <a:gd name="connsiteY17" fmla="*/ 450532 h 542925"/>
                <a:gd name="connsiteX18" fmla="*/ 791974 w 849771"/>
                <a:gd name="connsiteY18" fmla="*/ 471487 h 542925"/>
                <a:gd name="connsiteX0" fmla="*/ 811977 w 849771"/>
                <a:gd name="connsiteY0" fmla="*/ 401002 h 542925"/>
                <a:gd name="connsiteX1" fmla="*/ 432882 w 849771"/>
                <a:gd name="connsiteY1" fmla="*/ 0 h 542925"/>
                <a:gd name="connsiteX2" fmla="*/ 490032 w 849771"/>
                <a:gd name="connsiteY2" fmla="*/ 47625 h 542925"/>
                <a:gd name="connsiteX3" fmla="*/ 547182 w 849771"/>
                <a:gd name="connsiteY3" fmla="*/ 47625 h 542925"/>
                <a:gd name="connsiteX4" fmla="*/ 53787 w 849771"/>
                <a:gd name="connsiteY4" fmla="*/ 401002 h 542925"/>
                <a:gd name="connsiteX5" fmla="*/ 19497 w 849771"/>
                <a:gd name="connsiteY5" fmla="*/ 486727 h 542925"/>
                <a:gd name="connsiteX6" fmla="*/ 92839 w 849771"/>
                <a:gd name="connsiteY6" fmla="*/ 542925 h 542925"/>
                <a:gd name="connsiteX7" fmla="*/ 773877 w 849771"/>
                <a:gd name="connsiteY7" fmla="*/ 542925 h 542925"/>
                <a:gd name="connsiteX8" fmla="*/ 847219 w 849771"/>
                <a:gd name="connsiteY8" fmla="*/ 486727 h 542925"/>
                <a:gd name="connsiteX9" fmla="*/ 811977 w 849771"/>
                <a:gd name="connsiteY9" fmla="*/ 401002 h 542925"/>
                <a:gd name="connsiteX10" fmla="*/ 791974 w 849771"/>
                <a:gd name="connsiteY10" fmla="*/ 471487 h 542925"/>
                <a:gd name="connsiteX11" fmla="*/ 773877 w 849771"/>
                <a:gd name="connsiteY11" fmla="*/ 485775 h 542925"/>
                <a:gd name="connsiteX12" fmla="*/ 91887 w 849771"/>
                <a:gd name="connsiteY12" fmla="*/ 485775 h 542925"/>
                <a:gd name="connsiteX13" fmla="*/ 73789 w 849771"/>
                <a:gd name="connsiteY13" fmla="*/ 471487 h 542925"/>
                <a:gd name="connsiteX14" fmla="*/ 82362 w 849771"/>
                <a:gd name="connsiteY14" fmla="*/ 450532 h 542925"/>
                <a:gd name="connsiteX15" fmla="*/ 432882 w 849771"/>
                <a:gd name="connsiteY15" fmla="*/ 242887 h 542925"/>
                <a:gd name="connsiteX16" fmla="*/ 783402 w 849771"/>
                <a:gd name="connsiteY16" fmla="*/ 450532 h 542925"/>
                <a:gd name="connsiteX17" fmla="*/ 791974 w 849771"/>
                <a:gd name="connsiteY17" fmla="*/ 471487 h 542925"/>
                <a:gd name="connsiteX0" fmla="*/ 808316 w 846110"/>
                <a:gd name="connsiteY0" fmla="*/ 403561 h 545484"/>
                <a:gd name="connsiteX1" fmla="*/ 429221 w 846110"/>
                <a:gd name="connsiteY1" fmla="*/ 2559 h 545484"/>
                <a:gd name="connsiteX2" fmla="*/ 486371 w 846110"/>
                <a:gd name="connsiteY2" fmla="*/ 50184 h 545484"/>
                <a:gd name="connsiteX3" fmla="*/ 50126 w 846110"/>
                <a:gd name="connsiteY3" fmla="*/ 403561 h 545484"/>
                <a:gd name="connsiteX4" fmla="*/ 15836 w 846110"/>
                <a:gd name="connsiteY4" fmla="*/ 489286 h 545484"/>
                <a:gd name="connsiteX5" fmla="*/ 89178 w 846110"/>
                <a:gd name="connsiteY5" fmla="*/ 545484 h 545484"/>
                <a:gd name="connsiteX6" fmla="*/ 770216 w 846110"/>
                <a:gd name="connsiteY6" fmla="*/ 545484 h 545484"/>
                <a:gd name="connsiteX7" fmla="*/ 843558 w 846110"/>
                <a:gd name="connsiteY7" fmla="*/ 489286 h 545484"/>
                <a:gd name="connsiteX8" fmla="*/ 808316 w 846110"/>
                <a:gd name="connsiteY8" fmla="*/ 403561 h 545484"/>
                <a:gd name="connsiteX9" fmla="*/ 788313 w 846110"/>
                <a:gd name="connsiteY9" fmla="*/ 474046 h 545484"/>
                <a:gd name="connsiteX10" fmla="*/ 770216 w 846110"/>
                <a:gd name="connsiteY10" fmla="*/ 488334 h 545484"/>
                <a:gd name="connsiteX11" fmla="*/ 88226 w 846110"/>
                <a:gd name="connsiteY11" fmla="*/ 488334 h 545484"/>
                <a:gd name="connsiteX12" fmla="*/ 70128 w 846110"/>
                <a:gd name="connsiteY12" fmla="*/ 474046 h 545484"/>
                <a:gd name="connsiteX13" fmla="*/ 78701 w 846110"/>
                <a:gd name="connsiteY13" fmla="*/ 453091 h 545484"/>
                <a:gd name="connsiteX14" fmla="*/ 429221 w 846110"/>
                <a:gd name="connsiteY14" fmla="*/ 245446 h 545484"/>
                <a:gd name="connsiteX15" fmla="*/ 779741 w 846110"/>
                <a:gd name="connsiteY15" fmla="*/ 453091 h 545484"/>
                <a:gd name="connsiteX16" fmla="*/ 788313 w 846110"/>
                <a:gd name="connsiteY16" fmla="*/ 474046 h 545484"/>
                <a:gd name="connsiteX0" fmla="*/ 804848 w 842642"/>
                <a:gd name="connsiteY0" fmla="*/ 401002 h 542925"/>
                <a:gd name="connsiteX1" fmla="*/ 425753 w 842642"/>
                <a:gd name="connsiteY1" fmla="*/ 0 h 542925"/>
                <a:gd name="connsiteX2" fmla="*/ 46658 w 842642"/>
                <a:gd name="connsiteY2" fmla="*/ 401002 h 542925"/>
                <a:gd name="connsiteX3" fmla="*/ 12368 w 842642"/>
                <a:gd name="connsiteY3" fmla="*/ 486727 h 542925"/>
                <a:gd name="connsiteX4" fmla="*/ 85710 w 842642"/>
                <a:gd name="connsiteY4" fmla="*/ 542925 h 542925"/>
                <a:gd name="connsiteX5" fmla="*/ 766748 w 842642"/>
                <a:gd name="connsiteY5" fmla="*/ 542925 h 542925"/>
                <a:gd name="connsiteX6" fmla="*/ 840090 w 842642"/>
                <a:gd name="connsiteY6" fmla="*/ 486727 h 542925"/>
                <a:gd name="connsiteX7" fmla="*/ 804848 w 842642"/>
                <a:gd name="connsiteY7" fmla="*/ 401002 h 542925"/>
                <a:gd name="connsiteX8" fmla="*/ 784845 w 842642"/>
                <a:gd name="connsiteY8" fmla="*/ 471487 h 542925"/>
                <a:gd name="connsiteX9" fmla="*/ 766748 w 842642"/>
                <a:gd name="connsiteY9" fmla="*/ 485775 h 542925"/>
                <a:gd name="connsiteX10" fmla="*/ 84758 w 842642"/>
                <a:gd name="connsiteY10" fmla="*/ 485775 h 542925"/>
                <a:gd name="connsiteX11" fmla="*/ 66660 w 842642"/>
                <a:gd name="connsiteY11" fmla="*/ 471487 h 542925"/>
                <a:gd name="connsiteX12" fmla="*/ 75233 w 842642"/>
                <a:gd name="connsiteY12" fmla="*/ 450532 h 542925"/>
                <a:gd name="connsiteX13" fmla="*/ 425753 w 842642"/>
                <a:gd name="connsiteY13" fmla="*/ 242887 h 542925"/>
                <a:gd name="connsiteX14" fmla="*/ 776273 w 842642"/>
                <a:gd name="connsiteY14" fmla="*/ 450532 h 542925"/>
                <a:gd name="connsiteX15" fmla="*/ 784845 w 842642"/>
                <a:gd name="connsiteY15" fmla="*/ 471487 h 542925"/>
                <a:gd name="connsiteX0" fmla="*/ 830163 w 867957"/>
                <a:gd name="connsiteY0" fmla="*/ 158115 h 300038"/>
                <a:gd name="connsiteX1" fmla="*/ 71973 w 867957"/>
                <a:gd name="connsiteY1" fmla="*/ 158115 h 300038"/>
                <a:gd name="connsiteX2" fmla="*/ 37683 w 867957"/>
                <a:gd name="connsiteY2" fmla="*/ 243840 h 300038"/>
                <a:gd name="connsiteX3" fmla="*/ 111025 w 867957"/>
                <a:gd name="connsiteY3" fmla="*/ 300038 h 300038"/>
                <a:gd name="connsiteX4" fmla="*/ 792063 w 867957"/>
                <a:gd name="connsiteY4" fmla="*/ 300038 h 300038"/>
                <a:gd name="connsiteX5" fmla="*/ 865405 w 867957"/>
                <a:gd name="connsiteY5" fmla="*/ 243840 h 300038"/>
                <a:gd name="connsiteX6" fmla="*/ 830163 w 867957"/>
                <a:gd name="connsiteY6" fmla="*/ 158115 h 300038"/>
                <a:gd name="connsiteX7" fmla="*/ 810160 w 867957"/>
                <a:gd name="connsiteY7" fmla="*/ 228600 h 300038"/>
                <a:gd name="connsiteX8" fmla="*/ 792063 w 867957"/>
                <a:gd name="connsiteY8" fmla="*/ 242888 h 300038"/>
                <a:gd name="connsiteX9" fmla="*/ 110073 w 867957"/>
                <a:gd name="connsiteY9" fmla="*/ 242888 h 300038"/>
                <a:gd name="connsiteX10" fmla="*/ 91975 w 867957"/>
                <a:gd name="connsiteY10" fmla="*/ 228600 h 300038"/>
                <a:gd name="connsiteX11" fmla="*/ 100548 w 867957"/>
                <a:gd name="connsiteY11" fmla="*/ 207645 h 300038"/>
                <a:gd name="connsiteX12" fmla="*/ 451068 w 867957"/>
                <a:gd name="connsiteY12" fmla="*/ 0 h 300038"/>
                <a:gd name="connsiteX13" fmla="*/ 801588 w 867957"/>
                <a:gd name="connsiteY13" fmla="*/ 207645 h 300038"/>
                <a:gd name="connsiteX14" fmla="*/ 810160 w 867957"/>
                <a:gd name="connsiteY14" fmla="*/ 228600 h 300038"/>
                <a:gd name="connsiteX0" fmla="*/ 830163 w 867957"/>
                <a:gd name="connsiteY0" fmla="*/ 10716 h 152639"/>
                <a:gd name="connsiteX1" fmla="*/ 71973 w 867957"/>
                <a:gd name="connsiteY1" fmla="*/ 10716 h 152639"/>
                <a:gd name="connsiteX2" fmla="*/ 37683 w 867957"/>
                <a:gd name="connsiteY2" fmla="*/ 96441 h 152639"/>
                <a:gd name="connsiteX3" fmla="*/ 111025 w 867957"/>
                <a:gd name="connsiteY3" fmla="*/ 152639 h 152639"/>
                <a:gd name="connsiteX4" fmla="*/ 792063 w 867957"/>
                <a:gd name="connsiteY4" fmla="*/ 152639 h 152639"/>
                <a:gd name="connsiteX5" fmla="*/ 865405 w 867957"/>
                <a:gd name="connsiteY5" fmla="*/ 96441 h 152639"/>
                <a:gd name="connsiteX6" fmla="*/ 830163 w 867957"/>
                <a:gd name="connsiteY6" fmla="*/ 10716 h 152639"/>
                <a:gd name="connsiteX7" fmla="*/ 810160 w 867957"/>
                <a:gd name="connsiteY7" fmla="*/ 81201 h 152639"/>
                <a:gd name="connsiteX8" fmla="*/ 792063 w 867957"/>
                <a:gd name="connsiteY8" fmla="*/ 95489 h 152639"/>
                <a:gd name="connsiteX9" fmla="*/ 110073 w 867957"/>
                <a:gd name="connsiteY9" fmla="*/ 95489 h 152639"/>
                <a:gd name="connsiteX10" fmla="*/ 91975 w 867957"/>
                <a:gd name="connsiteY10" fmla="*/ 81201 h 152639"/>
                <a:gd name="connsiteX11" fmla="*/ 100548 w 867957"/>
                <a:gd name="connsiteY11" fmla="*/ 60246 h 152639"/>
                <a:gd name="connsiteX12" fmla="*/ 801588 w 867957"/>
                <a:gd name="connsiteY12" fmla="*/ 60246 h 152639"/>
                <a:gd name="connsiteX13" fmla="*/ 810160 w 867957"/>
                <a:gd name="connsiteY13" fmla="*/ 81201 h 152639"/>
                <a:gd name="connsiteX0" fmla="*/ 847051 w 884845"/>
                <a:gd name="connsiteY0" fmla="*/ 10716 h 152639"/>
                <a:gd name="connsiteX1" fmla="*/ 88861 w 884845"/>
                <a:gd name="connsiteY1" fmla="*/ 10716 h 152639"/>
                <a:gd name="connsiteX2" fmla="*/ 17862 w 884845"/>
                <a:gd name="connsiteY2" fmla="*/ 99340 h 152639"/>
                <a:gd name="connsiteX3" fmla="*/ 127913 w 884845"/>
                <a:gd name="connsiteY3" fmla="*/ 152639 h 152639"/>
                <a:gd name="connsiteX4" fmla="*/ 808951 w 884845"/>
                <a:gd name="connsiteY4" fmla="*/ 152639 h 152639"/>
                <a:gd name="connsiteX5" fmla="*/ 882293 w 884845"/>
                <a:gd name="connsiteY5" fmla="*/ 96441 h 152639"/>
                <a:gd name="connsiteX6" fmla="*/ 847051 w 884845"/>
                <a:gd name="connsiteY6" fmla="*/ 10716 h 152639"/>
                <a:gd name="connsiteX7" fmla="*/ 827048 w 884845"/>
                <a:gd name="connsiteY7" fmla="*/ 81201 h 152639"/>
                <a:gd name="connsiteX8" fmla="*/ 808951 w 884845"/>
                <a:gd name="connsiteY8" fmla="*/ 95489 h 152639"/>
                <a:gd name="connsiteX9" fmla="*/ 126961 w 884845"/>
                <a:gd name="connsiteY9" fmla="*/ 95489 h 152639"/>
                <a:gd name="connsiteX10" fmla="*/ 108863 w 884845"/>
                <a:gd name="connsiteY10" fmla="*/ 81201 h 152639"/>
                <a:gd name="connsiteX11" fmla="*/ 117436 w 884845"/>
                <a:gd name="connsiteY11" fmla="*/ 60246 h 152639"/>
                <a:gd name="connsiteX12" fmla="*/ 818476 w 884845"/>
                <a:gd name="connsiteY12" fmla="*/ 60246 h 152639"/>
                <a:gd name="connsiteX13" fmla="*/ 827048 w 884845"/>
                <a:gd name="connsiteY13" fmla="*/ 81201 h 152639"/>
                <a:gd name="connsiteX0" fmla="*/ 864149 w 901943"/>
                <a:gd name="connsiteY0" fmla="*/ 10716 h 152639"/>
                <a:gd name="connsiteX1" fmla="*/ 105959 w 901943"/>
                <a:gd name="connsiteY1" fmla="*/ 10716 h 152639"/>
                <a:gd name="connsiteX2" fmla="*/ 8262 w 901943"/>
                <a:gd name="connsiteY2" fmla="*/ 99340 h 152639"/>
                <a:gd name="connsiteX3" fmla="*/ 145011 w 901943"/>
                <a:gd name="connsiteY3" fmla="*/ 152639 h 152639"/>
                <a:gd name="connsiteX4" fmla="*/ 826049 w 901943"/>
                <a:gd name="connsiteY4" fmla="*/ 152639 h 152639"/>
                <a:gd name="connsiteX5" fmla="*/ 899391 w 901943"/>
                <a:gd name="connsiteY5" fmla="*/ 96441 h 152639"/>
                <a:gd name="connsiteX6" fmla="*/ 864149 w 901943"/>
                <a:gd name="connsiteY6" fmla="*/ 10716 h 152639"/>
                <a:gd name="connsiteX7" fmla="*/ 844146 w 901943"/>
                <a:gd name="connsiteY7" fmla="*/ 81201 h 152639"/>
                <a:gd name="connsiteX8" fmla="*/ 826049 w 901943"/>
                <a:gd name="connsiteY8" fmla="*/ 95489 h 152639"/>
                <a:gd name="connsiteX9" fmla="*/ 144059 w 901943"/>
                <a:gd name="connsiteY9" fmla="*/ 95489 h 152639"/>
                <a:gd name="connsiteX10" fmla="*/ 125961 w 901943"/>
                <a:gd name="connsiteY10" fmla="*/ 81201 h 152639"/>
                <a:gd name="connsiteX11" fmla="*/ 134534 w 901943"/>
                <a:gd name="connsiteY11" fmla="*/ 60246 h 152639"/>
                <a:gd name="connsiteX12" fmla="*/ 835574 w 901943"/>
                <a:gd name="connsiteY12" fmla="*/ 60246 h 152639"/>
                <a:gd name="connsiteX13" fmla="*/ 844146 w 901943"/>
                <a:gd name="connsiteY13" fmla="*/ 81201 h 152639"/>
                <a:gd name="connsiteX0" fmla="*/ 864149 w 901943"/>
                <a:gd name="connsiteY0" fmla="*/ 10716 h 152639"/>
                <a:gd name="connsiteX1" fmla="*/ 105959 w 901943"/>
                <a:gd name="connsiteY1" fmla="*/ 10716 h 152639"/>
                <a:gd name="connsiteX2" fmla="*/ 8262 w 901943"/>
                <a:gd name="connsiteY2" fmla="*/ 99340 h 152639"/>
                <a:gd name="connsiteX3" fmla="*/ 145011 w 901943"/>
                <a:gd name="connsiteY3" fmla="*/ 152639 h 152639"/>
                <a:gd name="connsiteX4" fmla="*/ 826049 w 901943"/>
                <a:gd name="connsiteY4" fmla="*/ 152639 h 152639"/>
                <a:gd name="connsiteX5" fmla="*/ 899391 w 901943"/>
                <a:gd name="connsiteY5" fmla="*/ 96441 h 152639"/>
                <a:gd name="connsiteX6" fmla="*/ 864149 w 901943"/>
                <a:gd name="connsiteY6" fmla="*/ 10716 h 152639"/>
                <a:gd name="connsiteX7" fmla="*/ 844146 w 901943"/>
                <a:gd name="connsiteY7" fmla="*/ 81201 h 152639"/>
                <a:gd name="connsiteX8" fmla="*/ 826049 w 901943"/>
                <a:gd name="connsiteY8" fmla="*/ 95489 h 152639"/>
                <a:gd name="connsiteX9" fmla="*/ 144059 w 901943"/>
                <a:gd name="connsiteY9" fmla="*/ 95489 h 152639"/>
                <a:gd name="connsiteX10" fmla="*/ 125961 w 901943"/>
                <a:gd name="connsiteY10" fmla="*/ 81201 h 152639"/>
                <a:gd name="connsiteX11" fmla="*/ 141209 w 901943"/>
                <a:gd name="connsiteY11" fmla="*/ 42851 h 152639"/>
                <a:gd name="connsiteX12" fmla="*/ 835574 w 901943"/>
                <a:gd name="connsiteY12" fmla="*/ 60246 h 152639"/>
                <a:gd name="connsiteX13" fmla="*/ 844146 w 901943"/>
                <a:gd name="connsiteY13" fmla="*/ 81201 h 152639"/>
                <a:gd name="connsiteX0" fmla="*/ 864149 w 901943"/>
                <a:gd name="connsiteY0" fmla="*/ 10716 h 152639"/>
                <a:gd name="connsiteX1" fmla="*/ 105959 w 901943"/>
                <a:gd name="connsiteY1" fmla="*/ 10716 h 152639"/>
                <a:gd name="connsiteX2" fmla="*/ 8262 w 901943"/>
                <a:gd name="connsiteY2" fmla="*/ 99340 h 152639"/>
                <a:gd name="connsiteX3" fmla="*/ 145011 w 901943"/>
                <a:gd name="connsiteY3" fmla="*/ 152639 h 152639"/>
                <a:gd name="connsiteX4" fmla="*/ 826049 w 901943"/>
                <a:gd name="connsiteY4" fmla="*/ 152639 h 152639"/>
                <a:gd name="connsiteX5" fmla="*/ 899391 w 901943"/>
                <a:gd name="connsiteY5" fmla="*/ 96441 h 152639"/>
                <a:gd name="connsiteX6" fmla="*/ 864149 w 901943"/>
                <a:gd name="connsiteY6" fmla="*/ 10716 h 152639"/>
                <a:gd name="connsiteX7" fmla="*/ 844146 w 901943"/>
                <a:gd name="connsiteY7" fmla="*/ 81201 h 152639"/>
                <a:gd name="connsiteX8" fmla="*/ 826049 w 901943"/>
                <a:gd name="connsiteY8" fmla="*/ 95489 h 152639"/>
                <a:gd name="connsiteX9" fmla="*/ 144059 w 901943"/>
                <a:gd name="connsiteY9" fmla="*/ 95489 h 152639"/>
                <a:gd name="connsiteX10" fmla="*/ 125961 w 901943"/>
                <a:gd name="connsiteY10" fmla="*/ 81201 h 152639"/>
                <a:gd name="connsiteX11" fmla="*/ 141209 w 901943"/>
                <a:gd name="connsiteY11" fmla="*/ 42851 h 152639"/>
                <a:gd name="connsiteX12" fmla="*/ 812213 w 901943"/>
                <a:gd name="connsiteY12" fmla="*/ 45750 h 152639"/>
                <a:gd name="connsiteX13" fmla="*/ 844146 w 901943"/>
                <a:gd name="connsiteY13" fmla="*/ 81201 h 152639"/>
                <a:gd name="connsiteX0" fmla="*/ 864149 w 950239"/>
                <a:gd name="connsiteY0" fmla="*/ 10716 h 152639"/>
                <a:gd name="connsiteX1" fmla="*/ 105959 w 950239"/>
                <a:gd name="connsiteY1" fmla="*/ 10716 h 152639"/>
                <a:gd name="connsiteX2" fmla="*/ 8262 w 950239"/>
                <a:gd name="connsiteY2" fmla="*/ 99340 h 152639"/>
                <a:gd name="connsiteX3" fmla="*/ 145011 w 950239"/>
                <a:gd name="connsiteY3" fmla="*/ 152639 h 152639"/>
                <a:gd name="connsiteX4" fmla="*/ 826049 w 950239"/>
                <a:gd name="connsiteY4" fmla="*/ 152639 h 152639"/>
                <a:gd name="connsiteX5" fmla="*/ 949450 w 950239"/>
                <a:gd name="connsiteY5" fmla="*/ 96441 h 152639"/>
                <a:gd name="connsiteX6" fmla="*/ 864149 w 950239"/>
                <a:gd name="connsiteY6" fmla="*/ 10716 h 152639"/>
                <a:gd name="connsiteX7" fmla="*/ 844146 w 950239"/>
                <a:gd name="connsiteY7" fmla="*/ 81201 h 152639"/>
                <a:gd name="connsiteX8" fmla="*/ 826049 w 950239"/>
                <a:gd name="connsiteY8" fmla="*/ 95489 h 152639"/>
                <a:gd name="connsiteX9" fmla="*/ 144059 w 950239"/>
                <a:gd name="connsiteY9" fmla="*/ 95489 h 152639"/>
                <a:gd name="connsiteX10" fmla="*/ 125961 w 950239"/>
                <a:gd name="connsiteY10" fmla="*/ 81201 h 152639"/>
                <a:gd name="connsiteX11" fmla="*/ 141209 w 950239"/>
                <a:gd name="connsiteY11" fmla="*/ 42851 h 152639"/>
                <a:gd name="connsiteX12" fmla="*/ 812213 w 950239"/>
                <a:gd name="connsiteY12" fmla="*/ 45750 h 152639"/>
                <a:gd name="connsiteX13" fmla="*/ 844146 w 950239"/>
                <a:gd name="connsiteY13" fmla="*/ 81201 h 152639"/>
                <a:gd name="connsiteX0" fmla="*/ 884173 w 950802"/>
                <a:gd name="connsiteY0" fmla="*/ 12275 h 151299"/>
                <a:gd name="connsiteX1" fmla="*/ 105959 w 950802"/>
                <a:gd name="connsiteY1" fmla="*/ 9376 h 151299"/>
                <a:gd name="connsiteX2" fmla="*/ 8262 w 950802"/>
                <a:gd name="connsiteY2" fmla="*/ 98000 h 151299"/>
                <a:gd name="connsiteX3" fmla="*/ 145011 w 950802"/>
                <a:gd name="connsiteY3" fmla="*/ 151299 h 151299"/>
                <a:gd name="connsiteX4" fmla="*/ 826049 w 950802"/>
                <a:gd name="connsiteY4" fmla="*/ 151299 h 151299"/>
                <a:gd name="connsiteX5" fmla="*/ 949450 w 950802"/>
                <a:gd name="connsiteY5" fmla="*/ 95101 h 151299"/>
                <a:gd name="connsiteX6" fmla="*/ 884173 w 950802"/>
                <a:gd name="connsiteY6" fmla="*/ 12275 h 151299"/>
                <a:gd name="connsiteX7" fmla="*/ 844146 w 950802"/>
                <a:gd name="connsiteY7" fmla="*/ 79861 h 151299"/>
                <a:gd name="connsiteX8" fmla="*/ 826049 w 950802"/>
                <a:gd name="connsiteY8" fmla="*/ 94149 h 151299"/>
                <a:gd name="connsiteX9" fmla="*/ 144059 w 950802"/>
                <a:gd name="connsiteY9" fmla="*/ 94149 h 151299"/>
                <a:gd name="connsiteX10" fmla="*/ 125961 w 950802"/>
                <a:gd name="connsiteY10" fmla="*/ 79861 h 151299"/>
                <a:gd name="connsiteX11" fmla="*/ 141209 w 950802"/>
                <a:gd name="connsiteY11" fmla="*/ 41511 h 151299"/>
                <a:gd name="connsiteX12" fmla="*/ 812213 w 950802"/>
                <a:gd name="connsiteY12" fmla="*/ 44410 h 151299"/>
                <a:gd name="connsiteX13" fmla="*/ 844146 w 950802"/>
                <a:gd name="connsiteY13" fmla="*/ 79861 h 151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950802" h="151299">
                  <a:moveTo>
                    <a:pt x="884173" y="12275"/>
                  </a:moveTo>
                  <a:cubicBezTo>
                    <a:pt x="751934" y="-2012"/>
                    <a:pt x="238039" y="-4911"/>
                    <a:pt x="105959" y="9376"/>
                  </a:cubicBezTo>
                  <a:cubicBezTo>
                    <a:pt x="-26121" y="23663"/>
                    <a:pt x="-1263" y="64663"/>
                    <a:pt x="8262" y="98000"/>
                  </a:cubicBezTo>
                  <a:cubicBezTo>
                    <a:pt x="17787" y="131338"/>
                    <a:pt x="110721" y="151299"/>
                    <a:pt x="145011" y="151299"/>
                  </a:cubicBezTo>
                  <a:lnTo>
                    <a:pt x="826049" y="151299"/>
                  </a:lnTo>
                  <a:cubicBezTo>
                    <a:pt x="861291" y="151299"/>
                    <a:pt x="939763" y="118272"/>
                    <a:pt x="949450" y="95101"/>
                  </a:cubicBezTo>
                  <a:cubicBezTo>
                    <a:pt x="959137" y="71930"/>
                    <a:pt x="914653" y="30373"/>
                    <a:pt x="884173" y="12275"/>
                  </a:cubicBezTo>
                  <a:close/>
                  <a:moveTo>
                    <a:pt x="844146" y="79861"/>
                  </a:moveTo>
                  <a:cubicBezTo>
                    <a:pt x="846452" y="88151"/>
                    <a:pt x="838431" y="94149"/>
                    <a:pt x="826049" y="94149"/>
                  </a:cubicBezTo>
                  <a:lnTo>
                    <a:pt x="144059" y="94149"/>
                  </a:lnTo>
                  <a:cubicBezTo>
                    <a:pt x="130724" y="94149"/>
                    <a:pt x="126914" y="84624"/>
                    <a:pt x="125961" y="79861"/>
                  </a:cubicBezTo>
                  <a:cubicBezTo>
                    <a:pt x="125009" y="76051"/>
                    <a:pt x="129779" y="48179"/>
                    <a:pt x="141209" y="41511"/>
                  </a:cubicBezTo>
                  <a:lnTo>
                    <a:pt x="812213" y="44410"/>
                  </a:lnTo>
                  <a:cubicBezTo>
                    <a:pt x="823643" y="51078"/>
                    <a:pt x="841840" y="71571"/>
                    <a:pt x="844146" y="7986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Rectangle: Rounded Corners 4">
              <a:extLst>
                <a:ext uri="{FF2B5EF4-FFF2-40B4-BE49-F238E27FC236}">
                  <a16:creationId xmlns:a16="http://schemas.microsoft.com/office/drawing/2014/main" id="{66ED1BF3-3115-4819-9BF4-13F4EA90E2A0}"/>
                </a:ext>
              </a:extLst>
            </p:cNvPr>
            <p:cNvSpPr/>
            <p:nvPr/>
          </p:nvSpPr>
          <p:spPr>
            <a:xfrm>
              <a:off x="4602336" y="1430104"/>
              <a:ext cx="3397105" cy="298740"/>
            </a:xfrm>
            <a:custGeom>
              <a:avLst/>
              <a:gdLst>
                <a:gd name="connsiteX0" fmla="*/ 0 w 3397105"/>
                <a:gd name="connsiteY0" fmla="*/ 71653 h 169907"/>
                <a:gd name="connsiteX1" fmla="*/ 71653 w 3397105"/>
                <a:gd name="connsiteY1" fmla="*/ 0 h 169907"/>
                <a:gd name="connsiteX2" fmla="*/ 3325452 w 3397105"/>
                <a:gd name="connsiteY2" fmla="*/ 0 h 169907"/>
                <a:gd name="connsiteX3" fmla="*/ 3397105 w 3397105"/>
                <a:gd name="connsiteY3" fmla="*/ 71653 h 169907"/>
                <a:gd name="connsiteX4" fmla="*/ 3397105 w 3397105"/>
                <a:gd name="connsiteY4" fmla="*/ 98254 h 169907"/>
                <a:gd name="connsiteX5" fmla="*/ 3325452 w 3397105"/>
                <a:gd name="connsiteY5" fmla="*/ 169907 h 169907"/>
                <a:gd name="connsiteX6" fmla="*/ 71653 w 3397105"/>
                <a:gd name="connsiteY6" fmla="*/ 169907 h 169907"/>
                <a:gd name="connsiteX7" fmla="*/ 0 w 3397105"/>
                <a:gd name="connsiteY7" fmla="*/ 98254 h 169907"/>
                <a:gd name="connsiteX8" fmla="*/ 0 w 3397105"/>
                <a:gd name="connsiteY8" fmla="*/ 71653 h 169907"/>
                <a:gd name="connsiteX0" fmla="*/ 0 w 3397105"/>
                <a:gd name="connsiteY0" fmla="*/ 200486 h 298740"/>
                <a:gd name="connsiteX1" fmla="*/ 71653 w 3397105"/>
                <a:gd name="connsiteY1" fmla="*/ 128833 h 298740"/>
                <a:gd name="connsiteX2" fmla="*/ 1698790 w 3397105"/>
                <a:gd name="connsiteY2" fmla="*/ 0 h 298740"/>
                <a:gd name="connsiteX3" fmla="*/ 3325452 w 3397105"/>
                <a:gd name="connsiteY3" fmla="*/ 128833 h 298740"/>
                <a:gd name="connsiteX4" fmla="*/ 3397105 w 3397105"/>
                <a:gd name="connsiteY4" fmla="*/ 200486 h 298740"/>
                <a:gd name="connsiteX5" fmla="*/ 3397105 w 3397105"/>
                <a:gd name="connsiteY5" fmla="*/ 227087 h 298740"/>
                <a:gd name="connsiteX6" fmla="*/ 3325452 w 3397105"/>
                <a:gd name="connsiteY6" fmla="*/ 298740 h 298740"/>
                <a:gd name="connsiteX7" fmla="*/ 71653 w 3397105"/>
                <a:gd name="connsiteY7" fmla="*/ 298740 h 298740"/>
                <a:gd name="connsiteX8" fmla="*/ 0 w 3397105"/>
                <a:gd name="connsiteY8" fmla="*/ 227087 h 298740"/>
                <a:gd name="connsiteX9" fmla="*/ 0 w 3397105"/>
                <a:gd name="connsiteY9" fmla="*/ 200486 h 298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397105" h="298740">
                  <a:moveTo>
                    <a:pt x="0" y="200486"/>
                  </a:moveTo>
                  <a:cubicBezTo>
                    <a:pt x="0" y="160913"/>
                    <a:pt x="32080" y="128833"/>
                    <a:pt x="71653" y="128833"/>
                  </a:cubicBezTo>
                  <a:cubicBezTo>
                    <a:pt x="612587" y="127781"/>
                    <a:pt x="1157856" y="1052"/>
                    <a:pt x="1698790" y="0"/>
                  </a:cubicBezTo>
                  <a:cubicBezTo>
                    <a:pt x="2242455" y="1052"/>
                    <a:pt x="2781787" y="127781"/>
                    <a:pt x="3325452" y="128833"/>
                  </a:cubicBezTo>
                  <a:cubicBezTo>
                    <a:pt x="3365025" y="128833"/>
                    <a:pt x="3397105" y="160913"/>
                    <a:pt x="3397105" y="200486"/>
                  </a:cubicBezTo>
                  <a:lnTo>
                    <a:pt x="3397105" y="227087"/>
                  </a:lnTo>
                  <a:cubicBezTo>
                    <a:pt x="3397105" y="266660"/>
                    <a:pt x="3365025" y="298740"/>
                    <a:pt x="3325452" y="298740"/>
                  </a:cubicBezTo>
                  <a:lnTo>
                    <a:pt x="71653" y="298740"/>
                  </a:lnTo>
                  <a:cubicBezTo>
                    <a:pt x="32080" y="298740"/>
                    <a:pt x="0" y="266660"/>
                    <a:pt x="0" y="227087"/>
                  </a:cubicBezTo>
                  <a:lnTo>
                    <a:pt x="0" y="200486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03" name="Rectangle: Rounded Corners 102">
            <a:extLst>
              <a:ext uri="{FF2B5EF4-FFF2-40B4-BE49-F238E27FC236}">
                <a16:creationId xmlns:a16="http://schemas.microsoft.com/office/drawing/2014/main" id="{3C7318C0-8404-4768-B412-74AB01725D63}"/>
              </a:ext>
            </a:extLst>
          </p:cNvPr>
          <p:cNvSpPr/>
          <p:nvPr/>
        </p:nvSpPr>
        <p:spPr>
          <a:xfrm>
            <a:off x="2139235" y="2013890"/>
            <a:ext cx="329076" cy="3708564"/>
          </a:xfrm>
          <a:prstGeom prst="roundRect">
            <a:avLst>
              <a:gd name="adj" fmla="val 4244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ectangle: Rounded Corners 103">
            <a:extLst>
              <a:ext uri="{FF2B5EF4-FFF2-40B4-BE49-F238E27FC236}">
                <a16:creationId xmlns:a16="http://schemas.microsoft.com/office/drawing/2014/main" id="{7CBE4CA6-A948-4467-A4E9-23DB8C2D195F}"/>
              </a:ext>
            </a:extLst>
          </p:cNvPr>
          <p:cNvSpPr/>
          <p:nvPr/>
        </p:nvSpPr>
        <p:spPr>
          <a:xfrm rot="21443026">
            <a:off x="1458332" y="2033263"/>
            <a:ext cx="329076" cy="3708564"/>
          </a:xfrm>
          <a:prstGeom prst="roundRect">
            <a:avLst>
              <a:gd name="adj" fmla="val 4244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: Rounded Corners 104">
            <a:extLst>
              <a:ext uri="{FF2B5EF4-FFF2-40B4-BE49-F238E27FC236}">
                <a16:creationId xmlns:a16="http://schemas.microsoft.com/office/drawing/2014/main" id="{95599375-5C47-4340-9868-BFD8F1B3869B}"/>
              </a:ext>
            </a:extLst>
          </p:cNvPr>
          <p:cNvSpPr/>
          <p:nvPr/>
        </p:nvSpPr>
        <p:spPr>
          <a:xfrm rot="21350204">
            <a:off x="777429" y="2052641"/>
            <a:ext cx="329076" cy="3708564"/>
          </a:xfrm>
          <a:prstGeom prst="roundRect">
            <a:avLst>
              <a:gd name="adj" fmla="val 4244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Rectangle: Rounded Corners 105">
            <a:extLst>
              <a:ext uri="{FF2B5EF4-FFF2-40B4-BE49-F238E27FC236}">
                <a16:creationId xmlns:a16="http://schemas.microsoft.com/office/drawing/2014/main" id="{B626301A-D421-4C44-B4F0-82707961288E}"/>
              </a:ext>
            </a:extLst>
          </p:cNvPr>
          <p:cNvSpPr/>
          <p:nvPr/>
        </p:nvSpPr>
        <p:spPr>
          <a:xfrm rot="156974" flipH="1">
            <a:off x="2862789" y="2027289"/>
            <a:ext cx="351593" cy="3708564"/>
          </a:xfrm>
          <a:prstGeom prst="roundRect">
            <a:avLst>
              <a:gd name="adj" fmla="val 4244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07" name="Rectangle: Rounded Corners 106">
            <a:extLst>
              <a:ext uri="{FF2B5EF4-FFF2-40B4-BE49-F238E27FC236}">
                <a16:creationId xmlns:a16="http://schemas.microsoft.com/office/drawing/2014/main" id="{DACDC8DF-5099-467E-B744-F4669F64F189}"/>
              </a:ext>
            </a:extLst>
          </p:cNvPr>
          <p:cNvSpPr/>
          <p:nvPr/>
        </p:nvSpPr>
        <p:spPr>
          <a:xfrm rot="249796" flipH="1">
            <a:off x="3543657" y="2047470"/>
            <a:ext cx="365394" cy="3708564"/>
          </a:xfrm>
          <a:prstGeom prst="roundRect">
            <a:avLst>
              <a:gd name="adj" fmla="val 4244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259AEF5-9E81-4B8F-99F4-FD40A66133A3}"/>
              </a:ext>
            </a:extLst>
          </p:cNvPr>
          <p:cNvGrpSpPr/>
          <p:nvPr/>
        </p:nvGrpSpPr>
        <p:grpSpPr>
          <a:xfrm>
            <a:off x="751373" y="2343100"/>
            <a:ext cx="2871135" cy="2796484"/>
            <a:chOff x="3861767" y="1946497"/>
            <a:chExt cx="2871135" cy="2796484"/>
          </a:xfrm>
        </p:grpSpPr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7CB525D7-2ECC-42CA-A1F9-9034728F1F9A}"/>
                </a:ext>
              </a:extLst>
            </p:cNvPr>
            <p:cNvSpPr/>
            <p:nvPr/>
          </p:nvSpPr>
          <p:spPr>
            <a:xfrm>
              <a:off x="4087443" y="2115018"/>
              <a:ext cx="2645459" cy="2627963"/>
            </a:xfrm>
            <a:prstGeom prst="ellipse">
              <a:avLst/>
            </a:prstGeom>
            <a:solidFill>
              <a:srgbClr val="E7C207"/>
            </a:solidFill>
            <a:scene3d>
              <a:camera prst="orthographicFront"/>
              <a:lightRig rig="threePt" dir="t"/>
            </a:scene3d>
            <a:sp3d>
              <a:bevelT w="971550" prst="coolSlant"/>
            </a:sp3d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F3C36EA0-431B-4B53-BC2D-21DC571A57AB}"/>
                </a:ext>
              </a:extLst>
            </p:cNvPr>
            <p:cNvSpPr/>
            <p:nvPr/>
          </p:nvSpPr>
          <p:spPr>
            <a:xfrm>
              <a:off x="4857952" y="1946497"/>
              <a:ext cx="498856" cy="362114"/>
            </a:xfrm>
            <a:custGeom>
              <a:avLst/>
              <a:gdLst>
                <a:gd name="connsiteX0" fmla="*/ 0 w 427232"/>
                <a:gd name="connsiteY0" fmla="*/ 90671 h 311972"/>
                <a:gd name="connsiteX1" fmla="*/ 129092 w 427232"/>
                <a:gd name="connsiteY1" fmla="*/ 0 h 311972"/>
                <a:gd name="connsiteX2" fmla="*/ 322729 w 427232"/>
                <a:gd name="connsiteY2" fmla="*/ 199785 h 311972"/>
                <a:gd name="connsiteX3" fmla="*/ 427232 w 427232"/>
                <a:gd name="connsiteY3" fmla="*/ 252036 h 311972"/>
                <a:gd name="connsiteX4" fmla="*/ 427232 w 427232"/>
                <a:gd name="connsiteY4" fmla="*/ 311972 h 311972"/>
                <a:gd name="connsiteX5" fmla="*/ 318119 w 427232"/>
                <a:gd name="connsiteY5" fmla="*/ 295067 h 311972"/>
                <a:gd name="connsiteX6" fmla="*/ 156754 w 427232"/>
                <a:gd name="connsiteY6" fmla="*/ 72230 h 311972"/>
                <a:gd name="connsiteX7" fmla="*/ 36883 w 427232"/>
                <a:gd name="connsiteY7" fmla="*/ 144460 h 311972"/>
                <a:gd name="connsiteX8" fmla="*/ 0 w 427232"/>
                <a:gd name="connsiteY8" fmla="*/ 90671 h 311972"/>
                <a:gd name="connsiteX0" fmla="*/ 0 w 427232"/>
                <a:gd name="connsiteY0" fmla="*/ 95282 h 316583"/>
                <a:gd name="connsiteX1" fmla="*/ 150608 w 427232"/>
                <a:gd name="connsiteY1" fmla="*/ 0 h 316583"/>
                <a:gd name="connsiteX2" fmla="*/ 322729 w 427232"/>
                <a:gd name="connsiteY2" fmla="*/ 204396 h 316583"/>
                <a:gd name="connsiteX3" fmla="*/ 427232 w 427232"/>
                <a:gd name="connsiteY3" fmla="*/ 256647 h 316583"/>
                <a:gd name="connsiteX4" fmla="*/ 427232 w 427232"/>
                <a:gd name="connsiteY4" fmla="*/ 316583 h 316583"/>
                <a:gd name="connsiteX5" fmla="*/ 318119 w 427232"/>
                <a:gd name="connsiteY5" fmla="*/ 299678 h 316583"/>
                <a:gd name="connsiteX6" fmla="*/ 156754 w 427232"/>
                <a:gd name="connsiteY6" fmla="*/ 76841 h 316583"/>
                <a:gd name="connsiteX7" fmla="*/ 36883 w 427232"/>
                <a:gd name="connsiteY7" fmla="*/ 149071 h 316583"/>
                <a:gd name="connsiteX8" fmla="*/ 0 w 427232"/>
                <a:gd name="connsiteY8" fmla="*/ 95282 h 316583"/>
                <a:gd name="connsiteX0" fmla="*/ 0 w 427232"/>
                <a:gd name="connsiteY0" fmla="*/ 97722 h 319023"/>
                <a:gd name="connsiteX1" fmla="*/ 150608 w 427232"/>
                <a:gd name="connsiteY1" fmla="*/ 2440 h 319023"/>
                <a:gd name="connsiteX2" fmla="*/ 322729 w 427232"/>
                <a:gd name="connsiteY2" fmla="*/ 206836 h 319023"/>
                <a:gd name="connsiteX3" fmla="*/ 427232 w 427232"/>
                <a:gd name="connsiteY3" fmla="*/ 259087 h 319023"/>
                <a:gd name="connsiteX4" fmla="*/ 427232 w 427232"/>
                <a:gd name="connsiteY4" fmla="*/ 319023 h 319023"/>
                <a:gd name="connsiteX5" fmla="*/ 318119 w 427232"/>
                <a:gd name="connsiteY5" fmla="*/ 302118 h 319023"/>
                <a:gd name="connsiteX6" fmla="*/ 156754 w 427232"/>
                <a:gd name="connsiteY6" fmla="*/ 79281 h 319023"/>
                <a:gd name="connsiteX7" fmla="*/ 36883 w 427232"/>
                <a:gd name="connsiteY7" fmla="*/ 151511 h 319023"/>
                <a:gd name="connsiteX8" fmla="*/ 0 w 427232"/>
                <a:gd name="connsiteY8" fmla="*/ 97722 h 319023"/>
                <a:gd name="connsiteX0" fmla="*/ 0 w 427232"/>
                <a:gd name="connsiteY0" fmla="*/ 95362 h 316663"/>
                <a:gd name="connsiteX1" fmla="*/ 150608 w 427232"/>
                <a:gd name="connsiteY1" fmla="*/ 80 h 316663"/>
                <a:gd name="connsiteX2" fmla="*/ 322729 w 427232"/>
                <a:gd name="connsiteY2" fmla="*/ 204476 h 316663"/>
                <a:gd name="connsiteX3" fmla="*/ 427232 w 427232"/>
                <a:gd name="connsiteY3" fmla="*/ 256727 h 316663"/>
                <a:gd name="connsiteX4" fmla="*/ 427232 w 427232"/>
                <a:gd name="connsiteY4" fmla="*/ 316663 h 316663"/>
                <a:gd name="connsiteX5" fmla="*/ 318119 w 427232"/>
                <a:gd name="connsiteY5" fmla="*/ 299758 h 316663"/>
                <a:gd name="connsiteX6" fmla="*/ 156754 w 427232"/>
                <a:gd name="connsiteY6" fmla="*/ 76921 h 316663"/>
                <a:gd name="connsiteX7" fmla="*/ 36883 w 427232"/>
                <a:gd name="connsiteY7" fmla="*/ 149151 h 316663"/>
                <a:gd name="connsiteX8" fmla="*/ 0 w 427232"/>
                <a:gd name="connsiteY8" fmla="*/ 95362 h 316663"/>
                <a:gd name="connsiteX0" fmla="*/ 0 w 427232"/>
                <a:gd name="connsiteY0" fmla="*/ 95362 h 316663"/>
                <a:gd name="connsiteX1" fmla="*/ 158292 w 427232"/>
                <a:gd name="connsiteY1" fmla="*/ 80 h 316663"/>
                <a:gd name="connsiteX2" fmla="*/ 322729 w 427232"/>
                <a:gd name="connsiteY2" fmla="*/ 204476 h 316663"/>
                <a:gd name="connsiteX3" fmla="*/ 427232 w 427232"/>
                <a:gd name="connsiteY3" fmla="*/ 256727 h 316663"/>
                <a:gd name="connsiteX4" fmla="*/ 427232 w 427232"/>
                <a:gd name="connsiteY4" fmla="*/ 316663 h 316663"/>
                <a:gd name="connsiteX5" fmla="*/ 318119 w 427232"/>
                <a:gd name="connsiteY5" fmla="*/ 299758 h 316663"/>
                <a:gd name="connsiteX6" fmla="*/ 156754 w 427232"/>
                <a:gd name="connsiteY6" fmla="*/ 76921 h 316663"/>
                <a:gd name="connsiteX7" fmla="*/ 36883 w 427232"/>
                <a:gd name="connsiteY7" fmla="*/ 149151 h 316663"/>
                <a:gd name="connsiteX8" fmla="*/ 0 w 427232"/>
                <a:gd name="connsiteY8" fmla="*/ 95362 h 316663"/>
                <a:gd name="connsiteX0" fmla="*/ 0 w 427232"/>
                <a:gd name="connsiteY0" fmla="*/ 95362 h 316663"/>
                <a:gd name="connsiteX1" fmla="*/ 158292 w 427232"/>
                <a:gd name="connsiteY1" fmla="*/ 80 h 316663"/>
                <a:gd name="connsiteX2" fmla="*/ 322729 w 427232"/>
                <a:gd name="connsiteY2" fmla="*/ 204476 h 316663"/>
                <a:gd name="connsiteX3" fmla="*/ 427232 w 427232"/>
                <a:gd name="connsiteY3" fmla="*/ 256727 h 316663"/>
                <a:gd name="connsiteX4" fmla="*/ 427232 w 427232"/>
                <a:gd name="connsiteY4" fmla="*/ 316663 h 316663"/>
                <a:gd name="connsiteX5" fmla="*/ 318119 w 427232"/>
                <a:gd name="connsiteY5" fmla="*/ 299758 h 316663"/>
                <a:gd name="connsiteX6" fmla="*/ 156754 w 427232"/>
                <a:gd name="connsiteY6" fmla="*/ 76921 h 316663"/>
                <a:gd name="connsiteX7" fmla="*/ 36883 w 427232"/>
                <a:gd name="connsiteY7" fmla="*/ 149151 h 316663"/>
                <a:gd name="connsiteX8" fmla="*/ 0 w 427232"/>
                <a:gd name="connsiteY8" fmla="*/ 95362 h 316663"/>
                <a:gd name="connsiteX0" fmla="*/ 0 w 427232"/>
                <a:gd name="connsiteY0" fmla="*/ 95362 h 316663"/>
                <a:gd name="connsiteX1" fmla="*/ 158292 w 427232"/>
                <a:gd name="connsiteY1" fmla="*/ 80 h 316663"/>
                <a:gd name="connsiteX2" fmla="*/ 322729 w 427232"/>
                <a:gd name="connsiteY2" fmla="*/ 204476 h 316663"/>
                <a:gd name="connsiteX3" fmla="*/ 427232 w 427232"/>
                <a:gd name="connsiteY3" fmla="*/ 256727 h 316663"/>
                <a:gd name="connsiteX4" fmla="*/ 427232 w 427232"/>
                <a:gd name="connsiteY4" fmla="*/ 316663 h 316663"/>
                <a:gd name="connsiteX5" fmla="*/ 318119 w 427232"/>
                <a:gd name="connsiteY5" fmla="*/ 299758 h 316663"/>
                <a:gd name="connsiteX6" fmla="*/ 156754 w 427232"/>
                <a:gd name="connsiteY6" fmla="*/ 76921 h 316663"/>
                <a:gd name="connsiteX7" fmla="*/ 36883 w 427232"/>
                <a:gd name="connsiteY7" fmla="*/ 149151 h 316663"/>
                <a:gd name="connsiteX8" fmla="*/ 0 w 427232"/>
                <a:gd name="connsiteY8" fmla="*/ 95362 h 316663"/>
                <a:gd name="connsiteX0" fmla="*/ 0 w 427232"/>
                <a:gd name="connsiteY0" fmla="*/ 95362 h 316663"/>
                <a:gd name="connsiteX1" fmla="*/ 158292 w 427232"/>
                <a:gd name="connsiteY1" fmla="*/ 80 h 316663"/>
                <a:gd name="connsiteX2" fmla="*/ 322729 w 427232"/>
                <a:gd name="connsiteY2" fmla="*/ 204476 h 316663"/>
                <a:gd name="connsiteX3" fmla="*/ 427232 w 427232"/>
                <a:gd name="connsiteY3" fmla="*/ 256727 h 316663"/>
                <a:gd name="connsiteX4" fmla="*/ 427232 w 427232"/>
                <a:gd name="connsiteY4" fmla="*/ 316663 h 316663"/>
                <a:gd name="connsiteX5" fmla="*/ 318119 w 427232"/>
                <a:gd name="connsiteY5" fmla="*/ 299758 h 316663"/>
                <a:gd name="connsiteX6" fmla="*/ 156754 w 427232"/>
                <a:gd name="connsiteY6" fmla="*/ 76921 h 316663"/>
                <a:gd name="connsiteX7" fmla="*/ 36883 w 427232"/>
                <a:gd name="connsiteY7" fmla="*/ 149151 h 316663"/>
                <a:gd name="connsiteX8" fmla="*/ 0 w 427232"/>
                <a:gd name="connsiteY8" fmla="*/ 95362 h 316663"/>
                <a:gd name="connsiteX0" fmla="*/ 0 w 456602"/>
                <a:gd name="connsiteY0" fmla="*/ 95362 h 316663"/>
                <a:gd name="connsiteX1" fmla="*/ 158292 w 456602"/>
                <a:gd name="connsiteY1" fmla="*/ 80 h 316663"/>
                <a:gd name="connsiteX2" fmla="*/ 322729 w 456602"/>
                <a:gd name="connsiteY2" fmla="*/ 204476 h 316663"/>
                <a:gd name="connsiteX3" fmla="*/ 427232 w 456602"/>
                <a:gd name="connsiteY3" fmla="*/ 256727 h 316663"/>
                <a:gd name="connsiteX4" fmla="*/ 427232 w 456602"/>
                <a:gd name="connsiteY4" fmla="*/ 316663 h 316663"/>
                <a:gd name="connsiteX5" fmla="*/ 318119 w 456602"/>
                <a:gd name="connsiteY5" fmla="*/ 299758 h 316663"/>
                <a:gd name="connsiteX6" fmla="*/ 156754 w 456602"/>
                <a:gd name="connsiteY6" fmla="*/ 76921 h 316663"/>
                <a:gd name="connsiteX7" fmla="*/ 36883 w 456602"/>
                <a:gd name="connsiteY7" fmla="*/ 149151 h 316663"/>
                <a:gd name="connsiteX8" fmla="*/ 0 w 456602"/>
                <a:gd name="connsiteY8" fmla="*/ 95362 h 316663"/>
                <a:gd name="connsiteX0" fmla="*/ 0 w 466428"/>
                <a:gd name="connsiteY0" fmla="*/ 95362 h 317048"/>
                <a:gd name="connsiteX1" fmla="*/ 158292 w 466428"/>
                <a:gd name="connsiteY1" fmla="*/ 80 h 317048"/>
                <a:gd name="connsiteX2" fmla="*/ 322729 w 466428"/>
                <a:gd name="connsiteY2" fmla="*/ 204476 h 317048"/>
                <a:gd name="connsiteX3" fmla="*/ 427232 w 466428"/>
                <a:gd name="connsiteY3" fmla="*/ 256727 h 317048"/>
                <a:gd name="connsiteX4" fmla="*/ 427232 w 466428"/>
                <a:gd name="connsiteY4" fmla="*/ 316663 h 317048"/>
                <a:gd name="connsiteX5" fmla="*/ 318119 w 466428"/>
                <a:gd name="connsiteY5" fmla="*/ 299758 h 317048"/>
                <a:gd name="connsiteX6" fmla="*/ 156754 w 466428"/>
                <a:gd name="connsiteY6" fmla="*/ 76921 h 317048"/>
                <a:gd name="connsiteX7" fmla="*/ 36883 w 466428"/>
                <a:gd name="connsiteY7" fmla="*/ 149151 h 317048"/>
                <a:gd name="connsiteX8" fmla="*/ 0 w 466428"/>
                <a:gd name="connsiteY8" fmla="*/ 95362 h 317048"/>
                <a:gd name="connsiteX0" fmla="*/ 0 w 452142"/>
                <a:gd name="connsiteY0" fmla="*/ 95362 h 320676"/>
                <a:gd name="connsiteX1" fmla="*/ 158292 w 452142"/>
                <a:gd name="connsiteY1" fmla="*/ 80 h 320676"/>
                <a:gd name="connsiteX2" fmla="*/ 322729 w 452142"/>
                <a:gd name="connsiteY2" fmla="*/ 204476 h 320676"/>
                <a:gd name="connsiteX3" fmla="*/ 427232 w 452142"/>
                <a:gd name="connsiteY3" fmla="*/ 256727 h 320676"/>
                <a:gd name="connsiteX4" fmla="*/ 433185 w 452142"/>
                <a:gd name="connsiteY4" fmla="*/ 320235 h 320676"/>
                <a:gd name="connsiteX5" fmla="*/ 318119 w 452142"/>
                <a:gd name="connsiteY5" fmla="*/ 299758 h 320676"/>
                <a:gd name="connsiteX6" fmla="*/ 156754 w 452142"/>
                <a:gd name="connsiteY6" fmla="*/ 76921 h 320676"/>
                <a:gd name="connsiteX7" fmla="*/ 36883 w 452142"/>
                <a:gd name="connsiteY7" fmla="*/ 149151 h 320676"/>
                <a:gd name="connsiteX8" fmla="*/ 0 w 452142"/>
                <a:gd name="connsiteY8" fmla="*/ 95362 h 320676"/>
                <a:gd name="connsiteX0" fmla="*/ 0 w 459297"/>
                <a:gd name="connsiteY0" fmla="*/ 95362 h 320597"/>
                <a:gd name="connsiteX1" fmla="*/ 158292 w 459297"/>
                <a:gd name="connsiteY1" fmla="*/ 80 h 320597"/>
                <a:gd name="connsiteX2" fmla="*/ 322729 w 459297"/>
                <a:gd name="connsiteY2" fmla="*/ 204476 h 320597"/>
                <a:gd name="connsiteX3" fmla="*/ 427232 w 459297"/>
                <a:gd name="connsiteY3" fmla="*/ 256727 h 320597"/>
                <a:gd name="connsiteX4" fmla="*/ 433185 w 459297"/>
                <a:gd name="connsiteY4" fmla="*/ 320235 h 320597"/>
                <a:gd name="connsiteX5" fmla="*/ 318119 w 459297"/>
                <a:gd name="connsiteY5" fmla="*/ 299758 h 320597"/>
                <a:gd name="connsiteX6" fmla="*/ 156754 w 459297"/>
                <a:gd name="connsiteY6" fmla="*/ 76921 h 320597"/>
                <a:gd name="connsiteX7" fmla="*/ 36883 w 459297"/>
                <a:gd name="connsiteY7" fmla="*/ 149151 h 320597"/>
                <a:gd name="connsiteX8" fmla="*/ 0 w 459297"/>
                <a:gd name="connsiteY8" fmla="*/ 95362 h 320597"/>
                <a:gd name="connsiteX0" fmla="*/ 0 w 450435"/>
                <a:gd name="connsiteY0" fmla="*/ 95362 h 321972"/>
                <a:gd name="connsiteX1" fmla="*/ 158292 w 450435"/>
                <a:gd name="connsiteY1" fmla="*/ 80 h 321972"/>
                <a:gd name="connsiteX2" fmla="*/ 322729 w 450435"/>
                <a:gd name="connsiteY2" fmla="*/ 204476 h 321972"/>
                <a:gd name="connsiteX3" fmla="*/ 423660 w 450435"/>
                <a:gd name="connsiteY3" fmla="*/ 251965 h 321972"/>
                <a:gd name="connsiteX4" fmla="*/ 433185 w 450435"/>
                <a:gd name="connsiteY4" fmla="*/ 320235 h 321972"/>
                <a:gd name="connsiteX5" fmla="*/ 318119 w 450435"/>
                <a:gd name="connsiteY5" fmla="*/ 299758 h 321972"/>
                <a:gd name="connsiteX6" fmla="*/ 156754 w 450435"/>
                <a:gd name="connsiteY6" fmla="*/ 76921 h 321972"/>
                <a:gd name="connsiteX7" fmla="*/ 36883 w 450435"/>
                <a:gd name="connsiteY7" fmla="*/ 149151 h 321972"/>
                <a:gd name="connsiteX8" fmla="*/ 0 w 450435"/>
                <a:gd name="connsiteY8" fmla="*/ 95362 h 321972"/>
                <a:gd name="connsiteX0" fmla="*/ 0 w 450435"/>
                <a:gd name="connsiteY0" fmla="*/ 95362 h 341511"/>
                <a:gd name="connsiteX1" fmla="*/ 158292 w 450435"/>
                <a:gd name="connsiteY1" fmla="*/ 80 h 341511"/>
                <a:gd name="connsiteX2" fmla="*/ 322729 w 450435"/>
                <a:gd name="connsiteY2" fmla="*/ 204476 h 341511"/>
                <a:gd name="connsiteX3" fmla="*/ 423660 w 450435"/>
                <a:gd name="connsiteY3" fmla="*/ 251965 h 341511"/>
                <a:gd name="connsiteX4" fmla="*/ 433185 w 450435"/>
                <a:gd name="connsiteY4" fmla="*/ 320235 h 341511"/>
                <a:gd name="connsiteX5" fmla="*/ 318119 w 450435"/>
                <a:gd name="connsiteY5" fmla="*/ 299758 h 341511"/>
                <a:gd name="connsiteX6" fmla="*/ 156754 w 450435"/>
                <a:gd name="connsiteY6" fmla="*/ 76921 h 341511"/>
                <a:gd name="connsiteX7" fmla="*/ 36883 w 450435"/>
                <a:gd name="connsiteY7" fmla="*/ 149151 h 341511"/>
                <a:gd name="connsiteX8" fmla="*/ 0 w 450435"/>
                <a:gd name="connsiteY8" fmla="*/ 95362 h 341511"/>
                <a:gd name="connsiteX0" fmla="*/ 0 w 450435"/>
                <a:gd name="connsiteY0" fmla="*/ 95362 h 331912"/>
                <a:gd name="connsiteX1" fmla="*/ 158292 w 450435"/>
                <a:gd name="connsiteY1" fmla="*/ 80 h 331912"/>
                <a:gd name="connsiteX2" fmla="*/ 322729 w 450435"/>
                <a:gd name="connsiteY2" fmla="*/ 204476 h 331912"/>
                <a:gd name="connsiteX3" fmla="*/ 423660 w 450435"/>
                <a:gd name="connsiteY3" fmla="*/ 251965 h 331912"/>
                <a:gd name="connsiteX4" fmla="*/ 433185 w 450435"/>
                <a:gd name="connsiteY4" fmla="*/ 320235 h 331912"/>
                <a:gd name="connsiteX5" fmla="*/ 318119 w 450435"/>
                <a:gd name="connsiteY5" fmla="*/ 299758 h 331912"/>
                <a:gd name="connsiteX6" fmla="*/ 156754 w 450435"/>
                <a:gd name="connsiteY6" fmla="*/ 76921 h 331912"/>
                <a:gd name="connsiteX7" fmla="*/ 36883 w 450435"/>
                <a:gd name="connsiteY7" fmla="*/ 149151 h 331912"/>
                <a:gd name="connsiteX8" fmla="*/ 0 w 450435"/>
                <a:gd name="connsiteY8" fmla="*/ 95362 h 331912"/>
                <a:gd name="connsiteX0" fmla="*/ 0 w 450723"/>
                <a:gd name="connsiteY0" fmla="*/ 95362 h 329316"/>
                <a:gd name="connsiteX1" fmla="*/ 158292 w 450723"/>
                <a:gd name="connsiteY1" fmla="*/ 80 h 329316"/>
                <a:gd name="connsiteX2" fmla="*/ 322729 w 450723"/>
                <a:gd name="connsiteY2" fmla="*/ 204476 h 329316"/>
                <a:gd name="connsiteX3" fmla="*/ 423660 w 450723"/>
                <a:gd name="connsiteY3" fmla="*/ 251965 h 329316"/>
                <a:gd name="connsiteX4" fmla="*/ 433185 w 450723"/>
                <a:gd name="connsiteY4" fmla="*/ 320235 h 329316"/>
                <a:gd name="connsiteX5" fmla="*/ 313357 w 450723"/>
                <a:gd name="connsiteY5" fmla="*/ 294995 h 329316"/>
                <a:gd name="connsiteX6" fmla="*/ 156754 w 450723"/>
                <a:gd name="connsiteY6" fmla="*/ 76921 h 329316"/>
                <a:gd name="connsiteX7" fmla="*/ 36883 w 450723"/>
                <a:gd name="connsiteY7" fmla="*/ 149151 h 329316"/>
                <a:gd name="connsiteX8" fmla="*/ 0 w 450723"/>
                <a:gd name="connsiteY8" fmla="*/ 95362 h 329316"/>
                <a:gd name="connsiteX0" fmla="*/ 0 w 451377"/>
                <a:gd name="connsiteY0" fmla="*/ 95362 h 325954"/>
                <a:gd name="connsiteX1" fmla="*/ 158292 w 451377"/>
                <a:gd name="connsiteY1" fmla="*/ 80 h 325954"/>
                <a:gd name="connsiteX2" fmla="*/ 322729 w 451377"/>
                <a:gd name="connsiteY2" fmla="*/ 204476 h 325954"/>
                <a:gd name="connsiteX3" fmla="*/ 423660 w 451377"/>
                <a:gd name="connsiteY3" fmla="*/ 251965 h 325954"/>
                <a:gd name="connsiteX4" fmla="*/ 433185 w 451377"/>
                <a:gd name="connsiteY4" fmla="*/ 320235 h 325954"/>
                <a:gd name="connsiteX5" fmla="*/ 302641 w 451377"/>
                <a:gd name="connsiteY5" fmla="*/ 287851 h 325954"/>
                <a:gd name="connsiteX6" fmla="*/ 156754 w 451377"/>
                <a:gd name="connsiteY6" fmla="*/ 76921 h 325954"/>
                <a:gd name="connsiteX7" fmla="*/ 36883 w 451377"/>
                <a:gd name="connsiteY7" fmla="*/ 149151 h 325954"/>
                <a:gd name="connsiteX8" fmla="*/ 0 w 451377"/>
                <a:gd name="connsiteY8" fmla="*/ 95362 h 325954"/>
                <a:gd name="connsiteX0" fmla="*/ 0 w 451377"/>
                <a:gd name="connsiteY0" fmla="*/ 95362 h 325954"/>
                <a:gd name="connsiteX1" fmla="*/ 158292 w 451377"/>
                <a:gd name="connsiteY1" fmla="*/ 80 h 325954"/>
                <a:gd name="connsiteX2" fmla="*/ 322729 w 451377"/>
                <a:gd name="connsiteY2" fmla="*/ 204476 h 325954"/>
                <a:gd name="connsiteX3" fmla="*/ 423660 w 451377"/>
                <a:gd name="connsiteY3" fmla="*/ 251965 h 325954"/>
                <a:gd name="connsiteX4" fmla="*/ 433185 w 451377"/>
                <a:gd name="connsiteY4" fmla="*/ 320235 h 325954"/>
                <a:gd name="connsiteX5" fmla="*/ 302641 w 451377"/>
                <a:gd name="connsiteY5" fmla="*/ 287851 h 325954"/>
                <a:gd name="connsiteX6" fmla="*/ 156754 w 451377"/>
                <a:gd name="connsiteY6" fmla="*/ 76921 h 325954"/>
                <a:gd name="connsiteX7" fmla="*/ 36883 w 451377"/>
                <a:gd name="connsiteY7" fmla="*/ 149151 h 325954"/>
                <a:gd name="connsiteX8" fmla="*/ 0 w 451377"/>
                <a:gd name="connsiteY8" fmla="*/ 95362 h 325954"/>
                <a:gd name="connsiteX0" fmla="*/ 0 w 451377"/>
                <a:gd name="connsiteY0" fmla="*/ 95362 h 325954"/>
                <a:gd name="connsiteX1" fmla="*/ 158292 w 451377"/>
                <a:gd name="connsiteY1" fmla="*/ 80 h 325954"/>
                <a:gd name="connsiteX2" fmla="*/ 322729 w 451377"/>
                <a:gd name="connsiteY2" fmla="*/ 204476 h 325954"/>
                <a:gd name="connsiteX3" fmla="*/ 423660 w 451377"/>
                <a:gd name="connsiteY3" fmla="*/ 251965 h 325954"/>
                <a:gd name="connsiteX4" fmla="*/ 433185 w 451377"/>
                <a:gd name="connsiteY4" fmla="*/ 320235 h 325954"/>
                <a:gd name="connsiteX5" fmla="*/ 302641 w 451377"/>
                <a:gd name="connsiteY5" fmla="*/ 287851 h 325954"/>
                <a:gd name="connsiteX6" fmla="*/ 156754 w 451377"/>
                <a:gd name="connsiteY6" fmla="*/ 76921 h 325954"/>
                <a:gd name="connsiteX7" fmla="*/ 36883 w 451377"/>
                <a:gd name="connsiteY7" fmla="*/ 149151 h 325954"/>
                <a:gd name="connsiteX8" fmla="*/ 0 w 451377"/>
                <a:gd name="connsiteY8" fmla="*/ 95362 h 325954"/>
                <a:gd name="connsiteX0" fmla="*/ 0 w 451377"/>
                <a:gd name="connsiteY0" fmla="*/ 95362 h 325954"/>
                <a:gd name="connsiteX1" fmla="*/ 158292 w 451377"/>
                <a:gd name="connsiteY1" fmla="*/ 80 h 325954"/>
                <a:gd name="connsiteX2" fmla="*/ 322729 w 451377"/>
                <a:gd name="connsiteY2" fmla="*/ 204476 h 325954"/>
                <a:gd name="connsiteX3" fmla="*/ 423660 w 451377"/>
                <a:gd name="connsiteY3" fmla="*/ 251965 h 325954"/>
                <a:gd name="connsiteX4" fmla="*/ 433185 w 451377"/>
                <a:gd name="connsiteY4" fmla="*/ 320235 h 325954"/>
                <a:gd name="connsiteX5" fmla="*/ 302641 w 451377"/>
                <a:gd name="connsiteY5" fmla="*/ 287851 h 325954"/>
                <a:gd name="connsiteX6" fmla="*/ 156754 w 451377"/>
                <a:gd name="connsiteY6" fmla="*/ 76921 h 325954"/>
                <a:gd name="connsiteX7" fmla="*/ 36883 w 451377"/>
                <a:gd name="connsiteY7" fmla="*/ 149151 h 325954"/>
                <a:gd name="connsiteX8" fmla="*/ 0 w 451377"/>
                <a:gd name="connsiteY8" fmla="*/ 95362 h 325954"/>
                <a:gd name="connsiteX0" fmla="*/ 0 w 451377"/>
                <a:gd name="connsiteY0" fmla="*/ 95362 h 325954"/>
                <a:gd name="connsiteX1" fmla="*/ 158292 w 451377"/>
                <a:gd name="connsiteY1" fmla="*/ 80 h 325954"/>
                <a:gd name="connsiteX2" fmla="*/ 322729 w 451377"/>
                <a:gd name="connsiteY2" fmla="*/ 204476 h 325954"/>
                <a:gd name="connsiteX3" fmla="*/ 423660 w 451377"/>
                <a:gd name="connsiteY3" fmla="*/ 251965 h 325954"/>
                <a:gd name="connsiteX4" fmla="*/ 433185 w 451377"/>
                <a:gd name="connsiteY4" fmla="*/ 320235 h 325954"/>
                <a:gd name="connsiteX5" fmla="*/ 302641 w 451377"/>
                <a:gd name="connsiteY5" fmla="*/ 287851 h 325954"/>
                <a:gd name="connsiteX6" fmla="*/ 156754 w 451377"/>
                <a:gd name="connsiteY6" fmla="*/ 76921 h 325954"/>
                <a:gd name="connsiteX7" fmla="*/ 36883 w 451377"/>
                <a:gd name="connsiteY7" fmla="*/ 149151 h 325954"/>
                <a:gd name="connsiteX8" fmla="*/ 0 w 451377"/>
                <a:gd name="connsiteY8" fmla="*/ 95362 h 325954"/>
                <a:gd name="connsiteX0" fmla="*/ 0 w 451377"/>
                <a:gd name="connsiteY0" fmla="*/ 95362 h 325954"/>
                <a:gd name="connsiteX1" fmla="*/ 158292 w 451377"/>
                <a:gd name="connsiteY1" fmla="*/ 80 h 325954"/>
                <a:gd name="connsiteX2" fmla="*/ 322729 w 451377"/>
                <a:gd name="connsiteY2" fmla="*/ 204476 h 325954"/>
                <a:gd name="connsiteX3" fmla="*/ 423660 w 451377"/>
                <a:gd name="connsiteY3" fmla="*/ 251965 h 325954"/>
                <a:gd name="connsiteX4" fmla="*/ 433185 w 451377"/>
                <a:gd name="connsiteY4" fmla="*/ 320235 h 325954"/>
                <a:gd name="connsiteX5" fmla="*/ 302641 w 451377"/>
                <a:gd name="connsiteY5" fmla="*/ 287851 h 325954"/>
                <a:gd name="connsiteX6" fmla="*/ 156754 w 451377"/>
                <a:gd name="connsiteY6" fmla="*/ 76921 h 325954"/>
                <a:gd name="connsiteX7" fmla="*/ 46408 w 451377"/>
                <a:gd name="connsiteY7" fmla="*/ 144389 h 325954"/>
                <a:gd name="connsiteX8" fmla="*/ 0 w 451377"/>
                <a:gd name="connsiteY8" fmla="*/ 95362 h 325954"/>
                <a:gd name="connsiteX0" fmla="*/ 0 w 451377"/>
                <a:gd name="connsiteY0" fmla="*/ 95362 h 325954"/>
                <a:gd name="connsiteX1" fmla="*/ 158292 w 451377"/>
                <a:gd name="connsiteY1" fmla="*/ 80 h 325954"/>
                <a:gd name="connsiteX2" fmla="*/ 322729 w 451377"/>
                <a:gd name="connsiteY2" fmla="*/ 204476 h 325954"/>
                <a:gd name="connsiteX3" fmla="*/ 423660 w 451377"/>
                <a:gd name="connsiteY3" fmla="*/ 251965 h 325954"/>
                <a:gd name="connsiteX4" fmla="*/ 433185 w 451377"/>
                <a:gd name="connsiteY4" fmla="*/ 320235 h 325954"/>
                <a:gd name="connsiteX5" fmla="*/ 302641 w 451377"/>
                <a:gd name="connsiteY5" fmla="*/ 287851 h 325954"/>
                <a:gd name="connsiteX6" fmla="*/ 156754 w 451377"/>
                <a:gd name="connsiteY6" fmla="*/ 76921 h 325954"/>
                <a:gd name="connsiteX7" fmla="*/ 46408 w 451377"/>
                <a:gd name="connsiteY7" fmla="*/ 144389 h 325954"/>
                <a:gd name="connsiteX8" fmla="*/ 0 w 451377"/>
                <a:gd name="connsiteY8" fmla="*/ 95362 h 325954"/>
                <a:gd name="connsiteX0" fmla="*/ 900 w 452277"/>
                <a:gd name="connsiteY0" fmla="*/ 97572 h 328164"/>
                <a:gd name="connsiteX1" fmla="*/ 159192 w 452277"/>
                <a:gd name="connsiteY1" fmla="*/ 2290 h 328164"/>
                <a:gd name="connsiteX2" fmla="*/ 323629 w 452277"/>
                <a:gd name="connsiteY2" fmla="*/ 206686 h 328164"/>
                <a:gd name="connsiteX3" fmla="*/ 424560 w 452277"/>
                <a:gd name="connsiteY3" fmla="*/ 254175 h 328164"/>
                <a:gd name="connsiteX4" fmla="*/ 434085 w 452277"/>
                <a:gd name="connsiteY4" fmla="*/ 322445 h 328164"/>
                <a:gd name="connsiteX5" fmla="*/ 303541 w 452277"/>
                <a:gd name="connsiteY5" fmla="*/ 290061 h 328164"/>
                <a:gd name="connsiteX6" fmla="*/ 157654 w 452277"/>
                <a:gd name="connsiteY6" fmla="*/ 79131 h 328164"/>
                <a:gd name="connsiteX7" fmla="*/ 47308 w 452277"/>
                <a:gd name="connsiteY7" fmla="*/ 146599 h 328164"/>
                <a:gd name="connsiteX8" fmla="*/ 900 w 452277"/>
                <a:gd name="connsiteY8" fmla="*/ 97572 h 328164"/>
                <a:gd name="connsiteX0" fmla="*/ 6751 w 458128"/>
                <a:gd name="connsiteY0" fmla="*/ 98179 h 328771"/>
                <a:gd name="connsiteX1" fmla="*/ 165043 w 458128"/>
                <a:gd name="connsiteY1" fmla="*/ 2897 h 328771"/>
                <a:gd name="connsiteX2" fmla="*/ 329480 w 458128"/>
                <a:gd name="connsiteY2" fmla="*/ 207293 h 328771"/>
                <a:gd name="connsiteX3" fmla="*/ 430411 w 458128"/>
                <a:gd name="connsiteY3" fmla="*/ 254782 h 328771"/>
                <a:gd name="connsiteX4" fmla="*/ 439936 w 458128"/>
                <a:gd name="connsiteY4" fmla="*/ 323052 h 328771"/>
                <a:gd name="connsiteX5" fmla="*/ 309392 w 458128"/>
                <a:gd name="connsiteY5" fmla="*/ 290668 h 328771"/>
                <a:gd name="connsiteX6" fmla="*/ 163505 w 458128"/>
                <a:gd name="connsiteY6" fmla="*/ 79738 h 328771"/>
                <a:gd name="connsiteX7" fmla="*/ 53159 w 458128"/>
                <a:gd name="connsiteY7" fmla="*/ 147206 h 328771"/>
                <a:gd name="connsiteX8" fmla="*/ 6751 w 458128"/>
                <a:gd name="connsiteY8" fmla="*/ 98179 h 328771"/>
                <a:gd name="connsiteX0" fmla="*/ 4566 w 448799"/>
                <a:gd name="connsiteY0" fmla="*/ 92712 h 329257"/>
                <a:gd name="connsiteX1" fmla="*/ 155714 w 448799"/>
                <a:gd name="connsiteY1" fmla="*/ 3383 h 329257"/>
                <a:gd name="connsiteX2" fmla="*/ 320151 w 448799"/>
                <a:gd name="connsiteY2" fmla="*/ 207779 h 329257"/>
                <a:gd name="connsiteX3" fmla="*/ 421082 w 448799"/>
                <a:gd name="connsiteY3" fmla="*/ 255268 h 329257"/>
                <a:gd name="connsiteX4" fmla="*/ 430607 w 448799"/>
                <a:gd name="connsiteY4" fmla="*/ 323538 h 329257"/>
                <a:gd name="connsiteX5" fmla="*/ 300063 w 448799"/>
                <a:gd name="connsiteY5" fmla="*/ 291154 h 329257"/>
                <a:gd name="connsiteX6" fmla="*/ 154176 w 448799"/>
                <a:gd name="connsiteY6" fmla="*/ 80224 h 329257"/>
                <a:gd name="connsiteX7" fmla="*/ 43830 w 448799"/>
                <a:gd name="connsiteY7" fmla="*/ 147692 h 329257"/>
                <a:gd name="connsiteX8" fmla="*/ 4566 w 448799"/>
                <a:gd name="connsiteY8" fmla="*/ 92712 h 329257"/>
                <a:gd name="connsiteX0" fmla="*/ 8815 w 453048"/>
                <a:gd name="connsiteY0" fmla="*/ 92538 h 329083"/>
                <a:gd name="connsiteX1" fmla="*/ 159963 w 453048"/>
                <a:gd name="connsiteY1" fmla="*/ 3209 h 329083"/>
                <a:gd name="connsiteX2" fmla="*/ 324400 w 453048"/>
                <a:gd name="connsiteY2" fmla="*/ 207605 h 329083"/>
                <a:gd name="connsiteX3" fmla="*/ 425331 w 453048"/>
                <a:gd name="connsiteY3" fmla="*/ 255094 h 329083"/>
                <a:gd name="connsiteX4" fmla="*/ 434856 w 453048"/>
                <a:gd name="connsiteY4" fmla="*/ 323364 h 329083"/>
                <a:gd name="connsiteX5" fmla="*/ 304312 w 453048"/>
                <a:gd name="connsiteY5" fmla="*/ 290980 h 329083"/>
                <a:gd name="connsiteX6" fmla="*/ 158425 w 453048"/>
                <a:gd name="connsiteY6" fmla="*/ 80050 h 329083"/>
                <a:gd name="connsiteX7" fmla="*/ 48079 w 453048"/>
                <a:gd name="connsiteY7" fmla="*/ 147518 h 329083"/>
                <a:gd name="connsiteX8" fmla="*/ 8815 w 453048"/>
                <a:gd name="connsiteY8" fmla="*/ 92538 h 329083"/>
                <a:gd name="connsiteX0" fmla="*/ 8815 w 453048"/>
                <a:gd name="connsiteY0" fmla="*/ 92538 h 329083"/>
                <a:gd name="connsiteX1" fmla="*/ 159963 w 453048"/>
                <a:gd name="connsiteY1" fmla="*/ 3209 h 329083"/>
                <a:gd name="connsiteX2" fmla="*/ 324400 w 453048"/>
                <a:gd name="connsiteY2" fmla="*/ 207605 h 329083"/>
                <a:gd name="connsiteX3" fmla="*/ 425331 w 453048"/>
                <a:gd name="connsiteY3" fmla="*/ 255094 h 329083"/>
                <a:gd name="connsiteX4" fmla="*/ 434856 w 453048"/>
                <a:gd name="connsiteY4" fmla="*/ 323364 h 329083"/>
                <a:gd name="connsiteX5" fmla="*/ 304312 w 453048"/>
                <a:gd name="connsiteY5" fmla="*/ 290980 h 329083"/>
                <a:gd name="connsiteX6" fmla="*/ 158425 w 453048"/>
                <a:gd name="connsiteY6" fmla="*/ 80050 h 329083"/>
                <a:gd name="connsiteX7" fmla="*/ 48079 w 453048"/>
                <a:gd name="connsiteY7" fmla="*/ 147518 h 329083"/>
                <a:gd name="connsiteX8" fmla="*/ 8815 w 453048"/>
                <a:gd name="connsiteY8" fmla="*/ 92538 h 329083"/>
                <a:gd name="connsiteX0" fmla="*/ 8815 w 453048"/>
                <a:gd name="connsiteY0" fmla="*/ 89623 h 326168"/>
                <a:gd name="connsiteX1" fmla="*/ 159963 w 453048"/>
                <a:gd name="connsiteY1" fmla="*/ 294 h 326168"/>
                <a:gd name="connsiteX2" fmla="*/ 324400 w 453048"/>
                <a:gd name="connsiteY2" fmla="*/ 204690 h 326168"/>
                <a:gd name="connsiteX3" fmla="*/ 425331 w 453048"/>
                <a:gd name="connsiteY3" fmla="*/ 252179 h 326168"/>
                <a:gd name="connsiteX4" fmla="*/ 434856 w 453048"/>
                <a:gd name="connsiteY4" fmla="*/ 320449 h 326168"/>
                <a:gd name="connsiteX5" fmla="*/ 304312 w 453048"/>
                <a:gd name="connsiteY5" fmla="*/ 288065 h 326168"/>
                <a:gd name="connsiteX6" fmla="*/ 158425 w 453048"/>
                <a:gd name="connsiteY6" fmla="*/ 77135 h 326168"/>
                <a:gd name="connsiteX7" fmla="*/ 48079 w 453048"/>
                <a:gd name="connsiteY7" fmla="*/ 144603 h 326168"/>
                <a:gd name="connsiteX8" fmla="*/ 8815 w 453048"/>
                <a:gd name="connsiteY8" fmla="*/ 89623 h 326168"/>
                <a:gd name="connsiteX0" fmla="*/ 8815 w 453048"/>
                <a:gd name="connsiteY0" fmla="*/ 89623 h 326168"/>
                <a:gd name="connsiteX1" fmla="*/ 159963 w 453048"/>
                <a:gd name="connsiteY1" fmla="*/ 294 h 326168"/>
                <a:gd name="connsiteX2" fmla="*/ 324400 w 453048"/>
                <a:gd name="connsiteY2" fmla="*/ 204690 h 326168"/>
                <a:gd name="connsiteX3" fmla="*/ 425331 w 453048"/>
                <a:gd name="connsiteY3" fmla="*/ 252179 h 326168"/>
                <a:gd name="connsiteX4" fmla="*/ 434856 w 453048"/>
                <a:gd name="connsiteY4" fmla="*/ 320449 h 326168"/>
                <a:gd name="connsiteX5" fmla="*/ 304312 w 453048"/>
                <a:gd name="connsiteY5" fmla="*/ 288065 h 326168"/>
                <a:gd name="connsiteX6" fmla="*/ 158425 w 453048"/>
                <a:gd name="connsiteY6" fmla="*/ 77135 h 326168"/>
                <a:gd name="connsiteX7" fmla="*/ 48079 w 453048"/>
                <a:gd name="connsiteY7" fmla="*/ 144603 h 326168"/>
                <a:gd name="connsiteX8" fmla="*/ 8815 w 453048"/>
                <a:gd name="connsiteY8" fmla="*/ 89623 h 326168"/>
                <a:gd name="connsiteX0" fmla="*/ 9272 w 453505"/>
                <a:gd name="connsiteY0" fmla="*/ 89623 h 326168"/>
                <a:gd name="connsiteX1" fmla="*/ 160420 w 453505"/>
                <a:gd name="connsiteY1" fmla="*/ 294 h 326168"/>
                <a:gd name="connsiteX2" fmla="*/ 324857 w 453505"/>
                <a:gd name="connsiteY2" fmla="*/ 204690 h 326168"/>
                <a:gd name="connsiteX3" fmla="*/ 425788 w 453505"/>
                <a:gd name="connsiteY3" fmla="*/ 252179 h 326168"/>
                <a:gd name="connsiteX4" fmla="*/ 435313 w 453505"/>
                <a:gd name="connsiteY4" fmla="*/ 320449 h 326168"/>
                <a:gd name="connsiteX5" fmla="*/ 304769 w 453505"/>
                <a:gd name="connsiteY5" fmla="*/ 288065 h 326168"/>
                <a:gd name="connsiteX6" fmla="*/ 158882 w 453505"/>
                <a:gd name="connsiteY6" fmla="*/ 77135 h 326168"/>
                <a:gd name="connsiteX7" fmla="*/ 48536 w 453505"/>
                <a:gd name="connsiteY7" fmla="*/ 144603 h 326168"/>
                <a:gd name="connsiteX8" fmla="*/ 9272 w 453505"/>
                <a:gd name="connsiteY8" fmla="*/ 89623 h 326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3505" h="326168">
                  <a:moveTo>
                    <a:pt x="9272" y="89623"/>
                  </a:moveTo>
                  <a:cubicBezTo>
                    <a:pt x="36269" y="52643"/>
                    <a:pt x="85201" y="-4597"/>
                    <a:pt x="160420" y="294"/>
                  </a:cubicBezTo>
                  <a:cubicBezTo>
                    <a:pt x="235639" y="5185"/>
                    <a:pt x="287772" y="157947"/>
                    <a:pt x="324857" y="204690"/>
                  </a:cubicBezTo>
                  <a:cubicBezTo>
                    <a:pt x="361942" y="251433"/>
                    <a:pt x="384757" y="244792"/>
                    <a:pt x="425788" y="252179"/>
                  </a:cubicBezTo>
                  <a:cubicBezTo>
                    <a:pt x="466819" y="259566"/>
                    <a:pt x="455483" y="314468"/>
                    <a:pt x="435313" y="320449"/>
                  </a:cubicBezTo>
                  <a:cubicBezTo>
                    <a:pt x="415143" y="326430"/>
                    <a:pt x="376416" y="338532"/>
                    <a:pt x="304769" y="288065"/>
                  </a:cubicBezTo>
                  <a:cubicBezTo>
                    <a:pt x="233122" y="237598"/>
                    <a:pt x="201587" y="101045"/>
                    <a:pt x="158882" y="77135"/>
                  </a:cubicBezTo>
                  <a:cubicBezTo>
                    <a:pt x="116177" y="53225"/>
                    <a:pt x="77043" y="131806"/>
                    <a:pt x="48536" y="144603"/>
                  </a:cubicBezTo>
                  <a:cubicBezTo>
                    <a:pt x="20029" y="157400"/>
                    <a:pt x="-17725" y="126603"/>
                    <a:pt x="9272" y="89623"/>
                  </a:cubicBezTo>
                  <a:close/>
                </a:path>
              </a:pathLst>
            </a:custGeom>
            <a:solidFill>
              <a:schemeClr val="tx1"/>
            </a:solidFill>
            <a:ln w="3175"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630AECF0-C488-4BDF-9F7A-E9DA59EE9A48}"/>
                </a:ext>
              </a:extLst>
            </p:cNvPr>
            <p:cNvSpPr/>
            <p:nvPr/>
          </p:nvSpPr>
          <p:spPr>
            <a:xfrm flipH="1">
              <a:off x="5505443" y="1946497"/>
              <a:ext cx="498856" cy="362114"/>
            </a:xfrm>
            <a:custGeom>
              <a:avLst/>
              <a:gdLst>
                <a:gd name="connsiteX0" fmla="*/ 0 w 427232"/>
                <a:gd name="connsiteY0" fmla="*/ 90671 h 311972"/>
                <a:gd name="connsiteX1" fmla="*/ 129092 w 427232"/>
                <a:gd name="connsiteY1" fmla="*/ 0 h 311972"/>
                <a:gd name="connsiteX2" fmla="*/ 322729 w 427232"/>
                <a:gd name="connsiteY2" fmla="*/ 199785 h 311972"/>
                <a:gd name="connsiteX3" fmla="*/ 427232 w 427232"/>
                <a:gd name="connsiteY3" fmla="*/ 252036 h 311972"/>
                <a:gd name="connsiteX4" fmla="*/ 427232 w 427232"/>
                <a:gd name="connsiteY4" fmla="*/ 311972 h 311972"/>
                <a:gd name="connsiteX5" fmla="*/ 318119 w 427232"/>
                <a:gd name="connsiteY5" fmla="*/ 295067 h 311972"/>
                <a:gd name="connsiteX6" fmla="*/ 156754 w 427232"/>
                <a:gd name="connsiteY6" fmla="*/ 72230 h 311972"/>
                <a:gd name="connsiteX7" fmla="*/ 36883 w 427232"/>
                <a:gd name="connsiteY7" fmla="*/ 144460 h 311972"/>
                <a:gd name="connsiteX8" fmla="*/ 0 w 427232"/>
                <a:gd name="connsiteY8" fmla="*/ 90671 h 311972"/>
                <a:gd name="connsiteX0" fmla="*/ 0 w 427232"/>
                <a:gd name="connsiteY0" fmla="*/ 95282 h 316583"/>
                <a:gd name="connsiteX1" fmla="*/ 150608 w 427232"/>
                <a:gd name="connsiteY1" fmla="*/ 0 h 316583"/>
                <a:gd name="connsiteX2" fmla="*/ 322729 w 427232"/>
                <a:gd name="connsiteY2" fmla="*/ 204396 h 316583"/>
                <a:gd name="connsiteX3" fmla="*/ 427232 w 427232"/>
                <a:gd name="connsiteY3" fmla="*/ 256647 h 316583"/>
                <a:gd name="connsiteX4" fmla="*/ 427232 w 427232"/>
                <a:gd name="connsiteY4" fmla="*/ 316583 h 316583"/>
                <a:gd name="connsiteX5" fmla="*/ 318119 w 427232"/>
                <a:gd name="connsiteY5" fmla="*/ 299678 h 316583"/>
                <a:gd name="connsiteX6" fmla="*/ 156754 w 427232"/>
                <a:gd name="connsiteY6" fmla="*/ 76841 h 316583"/>
                <a:gd name="connsiteX7" fmla="*/ 36883 w 427232"/>
                <a:gd name="connsiteY7" fmla="*/ 149071 h 316583"/>
                <a:gd name="connsiteX8" fmla="*/ 0 w 427232"/>
                <a:gd name="connsiteY8" fmla="*/ 95282 h 316583"/>
                <a:gd name="connsiteX0" fmla="*/ 0 w 427232"/>
                <a:gd name="connsiteY0" fmla="*/ 97722 h 319023"/>
                <a:gd name="connsiteX1" fmla="*/ 150608 w 427232"/>
                <a:gd name="connsiteY1" fmla="*/ 2440 h 319023"/>
                <a:gd name="connsiteX2" fmla="*/ 322729 w 427232"/>
                <a:gd name="connsiteY2" fmla="*/ 206836 h 319023"/>
                <a:gd name="connsiteX3" fmla="*/ 427232 w 427232"/>
                <a:gd name="connsiteY3" fmla="*/ 259087 h 319023"/>
                <a:gd name="connsiteX4" fmla="*/ 427232 w 427232"/>
                <a:gd name="connsiteY4" fmla="*/ 319023 h 319023"/>
                <a:gd name="connsiteX5" fmla="*/ 318119 w 427232"/>
                <a:gd name="connsiteY5" fmla="*/ 302118 h 319023"/>
                <a:gd name="connsiteX6" fmla="*/ 156754 w 427232"/>
                <a:gd name="connsiteY6" fmla="*/ 79281 h 319023"/>
                <a:gd name="connsiteX7" fmla="*/ 36883 w 427232"/>
                <a:gd name="connsiteY7" fmla="*/ 151511 h 319023"/>
                <a:gd name="connsiteX8" fmla="*/ 0 w 427232"/>
                <a:gd name="connsiteY8" fmla="*/ 97722 h 319023"/>
                <a:gd name="connsiteX0" fmla="*/ 0 w 427232"/>
                <a:gd name="connsiteY0" fmla="*/ 95362 h 316663"/>
                <a:gd name="connsiteX1" fmla="*/ 150608 w 427232"/>
                <a:gd name="connsiteY1" fmla="*/ 80 h 316663"/>
                <a:gd name="connsiteX2" fmla="*/ 322729 w 427232"/>
                <a:gd name="connsiteY2" fmla="*/ 204476 h 316663"/>
                <a:gd name="connsiteX3" fmla="*/ 427232 w 427232"/>
                <a:gd name="connsiteY3" fmla="*/ 256727 h 316663"/>
                <a:gd name="connsiteX4" fmla="*/ 427232 w 427232"/>
                <a:gd name="connsiteY4" fmla="*/ 316663 h 316663"/>
                <a:gd name="connsiteX5" fmla="*/ 318119 w 427232"/>
                <a:gd name="connsiteY5" fmla="*/ 299758 h 316663"/>
                <a:gd name="connsiteX6" fmla="*/ 156754 w 427232"/>
                <a:gd name="connsiteY6" fmla="*/ 76921 h 316663"/>
                <a:gd name="connsiteX7" fmla="*/ 36883 w 427232"/>
                <a:gd name="connsiteY7" fmla="*/ 149151 h 316663"/>
                <a:gd name="connsiteX8" fmla="*/ 0 w 427232"/>
                <a:gd name="connsiteY8" fmla="*/ 95362 h 316663"/>
                <a:gd name="connsiteX0" fmla="*/ 0 w 427232"/>
                <a:gd name="connsiteY0" fmla="*/ 95362 h 316663"/>
                <a:gd name="connsiteX1" fmla="*/ 158292 w 427232"/>
                <a:gd name="connsiteY1" fmla="*/ 80 h 316663"/>
                <a:gd name="connsiteX2" fmla="*/ 322729 w 427232"/>
                <a:gd name="connsiteY2" fmla="*/ 204476 h 316663"/>
                <a:gd name="connsiteX3" fmla="*/ 427232 w 427232"/>
                <a:gd name="connsiteY3" fmla="*/ 256727 h 316663"/>
                <a:gd name="connsiteX4" fmla="*/ 427232 w 427232"/>
                <a:gd name="connsiteY4" fmla="*/ 316663 h 316663"/>
                <a:gd name="connsiteX5" fmla="*/ 318119 w 427232"/>
                <a:gd name="connsiteY5" fmla="*/ 299758 h 316663"/>
                <a:gd name="connsiteX6" fmla="*/ 156754 w 427232"/>
                <a:gd name="connsiteY6" fmla="*/ 76921 h 316663"/>
                <a:gd name="connsiteX7" fmla="*/ 36883 w 427232"/>
                <a:gd name="connsiteY7" fmla="*/ 149151 h 316663"/>
                <a:gd name="connsiteX8" fmla="*/ 0 w 427232"/>
                <a:gd name="connsiteY8" fmla="*/ 95362 h 316663"/>
                <a:gd name="connsiteX0" fmla="*/ 0 w 427232"/>
                <a:gd name="connsiteY0" fmla="*/ 95362 h 316663"/>
                <a:gd name="connsiteX1" fmla="*/ 158292 w 427232"/>
                <a:gd name="connsiteY1" fmla="*/ 80 h 316663"/>
                <a:gd name="connsiteX2" fmla="*/ 322729 w 427232"/>
                <a:gd name="connsiteY2" fmla="*/ 204476 h 316663"/>
                <a:gd name="connsiteX3" fmla="*/ 427232 w 427232"/>
                <a:gd name="connsiteY3" fmla="*/ 256727 h 316663"/>
                <a:gd name="connsiteX4" fmla="*/ 427232 w 427232"/>
                <a:gd name="connsiteY4" fmla="*/ 316663 h 316663"/>
                <a:gd name="connsiteX5" fmla="*/ 318119 w 427232"/>
                <a:gd name="connsiteY5" fmla="*/ 299758 h 316663"/>
                <a:gd name="connsiteX6" fmla="*/ 156754 w 427232"/>
                <a:gd name="connsiteY6" fmla="*/ 76921 h 316663"/>
                <a:gd name="connsiteX7" fmla="*/ 36883 w 427232"/>
                <a:gd name="connsiteY7" fmla="*/ 149151 h 316663"/>
                <a:gd name="connsiteX8" fmla="*/ 0 w 427232"/>
                <a:gd name="connsiteY8" fmla="*/ 95362 h 316663"/>
                <a:gd name="connsiteX0" fmla="*/ 0 w 427232"/>
                <a:gd name="connsiteY0" fmla="*/ 95362 h 316663"/>
                <a:gd name="connsiteX1" fmla="*/ 158292 w 427232"/>
                <a:gd name="connsiteY1" fmla="*/ 80 h 316663"/>
                <a:gd name="connsiteX2" fmla="*/ 322729 w 427232"/>
                <a:gd name="connsiteY2" fmla="*/ 204476 h 316663"/>
                <a:gd name="connsiteX3" fmla="*/ 427232 w 427232"/>
                <a:gd name="connsiteY3" fmla="*/ 256727 h 316663"/>
                <a:gd name="connsiteX4" fmla="*/ 427232 w 427232"/>
                <a:gd name="connsiteY4" fmla="*/ 316663 h 316663"/>
                <a:gd name="connsiteX5" fmla="*/ 318119 w 427232"/>
                <a:gd name="connsiteY5" fmla="*/ 299758 h 316663"/>
                <a:gd name="connsiteX6" fmla="*/ 156754 w 427232"/>
                <a:gd name="connsiteY6" fmla="*/ 76921 h 316663"/>
                <a:gd name="connsiteX7" fmla="*/ 36883 w 427232"/>
                <a:gd name="connsiteY7" fmla="*/ 149151 h 316663"/>
                <a:gd name="connsiteX8" fmla="*/ 0 w 427232"/>
                <a:gd name="connsiteY8" fmla="*/ 95362 h 316663"/>
                <a:gd name="connsiteX0" fmla="*/ 0 w 427232"/>
                <a:gd name="connsiteY0" fmla="*/ 95362 h 316663"/>
                <a:gd name="connsiteX1" fmla="*/ 158292 w 427232"/>
                <a:gd name="connsiteY1" fmla="*/ 80 h 316663"/>
                <a:gd name="connsiteX2" fmla="*/ 322729 w 427232"/>
                <a:gd name="connsiteY2" fmla="*/ 204476 h 316663"/>
                <a:gd name="connsiteX3" fmla="*/ 427232 w 427232"/>
                <a:gd name="connsiteY3" fmla="*/ 256727 h 316663"/>
                <a:gd name="connsiteX4" fmla="*/ 427232 w 427232"/>
                <a:gd name="connsiteY4" fmla="*/ 316663 h 316663"/>
                <a:gd name="connsiteX5" fmla="*/ 318119 w 427232"/>
                <a:gd name="connsiteY5" fmla="*/ 299758 h 316663"/>
                <a:gd name="connsiteX6" fmla="*/ 156754 w 427232"/>
                <a:gd name="connsiteY6" fmla="*/ 76921 h 316663"/>
                <a:gd name="connsiteX7" fmla="*/ 36883 w 427232"/>
                <a:gd name="connsiteY7" fmla="*/ 149151 h 316663"/>
                <a:gd name="connsiteX8" fmla="*/ 0 w 427232"/>
                <a:gd name="connsiteY8" fmla="*/ 95362 h 316663"/>
                <a:gd name="connsiteX0" fmla="*/ 0 w 456602"/>
                <a:gd name="connsiteY0" fmla="*/ 95362 h 316663"/>
                <a:gd name="connsiteX1" fmla="*/ 158292 w 456602"/>
                <a:gd name="connsiteY1" fmla="*/ 80 h 316663"/>
                <a:gd name="connsiteX2" fmla="*/ 322729 w 456602"/>
                <a:gd name="connsiteY2" fmla="*/ 204476 h 316663"/>
                <a:gd name="connsiteX3" fmla="*/ 427232 w 456602"/>
                <a:gd name="connsiteY3" fmla="*/ 256727 h 316663"/>
                <a:gd name="connsiteX4" fmla="*/ 427232 w 456602"/>
                <a:gd name="connsiteY4" fmla="*/ 316663 h 316663"/>
                <a:gd name="connsiteX5" fmla="*/ 318119 w 456602"/>
                <a:gd name="connsiteY5" fmla="*/ 299758 h 316663"/>
                <a:gd name="connsiteX6" fmla="*/ 156754 w 456602"/>
                <a:gd name="connsiteY6" fmla="*/ 76921 h 316663"/>
                <a:gd name="connsiteX7" fmla="*/ 36883 w 456602"/>
                <a:gd name="connsiteY7" fmla="*/ 149151 h 316663"/>
                <a:gd name="connsiteX8" fmla="*/ 0 w 456602"/>
                <a:gd name="connsiteY8" fmla="*/ 95362 h 316663"/>
                <a:gd name="connsiteX0" fmla="*/ 0 w 466428"/>
                <a:gd name="connsiteY0" fmla="*/ 95362 h 317048"/>
                <a:gd name="connsiteX1" fmla="*/ 158292 w 466428"/>
                <a:gd name="connsiteY1" fmla="*/ 80 h 317048"/>
                <a:gd name="connsiteX2" fmla="*/ 322729 w 466428"/>
                <a:gd name="connsiteY2" fmla="*/ 204476 h 317048"/>
                <a:gd name="connsiteX3" fmla="*/ 427232 w 466428"/>
                <a:gd name="connsiteY3" fmla="*/ 256727 h 317048"/>
                <a:gd name="connsiteX4" fmla="*/ 427232 w 466428"/>
                <a:gd name="connsiteY4" fmla="*/ 316663 h 317048"/>
                <a:gd name="connsiteX5" fmla="*/ 318119 w 466428"/>
                <a:gd name="connsiteY5" fmla="*/ 299758 h 317048"/>
                <a:gd name="connsiteX6" fmla="*/ 156754 w 466428"/>
                <a:gd name="connsiteY6" fmla="*/ 76921 h 317048"/>
                <a:gd name="connsiteX7" fmla="*/ 36883 w 466428"/>
                <a:gd name="connsiteY7" fmla="*/ 149151 h 317048"/>
                <a:gd name="connsiteX8" fmla="*/ 0 w 466428"/>
                <a:gd name="connsiteY8" fmla="*/ 95362 h 317048"/>
                <a:gd name="connsiteX0" fmla="*/ 0 w 452142"/>
                <a:gd name="connsiteY0" fmla="*/ 95362 h 320676"/>
                <a:gd name="connsiteX1" fmla="*/ 158292 w 452142"/>
                <a:gd name="connsiteY1" fmla="*/ 80 h 320676"/>
                <a:gd name="connsiteX2" fmla="*/ 322729 w 452142"/>
                <a:gd name="connsiteY2" fmla="*/ 204476 h 320676"/>
                <a:gd name="connsiteX3" fmla="*/ 427232 w 452142"/>
                <a:gd name="connsiteY3" fmla="*/ 256727 h 320676"/>
                <a:gd name="connsiteX4" fmla="*/ 433185 w 452142"/>
                <a:gd name="connsiteY4" fmla="*/ 320235 h 320676"/>
                <a:gd name="connsiteX5" fmla="*/ 318119 w 452142"/>
                <a:gd name="connsiteY5" fmla="*/ 299758 h 320676"/>
                <a:gd name="connsiteX6" fmla="*/ 156754 w 452142"/>
                <a:gd name="connsiteY6" fmla="*/ 76921 h 320676"/>
                <a:gd name="connsiteX7" fmla="*/ 36883 w 452142"/>
                <a:gd name="connsiteY7" fmla="*/ 149151 h 320676"/>
                <a:gd name="connsiteX8" fmla="*/ 0 w 452142"/>
                <a:gd name="connsiteY8" fmla="*/ 95362 h 320676"/>
                <a:gd name="connsiteX0" fmla="*/ 0 w 459297"/>
                <a:gd name="connsiteY0" fmla="*/ 95362 h 320597"/>
                <a:gd name="connsiteX1" fmla="*/ 158292 w 459297"/>
                <a:gd name="connsiteY1" fmla="*/ 80 h 320597"/>
                <a:gd name="connsiteX2" fmla="*/ 322729 w 459297"/>
                <a:gd name="connsiteY2" fmla="*/ 204476 h 320597"/>
                <a:gd name="connsiteX3" fmla="*/ 427232 w 459297"/>
                <a:gd name="connsiteY3" fmla="*/ 256727 h 320597"/>
                <a:gd name="connsiteX4" fmla="*/ 433185 w 459297"/>
                <a:gd name="connsiteY4" fmla="*/ 320235 h 320597"/>
                <a:gd name="connsiteX5" fmla="*/ 318119 w 459297"/>
                <a:gd name="connsiteY5" fmla="*/ 299758 h 320597"/>
                <a:gd name="connsiteX6" fmla="*/ 156754 w 459297"/>
                <a:gd name="connsiteY6" fmla="*/ 76921 h 320597"/>
                <a:gd name="connsiteX7" fmla="*/ 36883 w 459297"/>
                <a:gd name="connsiteY7" fmla="*/ 149151 h 320597"/>
                <a:gd name="connsiteX8" fmla="*/ 0 w 459297"/>
                <a:gd name="connsiteY8" fmla="*/ 95362 h 320597"/>
                <a:gd name="connsiteX0" fmla="*/ 0 w 450435"/>
                <a:gd name="connsiteY0" fmla="*/ 95362 h 321972"/>
                <a:gd name="connsiteX1" fmla="*/ 158292 w 450435"/>
                <a:gd name="connsiteY1" fmla="*/ 80 h 321972"/>
                <a:gd name="connsiteX2" fmla="*/ 322729 w 450435"/>
                <a:gd name="connsiteY2" fmla="*/ 204476 h 321972"/>
                <a:gd name="connsiteX3" fmla="*/ 423660 w 450435"/>
                <a:gd name="connsiteY3" fmla="*/ 251965 h 321972"/>
                <a:gd name="connsiteX4" fmla="*/ 433185 w 450435"/>
                <a:gd name="connsiteY4" fmla="*/ 320235 h 321972"/>
                <a:gd name="connsiteX5" fmla="*/ 318119 w 450435"/>
                <a:gd name="connsiteY5" fmla="*/ 299758 h 321972"/>
                <a:gd name="connsiteX6" fmla="*/ 156754 w 450435"/>
                <a:gd name="connsiteY6" fmla="*/ 76921 h 321972"/>
                <a:gd name="connsiteX7" fmla="*/ 36883 w 450435"/>
                <a:gd name="connsiteY7" fmla="*/ 149151 h 321972"/>
                <a:gd name="connsiteX8" fmla="*/ 0 w 450435"/>
                <a:gd name="connsiteY8" fmla="*/ 95362 h 321972"/>
                <a:gd name="connsiteX0" fmla="*/ 0 w 450435"/>
                <a:gd name="connsiteY0" fmla="*/ 95362 h 341511"/>
                <a:gd name="connsiteX1" fmla="*/ 158292 w 450435"/>
                <a:gd name="connsiteY1" fmla="*/ 80 h 341511"/>
                <a:gd name="connsiteX2" fmla="*/ 322729 w 450435"/>
                <a:gd name="connsiteY2" fmla="*/ 204476 h 341511"/>
                <a:gd name="connsiteX3" fmla="*/ 423660 w 450435"/>
                <a:gd name="connsiteY3" fmla="*/ 251965 h 341511"/>
                <a:gd name="connsiteX4" fmla="*/ 433185 w 450435"/>
                <a:gd name="connsiteY4" fmla="*/ 320235 h 341511"/>
                <a:gd name="connsiteX5" fmla="*/ 318119 w 450435"/>
                <a:gd name="connsiteY5" fmla="*/ 299758 h 341511"/>
                <a:gd name="connsiteX6" fmla="*/ 156754 w 450435"/>
                <a:gd name="connsiteY6" fmla="*/ 76921 h 341511"/>
                <a:gd name="connsiteX7" fmla="*/ 36883 w 450435"/>
                <a:gd name="connsiteY7" fmla="*/ 149151 h 341511"/>
                <a:gd name="connsiteX8" fmla="*/ 0 w 450435"/>
                <a:gd name="connsiteY8" fmla="*/ 95362 h 341511"/>
                <a:gd name="connsiteX0" fmla="*/ 0 w 450435"/>
                <a:gd name="connsiteY0" fmla="*/ 95362 h 331912"/>
                <a:gd name="connsiteX1" fmla="*/ 158292 w 450435"/>
                <a:gd name="connsiteY1" fmla="*/ 80 h 331912"/>
                <a:gd name="connsiteX2" fmla="*/ 322729 w 450435"/>
                <a:gd name="connsiteY2" fmla="*/ 204476 h 331912"/>
                <a:gd name="connsiteX3" fmla="*/ 423660 w 450435"/>
                <a:gd name="connsiteY3" fmla="*/ 251965 h 331912"/>
                <a:gd name="connsiteX4" fmla="*/ 433185 w 450435"/>
                <a:gd name="connsiteY4" fmla="*/ 320235 h 331912"/>
                <a:gd name="connsiteX5" fmla="*/ 318119 w 450435"/>
                <a:gd name="connsiteY5" fmla="*/ 299758 h 331912"/>
                <a:gd name="connsiteX6" fmla="*/ 156754 w 450435"/>
                <a:gd name="connsiteY6" fmla="*/ 76921 h 331912"/>
                <a:gd name="connsiteX7" fmla="*/ 36883 w 450435"/>
                <a:gd name="connsiteY7" fmla="*/ 149151 h 331912"/>
                <a:gd name="connsiteX8" fmla="*/ 0 w 450435"/>
                <a:gd name="connsiteY8" fmla="*/ 95362 h 331912"/>
                <a:gd name="connsiteX0" fmla="*/ 0 w 450723"/>
                <a:gd name="connsiteY0" fmla="*/ 95362 h 329316"/>
                <a:gd name="connsiteX1" fmla="*/ 158292 w 450723"/>
                <a:gd name="connsiteY1" fmla="*/ 80 h 329316"/>
                <a:gd name="connsiteX2" fmla="*/ 322729 w 450723"/>
                <a:gd name="connsiteY2" fmla="*/ 204476 h 329316"/>
                <a:gd name="connsiteX3" fmla="*/ 423660 w 450723"/>
                <a:gd name="connsiteY3" fmla="*/ 251965 h 329316"/>
                <a:gd name="connsiteX4" fmla="*/ 433185 w 450723"/>
                <a:gd name="connsiteY4" fmla="*/ 320235 h 329316"/>
                <a:gd name="connsiteX5" fmla="*/ 313357 w 450723"/>
                <a:gd name="connsiteY5" fmla="*/ 294995 h 329316"/>
                <a:gd name="connsiteX6" fmla="*/ 156754 w 450723"/>
                <a:gd name="connsiteY6" fmla="*/ 76921 h 329316"/>
                <a:gd name="connsiteX7" fmla="*/ 36883 w 450723"/>
                <a:gd name="connsiteY7" fmla="*/ 149151 h 329316"/>
                <a:gd name="connsiteX8" fmla="*/ 0 w 450723"/>
                <a:gd name="connsiteY8" fmla="*/ 95362 h 329316"/>
                <a:gd name="connsiteX0" fmla="*/ 0 w 451377"/>
                <a:gd name="connsiteY0" fmla="*/ 95362 h 325954"/>
                <a:gd name="connsiteX1" fmla="*/ 158292 w 451377"/>
                <a:gd name="connsiteY1" fmla="*/ 80 h 325954"/>
                <a:gd name="connsiteX2" fmla="*/ 322729 w 451377"/>
                <a:gd name="connsiteY2" fmla="*/ 204476 h 325954"/>
                <a:gd name="connsiteX3" fmla="*/ 423660 w 451377"/>
                <a:gd name="connsiteY3" fmla="*/ 251965 h 325954"/>
                <a:gd name="connsiteX4" fmla="*/ 433185 w 451377"/>
                <a:gd name="connsiteY4" fmla="*/ 320235 h 325954"/>
                <a:gd name="connsiteX5" fmla="*/ 302641 w 451377"/>
                <a:gd name="connsiteY5" fmla="*/ 287851 h 325954"/>
                <a:gd name="connsiteX6" fmla="*/ 156754 w 451377"/>
                <a:gd name="connsiteY6" fmla="*/ 76921 h 325954"/>
                <a:gd name="connsiteX7" fmla="*/ 36883 w 451377"/>
                <a:gd name="connsiteY7" fmla="*/ 149151 h 325954"/>
                <a:gd name="connsiteX8" fmla="*/ 0 w 451377"/>
                <a:gd name="connsiteY8" fmla="*/ 95362 h 325954"/>
                <a:gd name="connsiteX0" fmla="*/ 0 w 451377"/>
                <a:gd name="connsiteY0" fmla="*/ 95362 h 325954"/>
                <a:gd name="connsiteX1" fmla="*/ 158292 w 451377"/>
                <a:gd name="connsiteY1" fmla="*/ 80 h 325954"/>
                <a:gd name="connsiteX2" fmla="*/ 322729 w 451377"/>
                <a:gd name="connsiteY2" fmla="*/ 204476 h 325954"/>
                <a:gd name="connsiteX3" fmla="*/ 423660 w 451377"/>
                <a:gd name="connsiteY3" fmla="*/ 251965 h 325954"/>
                <a:gd name="connsiteX4" fmla="*/ 433185 w 451377"/>
                <a:gd name="connsiteY4" fmla="*/ 320235 h 325954"/>
                <a:gd name="connsiteX5" fmla="*/ 302641 w 451377"/>
                <a:gd name="connsiteY5" fmla="*/ 287851 h 325954"/>
                <a:gd name="connsiteX6" fmla="*/ 156754 w 451377"/>
                <a:gd name="connsiteY6" fmla="*/ 76921 h 325954"/>
                <a:gd name="connsiteX7" fmla="*/ 36883 w 451377"/>
                <a:gd name="connsiteY7" fmla="*/ 149151 h 325954"/>
                <a:gd name="connsiteX8" fmla="*/ 0 w 451377"/>
                <a:gd name="connsiteY8" fmla="*/ 95362 h 325954"/>
                <a:gd name="connsiteX0" fmla="*/ 0 w 451377"/>
                <a:gd name="connsiteY0" fmla="*/ 95362 h 325954"/>
                <a:gd name="connsiteX1" fmla="*/ 158292 w 451377"/>
                <a:gd name="connsiteY1" fmla="*/ 80 h 325954"/>
                <a:gd name="connsiteX2" fmla="*/ 322729 w 451377"/>
                <a:gd name="connsiteY2" fmla="*/ 204476 h 325954"/>
                <a:gd name="connsiteX3" fmla="*/ 423660 w 451377"/>
                <a:gd name="connsiteY3" fmla="*/ 251965 h 325954"/>
                <a:gd name="connsiteX4" fmla="*/ 433185 w 451377"/>
                <a:gd name="connsiteY4" fmla="*/ 320235 h 325954"/>
                <a:gd name="connsiteX5" fmla="*/ 302641 w 451377"/>
                <a:gd name="connsiteY5" fmla="*/ 287851 h 325954"/>
                <a:gd name="connsiteX6" fmla="*/ 156754 w 451377"/>
                <a:gd name="connsiteY6" fmla="*/ 76921 h 325954"/>
                <a:gd name="connsiteX7" fmla="*/ 36883 w 451377"/>
                <a:gd name="connsiteY7" fmla="*/ 149151 h 325954"/>
                <a:gd name="connsiteX8" fmla="*/ 0 w 451377"/>
                <a:gd name="connsiteY8" fmla="*/ 95362 h 325954"/>
                <a:gd name="connsiteX0" fmla="*/ 0 w 451377"/>
                <a:gd name="connsiteY0" fmla="*/ 95362 h 325954"/>
                <a:gd name="connsiteX1" fmla="*/ 158292 w 451377"/>
                <a:gd name="connsiteY1" fmla="*/ 80 h 325954"/>
                <a:gd name="connsiteX2" fmla="*/ 322729 w 451377"/>
                <a:gd name="connsiteY2" fmla="*/ 204476 h 325954"/>
                <a:gd name="connsiteX3" fmla="*/ 423660 w 451377"/>
                <a:gd name="connsiteY3" fmla="*/ 251965 h 325954"/>
                <a:gd name="connsiteX4" fmla="*/ 433185 w 451377"/>
                <a:gd name="connsiteY4" fmla="*/ 320235 h 325954"/>
                <a:gd name="connsiteX5" fmla="*/ 302641 w 451377"/>
                <a:gd name="connsiteY5" fmla="*/ 287851 h 325954"/>
                <a:gd name="connsiteX6" fmla="*/ 156754 w 451377"/>
                <a:gd name="connsiteY6" fmla="*/ 76921 h 325954"/>
                <a:gd name="connsiteX7" fmla="*/ 36883 w 451377"/>
                <a:gd name="connsiteY7" fmla="*/ 149151 h 325954"/>
                <a:gd name="connsiteX8" fmla="*/ 0 w 451377"/>
                <a:gd name="connsiteY8" fmla="*/ 95362 h 325954"/>
                <a:gd name="connsiteX0" fmla="*/ 0 w 451377"/>
                <a:gd name="connsiteY0" fmla="*/ 95362 h 325954"/>
                <a:gd name="connsiteX1" fmla="*/ 158292 w 451377"/>
                <a:gd name="connsiteY1" fmla="*/ 80 h 325954"/>
                <a:gd name="connsiteX2" fmla="*/ 322729 w 451377"/>
                <a:gd name="connsiteY2" fmla="*/ 204476 h 325954"/>
                <a:gd name="connsiteX3" fmla="*/ 423660 w 451377"/>
                <a:gd name="connsiteY3" fmla="*/ 251965 h 325954"/>
                <a:gd name="connsiteX4" fmla="*/ 433185 w 451377"/>
                <a:gd name="connsiteY4" fmla="*/ 320235 h 325954"/>
                <a:gd name="connsiteX5" fmla="*/ 302641 w 451377"/>
                <a:gd name="connsiteY5" fmla="*/ 287851 h 325954"/>
                <a:gd name="connsiteX6" fmla="*/ 156754 w 451377"/>
                <a:gd name="connsiteY6" fmla="*/ 76921 h 325954"/>
                <a:gd name="connsiteX7" fmla="*/ 36883 w 451377"/>
                <a:gd name="connsiteY7" fmla="*/ 149151 h 325954"/>
                <a:gd name="connsiteX8" fmla="*/ 0 w 451377"/>
                <a:gd name="connsiteY8" fmla="*/ 95362 h 325954"/>
                <a:gd name="connsiteX0" fmla="*/ 0 w 451377"/>
                <a:gd name="connsiteY0" fmla="*/ 95362 h 325954"/>
                <a:gd name="connsiteX1" fmla="*/ 158292 w 451377"/>
                <a:gd name="connsiteY1" fmla="*/ 80 h 325954"/>
                <a:gd name="connsiteX2" fmla="*/ 322729 w 451377"/>
                <a:gd name="connsiteY2" fmla="*/ 204476 h 325954"/>
                <a:gd name="connsiteX3" fmla="*/ 423660 w 451377"/>
                <a:gd name="connsiteY3" fmla="*/ 251965 h 325954"/>
                <a:gd name="connsiteX4" fmla="*/ 433185 w 451377"/>
                <a:gd name="connsiteY4" fmla="*/ 320235 h 325954"/>
                <a:gd name="connsiteX5" fmla="*/ 302641 w 451377"/>
                <a:gd name="connsiteY5" fmla="*/ 287851 h 325954"/>
                <a:gd name="connsiteX6" fmla="*/ 156754 w 451377"/>
                <a:gd name="connsiteY6" fmla="*/ 76921 h 325954"/>
                <a:gd name="connsiteX7" fmla="*/ 46408 w 451377"/>
                <a:gd name="connsiteY7" fmla="*/ 144389 h 325954"/>
                <a:gd name="connsiteX8" fmla="*/ 0 w 451377"/>
                <a:gd name="connsiteY8" fmla="*/ 95362 h 325954"/>
                <a:gd name="connsiteX0" fmla="*/ 0 w 451377"/>
                <a:gd name="connsiteY0" fmla="*/ 95362 h 325954"/>
                <a:gd name="connsiteX1" fmla="*/ 158292 w 451377"/>
                <a:gd name="connsiteY1" fmla="*/ 80 h 325954"/>
                <a:gd name="connsiteX2" fmla="*/ 322729 w 451377"/>
                <a:gd name="connsiteY2" fmla="*/ 204476 h 325954"/>
                <a:gd name="connsiteX3" fmla="*/ 423660 w 451377"/>
                <a:gd name="connsiteY3" fmla="*/ 251965 h 325954"/>
                <a:gd name="connsiteX4" fmla="*/ 433185 w 451377"/>
                <a:gd name="connsiteY4" fmla="*/ 320235 h 325954"/>
                <a:gd name="connsiteX5" fmla="*/ 302641 w 451377"/>
                <a:gd name="connsiteY5" fmla="*/ 287851 h 325954"/>
                <a:gd name="connsiteX6" fmla="*/ 156754 w 451377"/>
                <a:gd name="connsiteY6" fmla="*/ 76921 h 325954"/>
                <a:gd name="connsiteX7" fmla="*/ 46408 w 451377"/>
                <a:gd name="connsiteY7" fmla="*/ 144389 h 325954"/>
                <a:gd name="connsiteX8" fmla="*/ 0 w 451377"/>
                <a:gd name="connsiteY8" fmla="*/ 95362 h 325954"/>
                <a:gd name="connsiteX0" fmla="*/ 900 w 452277"/>
                <a:gd name="connsiteY0" fmla="*/ 97572 h 328164"/>
                <a:gd name="connsiteX1" fmla="*/ 159192 w 452277"/>
                <a:gd name="connsiteY1" fmla="*/ 2290 h 328164"/>
                <a:gd name="connsiteX2" fmla="*/ 323629 w 452277"/>
                <a:gd name="connsiteY2" fmla="*/ 206686 h 328164"/>
                <a:gd name="connsiteX3" fmla="*/ 424560 w 452277"/>
                <a:gd name="connsiteY3" fmla="*/ 254175 h 328164"/>
                <a:gd name="connsiteX4" fmla="*/ 434085 w 452277"/>
                <a:gd name="connsiteY4" fmla="*/ 322445 h 328164"/>
                <a:gd name="connsiteX5" fmla="*/ 303541 w 452277"/>
                <a:gd name="connsiteY5" fmla="*/ 290061 h 328164"/>
                <a:gd name="connsiteX6" fmla="*/ 157654 w 452277"/>
                <a:gd name="connsiteY6" fmla="*/ 79131 h 328164"/>
                <a:gd name="connsiteX7" fmla="*/ 47308 w 452277"/>
                <a:gd name="connsiteY7" fmla="*/ 146599 h 328164"/>
                <a:gd name="connsiteX8" fmla="*/ 900 w 452277"/>
                <a:gd name="connsiteY8" fmla="*/ 97572 h 328164"/>
                <a:gd name="connsiteX0" fmla="*/ 6751 w 458128"/>
                <a:gd name="connsiteY0" fmla="*/ 98179 h 328771"/>
                <a:gd name="connsiteX1" fmla="*/ 165043 w 458128"/>
                <a:gd name="connsiteY1" fmla="*/ 2897 h 328771"/>
                <a:gd name="connsiteX2" fmla="*/ 329480 w 458128"/>
                <a:gd name="connsiteY2" fmla="*/ 207293 h 328771"/>
                <a:gd name="connsiteX3" fmla="*/ 430411 w 458128"/>
                <a:gd name="connsiteY3" fmla="*/ 254782 h 328771"/>
                <a:gd name="connsiteX4" fmla="*/ 439936 w 458128"/>
                <a:gd name="connsiteY4" fmla="*/ 323052 h 328771"/>
                <a:gd name="connsiteX5" fmla="*/ 309392 w 458128"/>
                <a:gd name="connsiteY5" fmla="*/ 290668 h 328771"/>
                <a:gd name="connsiteX6" fmla="*/ 163505 w 458128"/>
                <a:gd name="connsiteY6" fmla="*/ 79738 h 328771"/>
                <a:gd name="connsiteX7" fmla="*/ 53159 w 458128"/>
                <a:gd name="connsiteY7" fmla="*/ 147206 h 328771"/>
                <a:gd name="connsiteX8" fmla="*/ 6751 w 458128"/>
                <a:gd name="connsiteY8" fmla="*/ 98179 h 328771"/>
                <a:gd name="connsiteX0" fmla="*/ 4566 w 448799"/>
                <a:gd name="connsiteY0" fmla="*/ 92712 h 329257"/>
                <a:gd name="connsiteX1" fmla="*/ 155714 w 448799"/>
                <a:gd name="connsiteY1" fmla="*/ 3383 h 329257"/>
                <a:gd name="connsiteX2" fmla="*/ 320151 w 448799"/>
                <a:gd name="connsiteY2" fmla="*/ 207779 h 329257"/>
                <a:gd name="connsiteX3" fmla="*/ 421082 w 448799"/>
                <a:gd name="connsiteY3" fmla="*/ 255268 h 329257"/>
                <a:gd name="connsiteX4" fmla="*/ 430607 w 448799"/>
                <a:gd name="connsiteY4" fmla="*/ 323538 h 329257"/>
                <a:gd name="connsiteX5" fmla="*/ 300063 w 448799"/>
                <a:gd name="connsiteY5" fmla="*/ 291154 h 329257"/>
                <a:gd name="connsiteX6" fmla="*/ 154176 w 448799"/>
                <a:gd name="connsiteY6" fmla="*/ 80224 h 329257"/>
                <a:gd name="connsiteX7" fmla="*/ 43830 w 448799"/>
                <a:gd name="connsiteY7" fmla="*/ 147692 h 329257"/>
                <a:gd name="connsiteX8" fmla="*/ 4566 w 448799"/>
                <a:gd name="connsiteY8" fmla="*/ 92712 h 329257"/>
                <a:gd name="connsiteX0" fmla="*/ 8815 w 453048"/>
                <a:gd name="connsiteY0" fmla="*/ 92538 h 329083"/>
                <a:gd name="connsiteX1" fmla="*/ 159963 w 453048"/>
                <a:gd name="connsiteY1" fmla="*/ 3209 h 329083"/>
                <a:gd name="connsiteX2" fmla="*/ 324400 w 453048"/>
                <a:gd name="connsiteY2" fmla="*/ 207605 h 329083"/>
                <a:gd name="connsiteX3" fmla="*/ 425331 w 453048"/>
                <a:gd name="connsiteY3" fmla="*/ 255094 h 329083"/>
                <a:gd name="connsiteX4" fmla="*/ 434856 w 453048"/>
                <a:gd name="connsiteY4" fmla="*/ 323364 h 329083"/>
                <a:gd name="connsiteX5" fmla="*/ 304312 w 453048"/>
                <a:gd name="connsiteY5" fmla="*/ 290980 h 329083"/>
                <a:gd name="connsiteX6" fmla="*/ 158425 w 453048"/>
                <a:gd name="connsiteY6" fmla="*/ 80050 h 329083"/>
                <a:gd name="connsiteX7" fmla="*/ 48079 w 453048"/>
                <a:gd name="connsiteY7" fmla="*/ 147518 h 329083"/>
                <a:gd name="connsiteX8" fmla="*/ 8815 w 453048"/>
                <a:gd name="connsiteY8" fmla="*/ 92538 h 329083"/>
                <a:gd name="connsiteX0" fmla="*/ 8815 w 453048"/>
                <a:gd name="connsiteY0" fmla="*/ 92538 h 329083"/>
                <a:gd name="connsiteX1" fmla="*/ 159963 w 453048"/>
                <a:gd name="connsiteY1" fmla="*/ 3209 h 329083"/>
                <a:gd name="connsiteX2" fmla="*/ 324400 w 453048"/>
                <a:gd name="connsiteY2" fmla="*/ 207605 h 329083"/>
                <a:gd name="connsiteX3" fmla="*/ 425331 w 453048"/>
                <a:gd name="connsiteY3" fmla="*/ 255094 h 329083"/>
                <a:gd name="connsiteX4" fmla="*/ 434856 w 453048"/>
                <a:gd name="connsiteY4" fmla="*/ 323364 h 329083"/>
                <a:gd name="connsiteX5" fmla="*/ 304312 w 453048"/>
                <a:gd name="connsiteY5" fmla="*/ 290980 h 329083"/>
                <a:gd name="connsiteX6" fmla="*/ 158425 w 453048"/>
                <a:gd name="connsiteY6" fmla="*/ 80050 h 329083"/>
                <a:gd name="connsiteX7" fmla="*/ 48079 w 453048"/>
                <a:gd name="connsiteY7" fmla="*/ 147518 h 329083"/>
                <a:gd name="connsiteX8" fmla="*/ 8815 w 453048"/>
                <a:gd name="connsiteY8" fmla="*/ 92538 h 329083"/>
                <a:gd name="connsiteX0" fmla="*/ 8815 w 453048"/>
                <a:gd name="connsiteY0" fmla="*/ 89623 h 326168"/>
                <a:gd name="connsiteX1" fmla="*/ 159963 w 453048"/>
                <a:gd name="connsiteY1" fmla="*/ 294 h 326168"/>
                <a:gd name="connsiteX2" fmla="*/ 324400 w 453048"/>
                <a:gd name="connsiteY2" fmla="*/ 204690 h 326168"/>
                <a:gd name="connsiteX3" fmla="*/ 425331 w 453048"/>
                <a:gd name="connsiteY3" fmla="*/ 252179 h 326168"/>
                <a:gd name="connsiteX4" fmla="*/ 434856 w 453048"/>
                <a:gd name="connsiteY4" fmla="*/ 320449 h 326168"/>
                <a:gd name="connsiteX5" fmla="*/ 304312 w 453048"/>
                <a:gd name="connsiteY5" fmla="*/ 288065 h 326168"/>
                <a:gd name="connsiteX6" fmla="*/ 158425 w 453048"/>
                <a:gd name="connsiteY6" fmla="*/ 77135 h 326168"/>
                <a:gd name="connsiteX7" fmla="*/ 48079 w 453048"/>
                <a:gd name="connsiteY7" fmla="*/ 144603 h 326168"/>
                <a:gd name="connsiteX8" fmla="*/ 8815 w 453048"/>
                <a:gd name="connsiteY8" fmla="*/ 89623 h 326168"/>
                <a:gd name="connsiteX0" fmla="*/ 8815 w 453048"/>
                <a:gd name="connsiteY0" fmla="*/ 89623 h 326168"/>
                <a:gd name="connsiteX1" fmla="*/ 159963 w 453048"/>
                <a:gd name="connsiteY1" fmla="*/ 294 h 326168"/>
                <a:gd name="connsiteX2" fmla="*/ 324400 w 453048"/>
                <a:gd name="connsiteY2" fmla="*/ 204690 h 326168"/>
                <a:gd name="connsiteX3" fmla="*/ 425331 w 453048"/>
                <a:gd name="connsiteY3" fmla="*/ 252179 h 326168"/>
                <a:gd name="connsiteX4" fmla="*/ 434856 w 453048"/>
                <a:gd name="connsiteY4" fmla="*/ 320449 h 326168"/>
                <a:gd name="connsiteX5" fmla="*/ 304312 w 453048"/>
                <a:gd name="connsiteY5" fmla="*/ 288065 h 326168"/>
                <a:gd name="connsiteX6" fmla="*/ 158425 w 453048"/>
                <a:gd name="connsiteY6" fmla="*/ 77135 h 326168"/>
                <a:gd name="connsiteX7" fmla="*/ 48079 w 453048"/>
                <a:gd name="connsiteY7" fmla="*/ 144603 h 326168"/>
                <a:gd name="connsiteX8" fmla="*/ 8815 w 453048"/>
                <a:gd name="connsiteY8" fmla="*/ 89623 h 326168"/>
                <a:gd name="connsiteX0" fmla="*/ 9272 w 453505"/>
                <a:gd name="connsiteY0" fmla="*/ 89623 h 326168"/>
                <a:gd name="connsiteX1" fmla="*/ 160420 w 453505"/>
                <a:gd name="connsiteY1" fmla="*/ 294 h 326168"/>
                <a:gd name="connsiteX2" fmla="*/ 324857 w 453505"/>
                <a:gd name="connsiteY2" fmla="*/ 204690 h 326168"/>
                <a:gd name="connsiteX3" fmla="*/ 425788 w 453505"/>
                <a:gd name="connsiteY3" fmla="*/ 252179 h 326168"/>
                <a:gd name="connsiteX4" fmla="*/ 435313 w 453505"/>
                <a:gd name="connsiteY4" fmla="*/ 320449 h 326168"/>
                <a:gd name="connsiteX5" fmla="*/ 304769 w 453505"/>
                <a:gd name="connsiteY5" fmla="*/ 288065 h 326168"/>
                <a:gd name="connsiteX6" fmla="*/ 158882 w 453505"/>
                <a:gd name="connsiteY6" fmla="*/ 77135 h 326168"/>
                <a:gd name="connsiteX7" fmla="*/ 48536 w 453505"/>
                <a:gd name="connsiteY7" fmla="*/ 144603 h 326168"/>
                <a:gd name="connsiteX8" fmla="*/ 9272 w 453505"/>
                <a:gd name="connsiteY8" fmla="*/ 89623 h 326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3505" h="326168">
                  <a:moveTo>
                    <a:pt x="9272" y="89623"/>
                  </a:moveTo>
                  <a:cubicBezTo>
                    <a:pt x="36269" y="52643"/>
                    <a:pt x="85201" y="-4597"/>
                    <a:pt x="160420" y="294"/>
                  </a:cubicBezTo>
                  <a:cubicBezTo>
                    <a:pt x="235639" y="5185"/>
                    <a:pt x="287772" y="157947"/>
                    <a:pt x="324857" y="204690"/>
                  </a:cubicBezTo>
                  <a:cubicBezTo>
                    <a:pt x="361942" y="251433"/>
                    <a:pt x="384757" y="244792"/>
                    <a:pt x="425788" y="252179"/>
                  </a:cubicBezTo>
                  <a:cubicBezTo>
                    <a:pt x="466819" y="259566"/>
                    <a:pt x="455483" y="314468"/>
                    <a:pt x="435313" y="320449"/>
                  </a:cubicBezTo>
                  <a:cubicBezTo>
                    <a:pt x="415143" y="326430"/>
                    <a:pt x="376416" y="338532"/>
                    <a:pt x="304769" y="288065"/>
                  </a:cubicBezTo>
                  <a:cubicBezTo>
                    <a:pt x="233122" y="237598"/>
                    <a:pt x="201587" y="101045"/>
                    <a:pt x="158882" y="77135"/>
                  </a:cubicBezTo>
                  <a:cubicBezTo>
                    <a:pt x="116177" y="53225"/>
                    <a:pt x="77043" y="131806"/>
                    <a:pt x="48536" y="144603"/>
                  </a:cubicBezTo>
                  <a:cubicBezTo>
                    <a:pt x="20029" y="157400"/>
                    <a:pt x="-17725" y="126603"/>
                    <a:pt x="9272" y="89623"/>
                  </a:cubicBezTo>
                  <a:close/>
                </a:path>
              </a:pathLst>
            </a:custGeom>
            <a:solidFill>
              <a:schemeClr val="tx1"/>
            </a:solidFill>
            <a:ln w="3175"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43BDD68E-6925-4F9A-8F41-ED8B3C95241C}"/>
                </a:ext>
              </a:extLst>
            </p:cNvPr>
            <p:cNvGrpSpPr/>
            <p:nvPr/>
          </p:nvGrpSpPr>
          <p:grpSpPr>
            <a:xfrm>
              <a:off x="4662617" y="2201075"/>
              <a:ext cx="653796" cy="1100330"/>
              <a:chOff x="7461017" y="1993030"/>
              <a:chExt cx="594360" cy="914400"/>
            </a:xfrm>
          </p:grpSpPr>
          <p:grpSp>
            <p:nvGrpSpPr>
              <p:cNvPr id="93" name="Group 92">
                <a:extLst>
                  <a:ext uri="{FF2B5EF4-FFF2-40B4-BE49-F238E27FC236}">
                    <a16:creationId xmlns:a16="http://schemas.microsoft.com/office/drawing/2014/main" id="{8C200020-1FB9-4A83-B75D-A71B6FF83532}"/>
                  </a:ext>
                </a:extLst>
              </p:cNvPr>
              <p:cNvGrpSpPr/>
              <p:nvPr/>
            </p:nvGrpSpPr>
            <p:grpSpPr>
              <a:xfrm>
                <a:off x="7461017" y="1993030"/>
                <a:ext cx="594360" cy="914400"/>
                <a:chOff x="7461017" y="1993030"/>
                <a:chExt cx="594360" cy="914400"/>
              </a:xfrm>
            </p:grpSpPr>
            <p:sp>
              <p:nvSpPr>
                <p:cNvPr id="97" name="Oval 96">
                  <a:extLst>
                    <a:ext uri="{FF2B5EF4-FFF2-40B4-BE49-F238E27FC236}">
                      <a16:creationId xmlns:a16="http://schemas.microsoft.com/office/drawing/2014/main" id="{D6B83B1F-3B4B-4C07-A392-30DD6DA91044}"/>
                    </a:ext>
                  </a:extLst>
                </p:cNvPr>
                <p:cNvSpPr/>
                <p:nvPr/>
              </p:nvSpPr>
              <p:spPr>
                <a:xfrm>
                  <a:off x="7461017" y="1993030"/>
                  <a:ext cx="594360" cy="91440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F5126044-5922-4657-A94D-DFD1930B9878}"/>
                    </a:ext>
                  </a:extLst>
                </p:cNvPr>
                <p:cNvSpPr/>
                <p:nvPr/>
              </p:nvSpPr>
              <p:spPr>
                <a:xfrm>
                  <a:off x="7470903" y="2006203"/>
                  <a:ext cx="574592" cy="889317"/>
                </a:xfrm>
                <a:prstGeom prst="ellipse">
                  <a:avLst/>
                </a:prstGeom>
                <a:solidFill>
                  <a:schemeClr val="bg1"/>
                </a:solidFill>
                <a:ln w="3175">
                  <a:noFill/>
                </a:ln>
                <a:scene3d>
                  <a:camera prst="orthographicFront"/>
                  <a:lightRig rig="threePt" dir="t"/>
                </a:scene3d>
                <a:sp3d>
                  <a:bevelT w="419100" prst="coolSlant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94" name="Oval 93">
                <a:extLst>
                  <a:ext uri="{FF2B5EF4-FFF2-40B4-BE49-F238E27FC236}">
                    <a16:creationId xmlns:a16="http://schemas.microsoft.com/office/drawing/2014/main" id="{F500B87C-0C6F-4B0D-92B0-924BE7998A3F}"/>
                  </a:ext>
                </a:extLst>
              </p:cNvPr>
              <p:cNvSpPr/>
              <p:nvPr/>
            </p:nvSpPr>
            <p:spPr>
              <a:xfrm>
                <a:off x="7529775" y="2431403"/>
                <a:ext cx="418346" cy="457579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5" name="Oval 94">
                <a:extLst>
                  <a:ext uri="{FF2B5EF4-FFF2-40B4-BE49-F238E27FC236}">
                    <a16:creationId xmlns:a16="http://schemas.microsoft.com/office/drawing/2014/main" id="{54344468-DB5C-4EA4-880D-E0BC8A823F56}"/>
                  </a:ext>
                </a:extLst>
              </p:cNvPr>
              <p:cNvSpPr/>
              <p:nvPr/>
            </p:nvSpPr>
            <p:spPr>
              <a:xfrm>
                <a:off x="7548482" y="2444940"/>
                <a:ext cx="418346" cy="457579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6" name="Oval 95">
                <a:extLst>
                  <a:ext uri="{FF2B5EF4-FFF2-40B4-BE49-F238E27FC236}">
                    <a16:creationId xmlns:a16="http://schemas.microsoft.com/office/drawing/2014/main" id="{9CF0D449-221F-481E-9EAE-7FB15802B5C2}"/>
                  </a:ext>
                </a:extLst>
              </p:cNvPr>
              <p:cNvSpPr/>
              <p:nvPr/>
            </p:nvSpPr>
            <p:spPr>
              <a:xfrm>
                <a:off x="7602319" y="2566526"/>
                <a:ext cx="100969" cy="234704"/>
              </a:xfrm>
              <a:prstGeom prst="ellipse">
                <a:avLst/>
              </a:prstGeom>
              <a:solidFill>
                <a:srgbClr val="FFFFFF">
                  <a:alpha val="81961"/>
                </a:srgbClr>
              </a:solidFill>
              <a:ln>
                <a:noFill/>
              </a:ln>
              <a:effectLst>
                <a:glow rad="139700">
                  <a:schemeClr val="accent3">
                    <a:satMod val="175000"/>
                    <a:alpha val="40000"/>
                  </a:schemeClr>
                </a:glo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97A9F11E-5B06-4BDF-8A58-BB018C0DEC96}"/>
                </a:ext>
              </a:extLst>
            </p:cNvPr>
            <p:cNvGrpSpPr/>
            <p:nvPr/>
          </p:nvGrpSpPr>
          <p:grpSpPr>
            <a:xfrm>
              <a:off x="5546312" y="2201075"/>
              <a:ext cx="653796" cy="1100330"/>
              <a:chOff x="7461017" y="1993030"/>
              <a:chExt cx="594360" cy="914400"/>
            </a:xfrm>
          </p:grpSpPr>
          <p:grpSp>
            <p:nvGrpSpPr>
              <p:cNvPr id="100" name="Group 99">
                <a:extLst>
                  <a:ext uri="{FF2B5EF4-FFF2-40B4-BE49-F238E27FC236}">
                    <a16:creationId xmlns:a16="http://schemas.microsoft.com/office/drawing/2014/main" id="{990A5ADD-FD0D-4B09-8156-3CED32834380}"/>
                  </a:ext>
                </a:extLst>
              </p:cNvPr>
              <p:cNvGrpSpPr/>
              <p:nvPr/>
            </p:nvGrpSpPr>
            <p:grpSpPr>
              <a:xfrm>
                <a:off x="7461017" y="1993030"/>
                <a:ext cx="594360" cy="914400"/>
                <a:chOff x="7461017" y="1993030"/>
                <a:chExt cx="594360" cy="914400"/>
              </a:xfrm>
            </p:grpSpPr>
            <p:sp>
              <p:nvSpPr>
                <p:cNvPr id="127" name="Oval 126">
                  <a:extLst>
                    <a:ext uri="{FF2B5EF4-FFF2-40B4-BE49-F238E27FC236}">
                      <a16:creationId xmlns:a16="http://schemas.microsoft.com/office/drawing/2014/main" id="{20FD1C38-6226-4DB9-A014-D5BFEE0B40B5}"/>
                    </a:ext>
                  </a:extLst>
                </p:cNvPr>
                <p:cNvSpPr/>
                <p:nvPr/>
              </p:nvSpPr>
              <p:spPr>
                <a:xfrm>
                  <a:off x="7461017" y="1993030"/>
                  <a:ext cx="594360" cy="91440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8" name="Oval 127">
                  <a:extLst>
                    <a:ext uri="{FF2B5EF4-FFF2-40B4-BE49-F238E27FC236}">
                      <a16:creationId xmlns:a16="http://schemas.microsoft.com/office/drawing/2014/main" id="{E6985B40-EA31-4CFB-91D3-D9A83E93AD6C}"/>
                    </a:ext>
                  </a:extLst>
                </p:cNvPr>
                <p:cNvSpPr/>
                <p:nvPr/>
              </p:nvSpPr>
              <p:spPr>
                <a:xfrm>
                  <a:off x="7470903" y="2006203"/>
                  <a:ext cx="574592" cy="889317"/>
                </a:xfrm>
                <a:prstGeom prst="ellipse">
                  <a:avLst/>
                </a:prstGeom>
                <a:solidFill>
                  <a:schemeClr val="bg1"/>
                </a:solidFill>
                <a:ln w="3175">
                  <a:noFill/>
                </a:ln>
                <a:scene3d>
                  <a:camera prst="orthographicFront"/>
                  <a:lightRig rig="threePt" dir="t"/>
                </a:scene3d>
                <a:sp3d>
                  <a:bevelT w="419100" prst="coolSlant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108" name="Oval 107">
                <a:extLst>
                  <a:ext uri="{FF2B5EF4-FFF2-40B4-BE49-F238E27FC236}">
                    <a16:creationId xmlns:a16="http://schemas.microsoft.com/office/drawing/2014/main" id="{ACA10846-31EE-4AC9-B3FD-3D1777DBAB3E}"/>
                  </a:ext>
                </a:extLst>
              </p:cNvPr>
              <p:cNvSpPr/>
              <p:nvPr/>
            </p:nvSpPr>
            <p:spPr>
              <a:xfrm>
                <a:off x="7569069" y="2431403"/>
                <a:ext cx="418346" cy="457579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5" name="Oval 124">
                <a:extLst>
                  <a:ext uri="{FF2B5EF4-FFF2-40B4-BE49-F238E27FC236}">
                    <a16:creationId xmlns:a16="http://schemas.microsoft.com/office/drawing/2014/main" id="{20B09198-F3DB-4F1D-9CDC-BF8A9781AB3B}"/>
                  </a:ext>
                </a:extLst>
              </p:cNvPr>
              <p:cNvSpPr/>
              <p:nvPr/>
            </p:nvSpPr>
            <p:spPr>
              <a:xfrm>
                <a:off x="7548482" y="2444940"/>
                <a:ext cx="418346" cy="457579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6" name="Oval 125">
                <a:extLst>
                  <a:ext uri="{FF2B5EF4-FFF2-40B4-BE49-F238E27FC236}">
                    <a16:creationId xmlns:a16="http://schemas.microsoft.com/office/drawing/2014/main" id="{4BF2D6CA-D6CF-4D38-8C9A-905B870C092C}"/>
                  </a:ext>
                </a:extLst>
              </p:cNvPr>
              <p:cNvSpPr/>
              <p:nvPr/>
            </p:nvSpPr>
            <p:spPr>
              <a:xfrm>
                <a:off x="7602319" y="2566526"/>
                <a:ext cx="100969" cy="234704"/>
              </a:xfrm>
              <a:prstGeom prst="ellipse">
                <a:avLst/>
              </a:prstGeom>
              <a:solidFill>
                <a:srgbClr val="FFFFFF">
                  <a:alpha val="81961"/>
                </a:srgbClr>
              </a:solidFill>
              <a:ln>
                <a:noFill/>
              </a:ln>
              <a:effectLst>
                <a:glow rad="139700">
                  <a:schemeClr val="accent3">
                    <a:satMod val="175000"/>
                    <a:alpha val="40000"/>
                  </a:schemeClr>
                </a:glo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73DF91AD-3F4A-4FED-A130-530496D06073}"/>
                </a:ext>
              </a:extLst>
            </p:cNvPr>
            <p:cNvSpPr/>
            <p:nvPr/>
          </p:nvSpPr>
          <p:spPr>
            <a:xfrm>
              <a:off x="4486098" y="3337427"/>
              <a:ext cx="1948360" cy="879459"/>
            </a:xfrm>
            <a:custGeom>
              <a:avLst/>
              <a:gdLst>
                <a:gd name="connsiteX0" fmla="*/ 0 w 1856096"/>
                <a:gd name="connsiteY0" fmla="*/ 47767 h 429905"/>
                <a:gd name="connsiteX1" fmla="*/ 962167 w 1856096"/>
                <a:gd name="connsiteY1" fmla="*/ 0 h 429905"/>
                <a:gd name="connsiteX2" fmla="*/ 1856096 w 1856096"/>
                <a:gd name="connsiteY2" fmla="*/ 429905 h 429905"/>
                <a:gd name="connsiteX3" fmla="*/ 941696 w 1856096"/>
                <a:gd name="connsiteY3" fmla="*/ 259308 h 429905"/>
                <a:gd name="connsiteX4" fmla="*/ 0 w 1856096"/>
                <a:gd name="connsiteY4" fmla="*/ 47767 h 429905"/>
                <a:gd name="connsiteX0" fmla="*/ 3849 w 1859945"/>
                <a:gd name="connsiteY0" fmla="*/ 47767 h 429905"/>
                <a:gd name="connsiteX1" fmla="*/ 966016 w 1859945"/>
                <a:gd name="connsiteY1" fmla="*/ 0 h 429905"/>
                <a:gd name="connsiteX2" fmla="*/ 1859945 w 1859945"/>
                <a:gd name="connsiteY2" fmla="*/ 429905 h 429905"/>
                <a:gd name="connsiteX3" fmla="*/ 945545 w 1859945"/>
                <a:gd name="connsiteY3" fmla="*/ 259308 h 429905"/>
                <a:gd name="connsiteX4" fmla="*/ 3849 w 1859945"/>
                <a:gd name="connsiteY4" fmla="*/ 47767 h 429905"/>
                <a:gd name="connsiteX0" fmla="*/ 3849 w 1859945"/>
                <a:gd name="connsiteY0" fmla="*/ 322517 h 704655"/>
                <a:gd name="connsiteX1" fmla="*/ 966016 w 1859945"/>
                <a:gd name="connsiteY1" fmla="*/ 274750 h 704655"/>
                <a:gd name="connsiteX2" fmla="*/ 1859945 w 1859945"/>
                <a:gd name="connsiteY2" fmla="*/ 704655 h 704655"/>
                <a:gd name="connsiteX3" fmla="*/ 945545 w 1859945"/>
                <a:gd name="connsiteY3" fmla="*/ 534058 h 704655"/>
                <a:gd name="connsiteX4" fmla="*/ 3849 w 1859945"/>
                <a:gd name="connsiteY4" fmla="*/ 322517 h 704655"/>
                <a:gd name="connsiteX0" fmla="*/ 3849 w 1859945"/>
                <a:gd name="connsiteY0" fmla="*/ 322517 h 704655"/>
                <a:gd name="connsiteX1" fmla="*/ 966016 w 1859945"/>
                <a:gd name="connsiteY1" fmla="*/ 274750 h 704655"/>
                <a:gd name="connsiteX2" fmla="*/ 1859945 w 1859945"/>
                <a:gd name="connsiteY2" fmla="*/ 704655 h 704655"/>
                <a:gd name="connsiteX3" fmla="*/ 945545 w 1859945"/>
                <a:gd name="connsiteY3" fmla="*/ 534058 h 704655"/>
                <a:gd name="connsiteX4" fmla="*/ 3849 w 1859945"/>
                <a:gd name="connsiteY4" fmla="*/ 322517 h 704655"/>
                <a:gd name="connsiteX0" fmla="*/ 3849 w 1859945"/>
                <a:gd name="connsiteY0" fmla="*/ 335667 h 717805"/>
                <a:gd name="connsiteX1" fmla="*/ 966016 w 1859945"/>
                <a:gd name="connsiteY1" fmla="*/ 287900 h 717805"/>
                <a:gd name="connsiteX2" fmla="*/ 1859945 w 1859945"/>
                <a:gd name="connsiteY2" fmla="*/ 717805 h 717805"/>
                <a:gd name="connsiteX3" fmla="*/ 945545 w 1859945"/>
                <a:gd name="connsiteY3" fmla="*/ 547208 h 717805"/>
                <a:gd name="connsiteX4" fmla="*/ 3849 w 1859945"/>
                <a:gd name="connsiteY4" fmla="*/ 335667 h 717805"/>
                <a:gd name="connsiteX0" fmla="*/ 46861 w 1902957"/>
                <a:gd name="connsiteY0" fmla="*/ 335667 h 717805"/>
                <a:gd name="connsiteX1" fmla="*/ 1009028 w 1902957"/>
                <a:gd name="connsiteY1" fmla="*/ 287900 h 717805"/>
                <a:gd name="connsiteX2" fmla="*/ 1902957 w 1902957"/>
                <a:gd name="connsiteY2" fmla="*/ 717805 h 717805"/>
                <a:gd name="connsiteX3" fmla="*/ 988557 w 1902957"/>
                <a:gd name="connsiteY3" fmla="*/ 547208 h 717805"/>
                <a:gd name="connsiteX4" fmla="*/ 46861 w 1902957"/>
                <a:gd name="connsiteY4" fmla="*/ 335667 h 717805"/>
                <a:gd name="connsiteX0" fmla="*/ 54563 w 1910659"/>
                <a:gd name="connsiteY0" fmla="*/ 335667 h 717805"/>
                <a:gd name="connsiteX1" fmla="*/ 1016730 w 1910659"/>
                <a:gd name="connsiteY1" fmla="*/ 287900 h 717805"/>
                <a:gd name="connsiteX2" fmla="*/ 1910659 w 1910659"/>
                <a:gd name="connsiteY2" fmla="*/ 717805 h 717805"/>
                <a:gd name="connsiteX3" fmla="*/ 996259 w 1910659"/>
                <a:gd name="connsiteY3" fmla="*/ 547208 h 717805"/>
                <a:gd name="connsiteX4" fmla="*/ 54563 w 1910659"/>
                <a:gd name="connsiteY4" fmla="*/ 335667 h 717805"/>
                <a:gd name="connsiteX0" fmla="*/ 54563 w 1910659"/>
                <a:gd name="connsiteY0" fmla="*/ 335667 h 717805"/>
                <a:gd name="connsiteX1" fmla="*/ 1016730 w 1910659"/>
                <a:gd name="connsiteY1" fmla="*/ 287900 h 717805"/>
                <a:gd name="connsiteX2" fmla="*/ 1910659 w 1910659"/>
                <a:gd name="connsiteY2" fmla="*/ 717805 h 717805"/>
                <a:gd name="connsiteX3" fmla="*/ 996259 w 1910659"/>
                <a:gd name="connsiteY3" fmla="*/ 547208 h 717805"/>
                <a:gd name="connsiteX4" fmla="*/ 54563 w 1910659"/>
                <a:gd name="connsiteY4" fmla="*/ 335667 h 717805"/>
                <a:gd name="connsiteX0" fmla="*/ 14 w 1856110"/>
                <a:gd name="connsiteY0" fmla="*/ 335667 h 717805"/>
                <a:gd name="connsiteX1" fmla="*/ 962181 w 1856110"/>
                <a:gd name="connsiteY1" fmla="*/ 287900 h 717805"/>
                <a:gd name="connsiteX2" fmla="*/ 1856110 w 1856110"/>
                <a:gd name="connsiteY2" fmla="*/ 717805 h 717805"/>
                <a:gd name="connsiteX3" fmla="*/ 941710 w 1856110"/>
                <a:gd name="connsiteY3" fmla="*/ 547208 h 717805"/>
                <a:gd name="connsiteX4" fmla="*/ 14 w 1856110"/>
                <a:gd name="connsiteY4" fmla="*/ 335667 h 717805"/>
                <a:gd name="connsiteX0" fmla="*/ 115306 w 1971402"/>
                <a:gd name="connsiteY0" fmla="*/ 335667 h 717805"/>
                <a:gd name="connsiteX1" fmla="*/ 1077473 w 1971402"/>
                <a:gd name="connsiteY1" fmla="*/ 287900 h 717805"/>
                <a:gd name="connsiteX2" fmla="*/ 1971402 w 1971402"/>
                <a:gd name="connsiteY2" fmla="*/ 717805 h 717805"/>
                <a:gd name="connsiteX3" fmla="*/ 1057002 w 1971402"/>
                <a:gd name="connsiteY3" fmla="*/ 547208 h 717805"/>
                <a:gd name="connsiteX4" fmla="*/ 115306 w 1971402"/>
                <a:gd name="connsiteY4" fmla="*/ 335667 h 717805"/>
                <a:gd name="connsiteX0" fmla="*/ 129954 w 1986050"/>
                <a:gd name="connsiteY0" fmla="*/ 335667 h 717805"/>
                <a:gd name="connsiteX1" fmla="*/ 1092121 w 1986050"/>
                <a:gd name="connsiteY1" fmla="*/ 287900 h 717805"/>
                <a:gd name="connsiteX2" fmla="*/ 1986050 w 1986050"/>
                <a:gd name="connsiteY2" fmla="*/ 717805 h 717805"/>
                <a:gd name="connsiteX3" fmla="*/ 1071650 w 1986050"/>
                <a:gd name="connsiteY3" fmla="*/ 547208 h 717805"/>
                <a:gd name="connsiteX4" fmla="*/ 129954 w 1986050"/>
                <a:gd name="connsiteY4" fmla="*/ 335667 h 717805"/>
                <a:gd name="connsiteX0" fmla="*/ 129954 w 1986050"/>
                <a:gd name="connsiteY0" fmla="*/ 335667 h 729292"/>
                <a:gd name="connsiteX1" fmla="*/ 1092121 w 1986050"/>
                <a:gd name="connsiteY1" fmla="*/ 287900 h 729292"/>
                <a:gd name="connsiteX2" fmla="*/ 1986050 w 1986050"/>
                <a:gd name="connsiteY2" fmla="*/ 717805 h 729292"/>
                <a:gd name="connsiteX3" fmla="*/ 1071650 w 1986050"/>
                <a:gd name="connsiteY3" fmla="*/ 547208 h 729292"/>
                <a:gd name="connsiteX4" fmla="*/ 129954 w 1986050"/>
                <a:gd name="connsiteY4" fmla="*/ 335667 h 729292"/>
                <a:gd name="connsiteX0" fmla="*/ 55184 w 1911280"/>
                <a:gd name="connsiteY0" fmla="*/ 254269 h 636407"/>
                <a:gd name="connsiteX1" fmla="*/ 1017351 w 1911280"/>
                <a:gd name="connsiteY1" fmla="*/ 206502 h 636407"/>
                <a:gd name="connsiteX2" fmla="*/ 1911280 w 1911280"/>
                <a:gd name="connsiteY2" fmla="*/ 636407 h 636407"/>
                <a:gd name="connsiteX3" fmla="*/ 996880 w 1911280"/>
                <a:gd name="connsiteY3" fmla="*/ 465810 h 636407"/>
                <a:gd name="connsiteX4" fmla="*/ 55184 w 1911280"/>
                <a:gd name="connsiteY4" fmla="*/ 254269 h 636407"/>
                <a:gd name="connsiteX0" fmla="*/ 80306 w 1936402"/>
                <a:gd name="connsiteY0" fmla="*/ 299452 h 681590"/>
                <a:gd name="connsiteX1" fmla="*/ 1042473 w 1936402"/>
                <a:gd name="connsiteY1" fmla="*/ 251685 h 681590"/>
                <a:gd name="connsiteX2" fmla="*/ 1936402 w 1936402"/>
                <a:gd name="connsiteY2" fmla="*/ 681590 h 681590"/>
                <a:gd name="connsiteX3" fmla="*/ 1022002 w 1936402"/>
                <a:gd name="connsiteY3" fmla="*/ 510993 h 681590"/>
                <a:gd name="connsiteX4" fmla="*/ 80306 w 1936402"/>
                <a:gd name="connsiteY4" fmla="*/ 299452 h 681590"/>
                <a:gd name="connsiteX0" fmla="*/ 80306 w 1936402"/>
                <a:gd name="connsiteY0" fmla="*/ 294927 h 677065"/>
                <a:gd name="connsiteX1" fmla="*/ 1042473 w 1936402"/>
                <a:gd name="connsiteY1" fmla="*/ 247160 h 677065"/>
                <a:gd name="connsiteX2" fmla="*/ 1936402 w 1936402"/>
                <a:gd name="connsiteY2" fmla="*/ 677065 h 677065"/>
                <a:gd name="connsiteX3" fmla="*/ 1022002 w 1936402"/>
                <a:gd name="connsiteY3" fmla="*/ 506468 h 677065"/>
                <a:gd name="connsiteX4" fmla="*/ 80306 w 1936402"/>
                <a:gd name="connsiteY4" fmla="*/ 294927 h 677065"/>
                <a:gd name="connsiteX0" fmla="*/ 69358 w 1925454"/>
                <a:gd name="connsiteY0" fmla="*/ 305835 h 687973"/>
                <a:gd name="connsiteX1" fmla="*/ 1031525 w 1925454"/>
                <a:gd name="connsiteY1" fmla="*/ 258068 h 687973"/>
                <a:gd name="connsiteX2" fmla="*/ 1925454 w 1925454"/>
                <a:gd name="connsiteY2" fmla="*/ 687973 h 687973"/>
                <a:gd name="connsiteX3" fmla="*/ 1011054 w 1925454"/>
                <a:gd name="connsiteY3" fmla="*/ 517376 h 687973"/>
                <a:gd name="connsiteX4" fmla="*/ 69358 w 1925454"/>
                <a:gd name="connsiteY4" fmla="*/ 305835 h 687973"/>
                <a:gd name="connsiteX0" fmla="*/ 69358 w 1988142"/>
                <a:gd name="connsiteY0" fmla="*/ 305835 h 693215"/>
                <a:gd name="connsiteX1" fmla="*/ 1031525 w 1988142"/>
                <a:gd name="connsiteY1" fmla="*/ 258068 h 693215"/>
                <a:gd name="connsiteX2" fmla="*/ 1925454 w 1988142"/>
                <a:gd name="connsiteY2" fmla="*/ 687973 h 693215"/>
                <a:gd name="connsiteX3" fmla="*/ 1011054 w 1988142"/>
                <a:gd name="connsiteY3" fmla="*/ 517376 h 693215"/>
                <a:gd name="connsiteX4" fmla="*/ 69358 w 1988142"/>
                <a:gd name="connsiteY4" fmla="*/ 305835 h 693215"/>
                <a:gd name="connsiteX0" fmla="*/ 69358 w 1933073"/>
                <a:gd name="connsiteY0" fmla="*/ 305835 h 943810"/>
                <a:gd name="connsiteX1" fmla="*/ 1031525 w 1933073"/>
                <a:gd name="connsiteY1" fmla="*/ 258068 h 943810"/>
                <a:gd name="connsiteX2" fmla="*/ 1925454 w 1933073"/>
                <a:gd name="connsiteY2" fmla="*/ 687973 h 943810"/>
                <a:gd name="connsiteX3" fmla="*/ 1011054 w 1933073"/>
                <a:gd name="connsiteY3" fmla="*/ 517376 h 943810"/>
                <a:gd name="connsiteX4" fmla="*/ 69358 w 1933073"/>
                <a:gd name="connsiteY4" fmla="*/ 305835 h 943810"/>
                <a:gd name="connsiteX0" fmla="*/ 69116 w 1905778"/>
                <a:gd name="connsiteY0" fmla="*/ 296895 h 769440"/>
                <a:gd name="connsiteX1" fmla="*/ 1031283 w 1905778"/>
                <a:gd name="connsiteY1" fmla="*/ 249128 h 769440"/>
                <a:gd name="connsiteX2" fmla="*/ 1897917 w 1905778"/>
                <a:gd name="connsiteY2" fmla="*/ 467493 h 769440"/>
                <a:gd name="connsiteX3" fmla="*/ 1010812 w 1905778"/>
                <a:gd name="connsiteY3" fmla="*/ 508436 h 769440"/>
                <a:gd name="connsiteX4" fmla="*/ 69116 w 1905778"/>
                <a:gd name="connsiteY4" fmla="*/ 296895 h 769440"/>
                <a:gd name="connsiteX0" fmla="*/ 69116 w 1915449"/>
                <a:gd name="connsiteY0" fmla="*/ 296895 h 733190"/>
                <a:gd name="connsiteX1" fmla="*/ 1031283 w 1915449"/>
                <a:gd name="connsiteY1" fmla="*/ 249128 h 733190"/>
                <a:gd name="connsiteX2" fmla="*/ 1897917 w 1915449"/>
                <a:gd name="connsiteY2" fmla="*/ 467493 h 733190"/>
                <a:gd name="connsiteX3" fmla="*/ 1010812 w 1915449"/>
                <a:gd name="connsiteY3" fmla="*/ 508436 h 733190"/>
                <a:gd name="connsiteX4" fmla="*/ 69116 w 1915449"/>
                <a:gd name="connsiteY4" fmla="*/ 296895 h 733190"/>
                <a:gd name="connsiteX0" fmla="*/ 69116 w 1933899"/>
                <a:gd name="connsiteY0" fmla="*/ 296895 h 799674"/>
                <a:gd name="connsiteX1" fmla="*/ 1031283 w 1933899"/>
                <a:gd name="connsiteY1" fmla="*/ 249128 h 799674"/>
                <a:gd name="connsiteX2" fmla="*/ 1897917 w 1933899"/>
                <a:gd name="connsiteY2" fmla="*/ 467493 h 799674"/>
                <a:gd name="connsiteX3" fmla="*/ 1010812 w 1933899"/>
                <a:gd name="connsiteY3" fmla="*/ 508436 h 799674"/>
                <a:gd name="connsiteX4" fmla="*/ 69116 w 1933899"/>
                <a:gd name="connsiteY4" fmla="*/ 296895 h 799674"/>
                <a:gd name="connsiteX0" fmla="*/ 73314 w 1940966"/>
                <a:gd name="connsiteY0" fmla="*/ 296895 h 793142"/>
                <a:gd name="connsiteX1" fmla="*/ 1035481 w 1940966"/>
                <a:gd name="connsiteY1" fmla="*/ 249128 h 793142"/>
                <a:gd name="connsiteX2" fmla="*/ 1902115 w 1940966"/>
                <a:gd name="connsiteY2" fmla="*/ 467493 h 793142"/>
                <a:gd name="connsiteX3" fmla="*/ 1015010 w 1940966"/>
                <a:gd name="connsiteY3" fmla="*/ 508436 h 793142"/>
                <a:gd name="connsiteX4" fmla="*/ 73314 w 1940966"/>
                <a:gd name="connsiteY4" fmla="*/ 296895 h 793142"/>
                <a:gd name="connsiteX0" fmla="*/ 69116 w 1933899"/>
                <a:gd name="connsiteY0" fmla="*/ 368703 h 708269"/>
                <a:gd name="connsiteX1" fmla="*/ 1031283 w 1933899"/>
                <a:gd name="connsiteY1" fmla="*/ 163986 h 708269"/>
                <a:gd name="connsiteX2" fmla="*/ 1897917 w 1933899"/>
                <a:gd name="connsiteY2" fmla="*/ 382351 h 708269"/>
                <a:gd name="connsiteX3" fmla="*/ 1010812 w 1933899"/>
                <a:gd name="connsiteY3" fmla="*/ 423294 h 708269"/>
                <a:gd name="connsiteX4" fmla="*/ 69116 w 1933899"/>
                <a:gd name="connsiteY4" fmla="*/ 368703 h 708269"/>
                <a:gd name="connsiteX0" fmla="*/ 28298 w 1893081"/>
                <a:gd name="connsiteY0" fmla="*/ 448115 h 848437"/>
                <a:gd name="connsiteX1" fmla="*/ 990465 w 1893081"/>
                <a:gd name="connsiteY1" fmla="*/ 243398 h 848437"/>
                <a:gd name="connsiteX2" fmla="*/ 1857099 w 1893081"/>
                <a:gd name="connsiteY2" fmla="*/ 461763 h 848437"/>
                <a:gd name="connsiteX3" fmla="*/ 969994 w 1893081"/>
                <a:gd name="connsiteY3" fmla="*/ 502706 h 848437"/>
                <a:gd name="connsiteX4" fmla="*/ 28298 w 1893081"/>
                <a:gd name="connsiteY4" fmla="*/ 448115 h 848437"/>
                <a:gd name="connsiteX0" fmla="*/ 28298 w 1893081"/>
                <a:gd name="connsiteY0" fmla="*/ 421304 h 860196"/>
                <a:gd name="connsiteX1" fmla="*/ 990465 w 1893081"/>
                <a:gd name="connsiteY1" fmla="*/ 312121 h 860196"/>
                <a:gd name="connsiteX2" fmla="*/ 1857099 w 1893081"/>
                <a:gd name="connsiteY2" fmla="*/ 530486 h 860196"/>
                <a:gd name="connsiteX3" fmla="*/ 969994 w 1893081"/>
                <a:gd name="connsiteY3" fmla="*/ 571429 h 860196"/>
                <a:gd name="connsiteX4" fmla="*/ 28298 w 1893081"/>
                <a:gd name="connsiteY4" fmla="*/ 421304 h 8601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93081" h="860196">
                  <a:moveTo>
                    <a:pt x="28298" y="421304"/>
                  </a:moveTo>
                  <a:cubicBezTo>
                    <a:pt x="219365" y="-447603"/>
                    <a:pt x="685665" y="293924"/>
                    <a:pt x="990465" y="312121"/>
                  </a:cubicBezTo>
                  <a:cubicBezTo>
                    <a:pt x="1295265" y="330318"/>
                    <a:pt x="1643283" y="-176923"/>
                    <a:pt x="1857099" y="530486"/>
                  </a:cubicBezTo>
                  <a:cubicBezTo>
                    <a:pt x="2070915" y="1237895"/>
                    <a:pt x="1274794" y="589626"/>
                    <a:pt x="969994" y="571429"/>
                  </a:cubicBezTo>
                  <a:cubicBezTo>
                    <a:pt x="665194" y="553232"/>
                    <a:pt x="-162769" y="1290211"/>
                    <a:pt x="28298" y="421304"/>
                  </a:cubicBezTo>
                  <a:close/>
                </a:path>
              </a:pathLst>
            </a:cu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0" name="Picture 129">
              <a:extLst>
                <a:ext uri="{FF2B5EF4-FFF2-40B4-BE49-F238E27FC236}">
                  <a16:creationId xmlns:a16="http://schemas.microsoft.com/office/drawing/2014/main" id="{383A56E0-BBBB-477E-A04F-FDC96564E3B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3861767" y="2973594"/>
              <a:ext cx="2725722" cy="1370837"/>
            </a:xfrm>
            <a:prstGeom prst="rect">
              <a:avLst/>
            </a:prstGeom>
          </p:spPr>
        </p:pic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CD9D465C-8E61-4F0F-A19F-89EA83056DF5}"/>
                </a:ext>
              </a:extLst>
            </p:cNvPr>
            <p:cNvSpPr/>
            <p:nvPr/>
          </p:nvSpPr>
          <p:spPr>
            <a:xfrm>
              <a:off x="4475055" y="3313628"/>
              <a:ext cx="1970446" cy="925619"/>
            </a:xfrm>
            <a:custGeom>
              <a:avLst/>
              <a:gdLst>
                <a:gd name="connsiteX0" fmla="*/ 357196 w 1970446"/>
                <a:gd name="connsiteY0" fmla="*/ 23524 h 925619"/>
                <a:gd name="connsiteX1" fmla="*/ 40168 w 1970446"/>
                <a:gd name="connsiteY1" fmla="*/ 454144 h 925619"/>
                <a:gd name="connsiteX2" fmla="*/ 1009361 w 1970446"/>
                <a:gd name="connsiteY2" fmla="*/ 607631 h 925619"/>
                <a:gd name="connsiteX3" fmla="*/ 1922370 w 1970446"/>
                <a:gd name="connsiteY3" fmla="*/ 565771 h 925619"/>
                <a:gd name="connsiteX4" fmla="*/ 1030430 w 1970446"/>
                <a:gd name="connsiteY4" fmla="*/ 342516 h 925619"/>
                <a:gd name="connsiteX5" fmla="*/ 357196 w 1970446"/>
                <a:gd name="connsiteY5" fmla="*/ 23524 h 925619"/>
                <a:gd name="connsiteX6" fmla="*/ 350077 w 1970446"/>
                <a:gd name="connsiteY6" fmla="*/ 125 h 925619"/>
                <a:gd name="connsiteX7" fmla="*/ 1030943 w 1970446"/>
                <a:gd name="connsiteY7" fmla="*/ 335860 h 925619"/>
                <a:gd name="connsiteX8" fmla="*/ 1932994 w 1970446"/>
                <a:gd name="connsiteY8" fmla="*/ 570833 h 925619"/>
                <a:gd name="connsiteX9" fmla="*/ 1009636 w 1970446"/>
                <a:gd name="connsiteY9" fmla="*/ 614890 h 925619"/>
                <a:gd name="connsiteX10" fmla="*/ 29455 w 1970446"/>
                <a:gd name="connsiteY10" fmla="*/ 453347 h 925619"/>
                <a:gd name="connsiteX11" fmla="*/ 350077 w 1970446"/>
                <a:gd name="connsiteY11" fmla="*/ 125 h 925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970446" h="925619">
                  <a:moveTo>
                    <a:pt x="357196" y="23524"/>
                  </a:moveTo>
                  <a:cubicBezTo>
                    <a:pt x="227487" y="19409"/>
                    <a:pt x="113910" y="121007"/>
                    <a:pt x="40168" y="454144"/>
                  </a:cubicBezTo>
                  <a:cubicBezTo>
                    <a:pt x="-156479" y="1342509"/>
                    <a:pt x="695661" y="589026"/>
                    <a:pt x="1009361" y="607631"/>
                  </a:cubicBezTo>
                  <a:cubicBezTo>
                    <a:pt x="1323062" y="626235"/>
                    <a:pt x="2142430" y="1289021"/>
                    <a:pt x="1922370" y="565771"/>
                  </a:cubicBezTo>
                  <a:cubicBezTo>
                    <a:pt x="1702311" y="-157480"/>
                    <a:pt x="1344130" y="361120"/>
                    <a:pt x="1030430" y="342516"/>
                  </a:cubicBezTo>
                  <a:cubicBezTo>
                    <a:pt x="834368" y="330888"/>
                    <a:pt x="573377" y="30382"/>
                    <a:pt x="357196" y="23524"/>
                  </a:cubicBezTo>
                  <a:close/>
                  <a:moveTo>
                    <a:pt x="350077" y="125"/>
                  </a:moveTo>
                  <a:cubicBezTo>
                    <a:pt x="568709" y="7343"/>
                    <a:pt x="832658" y="323622"/>
                    <a:pt x="1030943" y="335860"/>
                  </a:cubicBezTo>
                  <a:cubicBezTo>
                    <a:pt x="1348200" y="355441"/>
                    <a:pt x="1710440" y="-190379"/>
                    <a:pt x="1932994" y="570833"/>
                  </a:cubicBezTo>
                  <a:cubicBezTo>
                    <a:pt x="2155549" y="1332044"/>
                    <a:pt x="1326892" y="634471"/>
                    <a:pt x="1009636" y="614890"/>
                  </a:cubicBezTo>
                  <a:cubicBezTo>
                    <a:pt x="692379" y="595309"/>
                    <a:pt x="-169421" y="1388339"/>
                    <a:pt x="29455" y="453347"/>
                  </a:cubicBezTo>
                  <a:cubicBezTo>
                    <a:pt x="104033" y="102725"/>
                    <a:pt x="218898" y="-4206"/>
                    <a:pt x="350077" y="125"/>
                  </a:cubicBezTo>
                  <a:close/>
                </a:path>
              </a:pathLst>
            </a:cu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32" name="Rectangle 131">
            <a:extLst>
              <a:ext uri="{FF2B5EF4-FFF2-40B4-BE49-F238E27FC236}">
                <a16:creationId xmlns:a16="http://schemas.microsoft.com/office/drawing/2014/main" id="{AE67491B-FD93-4EEB-8D17-A77A146A833A}"/>
              </a:ext>
            </a:extLst>
          </p:cNvPr>
          <p:cNvSpPr/>
          <p:nvPr/>
        </p:nvSpPr>
        <p:spPr>
          <a:xfrm>
            <a:off x="2272794" y="2299943"/>
            <a:ext cx="650977" cy="572554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381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765" b="1" dirty="0"/>
              <a:t>I</a:t>
            </a: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876FF9F4-AE7F-435D-BD4F-8649168DC65F}"/>
              </a:ext>
            </a:extLst>
          </p:cNvPr>
          <p:cNvSpPr/>
          <p:nvPr/>
        </p:nvSpPr>
        <p:spPr>
          <a:xfrm>
            <a:off x="2272792" y="4016937"/>
            <a:ext cx="650977" cy="572554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381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765" b="1" dirty="0"/>
              <a:t>N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AEEFC6E3-9499-463A-8C2B-68EFC77179FD}"/>
              </a:ext>
            </a:extLst>
          </p:cNvPr>
          <p:cNvSpPr/>
          <p:nvPr/>
        </p:nvSpPr>
        <p:spPr>
          <a:xfrm>
            <a:off x="2273494" y="4589269"/>
            <a:ext cx="649262" cy="572554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381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765" b="1" dirty="0"/>
              <a:t>I</a:t>
            </a: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1008804C-1232-489C-AEF4-788598FEE27E}"/>
              </a:ext>
            </a:extLst>
          </p:cNvPr>
          <p:cNvSpPr/>
          <p:nvPr/>
        </p:nvSpPr>
        <p:spPr>
          <a:xfrm>
            <a:off x="2272794" y="2872274"/>
            <a:ext cx="650977" cy="572554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381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765" b="1" dirty="0"/>
              <a:t>M</a:t>
            </a: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15CC8DC0-0B07-4E17-A326-125656FC97BC}"/>
              </a:ext>
            </a:extLst>
          </p:cNvPr>
          <p:cNvSpPr/>
          <p:nvPr/>
        </p:nvSpPr>
        <p:spPr>
          <a:xfrm>
            <a:off x="2272794" y="1727612"/>
            <a:ext cx="650977" cy="572554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381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765" b="1" dirty="0"/>
              <a:t>D</a:t>
            </a: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3F37C7E5-7B68-494A-B308-90C0CBBD983C}"/>
              </a:ext>
            </a:extLst>
          </p:cNvPr>
          <p:cNvSpPr/>
          <p:nvPr/>
        </p:nvSpPr>
        <p:spPr>
          <a:xfrm>
            <a:off x="2922761" y="2299944"/>
            <a:ext cx="3018748" cy="572554"/>
          </a:xfrm>
          <a:prstGeom prst="rect">
            <a:avLst/>
          </a:prstGeom>
          <a:solidFill>
            <a:srgbClr val="669E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1718" rtlCol="0" anchor="ctr"/>
          <a:lstStyle/>
          <a:p>
            <a:r>
              <a:rPr lang="en-US" sz="2196" dirty="0"/>
              <a:t>nformation Friction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3414410F-E3F3-4AF0-83D9-BFC60D5F05AB}"/>
              </a:ext>
            </a:extLst>
          </p:cNvPr>
          <p:cNvSpPr/>
          <p:nvPr/>
        </p:nvSpPr>
        <p:spPr>
          <a:xfrm>
            <a:off x="2922757" y="4016939"/>
            <a:ext cx="3018750" cy="572554"/>
          </a:xfrm>
          <a:prstGeom prst="rect">
            <a:avLst/>
          </a:prstGeom>
          <a:solidFill>
            <a:srgbClr val="669E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1718" rtlCol="0" anchor="ctr"/>
          <a:lstStyle/>
          <a:p>
            <a:r>
              <a:rPr lang="en-US" sz="2196" dirty="0"/>
              <a:t>o-Win Contests</a:t>
            </a:r>
            <a:endParaRPr lang="en-US" sz="2196" dirty="0">
              <a:solidFill>
                <a:srgbClr val="FF0000"/>
              </a:solidFill>
            </a:endParaRP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3BFD19F9-1F73-4FC0-A2D9-D4AADB77B08D}"/>
              </a:ext>
            </a:extLst>
          </p:cNvPr>
          <p:cNvSpPr/>
          <p:nvPr/>
        </p:nvSpPr>
        <p:spPr>
          <a:xfrm>
            <a:off x="2922758" y="4589270"/>
            <a:ext cx="3018748" cy="572554"/>
          </a:xfrm>
          <a:prstGeom prst="rect">
            <a:avLst/>
          </a:prstGeom>
          <a:solidFill>
            <a:srgbClr val="669E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1718" rIns="0" rtlCol="0" anchor="ctr"/>
          <a:lstStyle/>
          <a:p>
            <a:r>
              <a:rPr lang="en-US" sz="2196" dirty="0"/>
              <a:t>nferior Problem Solving</a:t>
            </a: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497F9A05-9C33-458D-9075-65F9E6CB3CF5}"/>
              </a:ext>
            </a:extLst>
          </p:cNvPr>
          <p:cNvSpPr/>
          <p:nvPr/>
        </p:nvSpPr>
        <p:spPr>
          <a:xfrm>
            <a:off x="2922760" y="2872275"/>
            <a:ext cx="3018748" cy="572554"/>
          </a:xfrm>
          <a:prstGeom prst="rect">
            <a:avLst/>
          </a:prstGeom>
          <a:solidFill>
            <a:srgbClr val="669E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1718" rtlCol="0" anchor="ctr"/>
          <a:lstStyle/>
          <a:p>
            <a:r>
              <a:rPr lang="en-US" sz="2196" dirty="0"/>
              <a:t>ore-is-Better Thinking </a:t>
            </a:r>
            <a:endParaRPr lang="en-US" sz="2196" dirty="0">
              <a:solidFill>
                <a:srgbClr val="FF0000"/>
              </a:solidFill>
            </a:endParaRP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76219548-D757-4413-B3D2-3B3322863442}"/>
              </a:ext>
            </a:extLst>
          </p:cNvPr>
          <p:cNvSpPr/>
          <p:nvPr/>
        </p:nvSpPr>
        <p:spPr>
          <a:xfrm>
            <a:off x="2922758" y="5733930"/>
            <a:ext cx="3018746" cy="572554"/>
          </a:xfrm>
          <a:prstGeom prst="rect">
            <a:avLst/>
          </a:prstGeom>
          <a:solidFill>
            <a:srgbClr val="669E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1718" rtlCol="0" anchor="ctr"/>
          <a:lstStyle/>
          <a:p>
            <a:r>
              <a:rPr lang="en-US" sz="2196" dirty="0"/>
              <a:t>idden Errors</a:t>
            </a:r>
            <a:endParaRPr lang="en-US" sz="2196" dirty="0">
              <a:solidFill>
                <a:srgbClr val="FF0000"/>
              </a:solidFill>
            </a:endParaRP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15C8EE03-1226-4A11-8B4C-E77B949B62BE}"/>
              </a:ext>
            </a:extLst>
          </p:cNvPr>
          <p:cNvSpPr/>
          <p:nvPr/>
        </p:nvSpPr>
        <p:spPr>
          <a:xfrm>
            <a:off x="2922760" y="1727613"/>
            <a:ext cx="3018744" cy="572554"/>
          </a:xfrm>
          <a:prstGeom prst="rect">
            <a:avLst/>
          </a:prstGeom>
          <a:solidFill>
            <a:srgbClr val="669E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1718" rtlCol="0" anchor="ctr"/>
          <a:lstStyle/>
          <a:p>
            <a:r>
              <a:rPr lang="en-US" sz="2196" dirty="0"/>
              <a:t>iscord</a:t>
            </a: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0B61A855-B25D-458C-A8D6-5FF462270F4A}"/>
              </a:ext>
            </a:extLst>
          </p:cNvPr>
          <p:cNvSpPr/>
          <p:nvPr/>
        </p:nvSpPr>
        <p:spPr>
          <a:xfrm>
            <a:off x="2922759" y="5161601"/>
            <a:ext cx="3018747" cy="572554"/>
          </a:xfrm>
          <a:prstGeom prst="rect">
            <a:avLst/>
          </a:prstGeom>
          <a:solidFill>
            <a:srgbClr val="669E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1718" rtlCol="0" anchor="ctr"/>
          <a:lstStyle/>
          <a:p>
            <a:r>
              <a:rPr lang="en-US" sz="2196" dirty="0"/>
              <a:t>olution Blindness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673D3B17-705C-483C-95ED-9BA10D5BCEB1}"/>
              </a:ext>
            </a:extLst>
          </p:cNvPr>
          <p:cNvSpPr/>
          <p:nvPr/>
        </p:nvSpPr>
        <p:spPr>
          <a:xfrm>
            <a:off x="2922758" y="3444607"/>
            <a:ext cx="3018748" cy="572555"/>
          </a:xfrm>
          <a:prstGeom prst="rect">
            <a:avLst/>
          </a:prstGeom>
          <a:solidFill>
            <a:srgbClr val="669E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1718" rtlCol="0" anchor="ctr"/>
          <a:lstStyle/>
          <a:p>
            <a:r>
              <a:rPr lang="en-US" sz="2196" dirty="0"/>
              <a:t>nertia to Change</a:t>
            </a: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D851A761-D94C-479E-A83F-4A33025AE5CB}"/>
              </a:ext>
            </a:extLst>
          </p:cNvPr>
          <p:cNvSpPr/>
          <p:nvPr/>
        </p:nvSpPr>
        <p:spPr>
          <a:xfrm>
            <a:off x="2272792" y="3444607"/>
            <a:ext cx="650977" cy="57255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381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765" b="1" dirty="0"/>
              <a:t>I</a:t>
            </a: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AC94389B-97C1-4045-9B7C-B19907EF247B}"/>
              </a:ext>
            </a:extLst>
          </p:cNvPr>
          <p:cNvSpPr/>
          <p:nvPr/>
        </p:nvSpPr>
        <p:spPr>
          <a:xfrm>
            <a:off x="2272794" y="5161600"/>
            <a:ext cx="650977" cy="572554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381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765" b="1" dirty="0"/>
              <a:t>S</a:t>
            </a: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2137DD39-B154-4E35-9415-F4B2E3731A15}"/>
              </a:ext>
            </a:extLst>
          </p:cNvPr>
          <p:cNvSpPr/>
          <p:nvPr/>
        </p:nvSpPr>
        <p:spPr>
          <a:xfrm>
            <a:off x="2272794" y="5733929"/>
            <a:ext cx="650977" cy="572554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381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765" b="1" dirty="0"/>
              <a:t>H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9204FC0-1BDF-4F06-8B62-31084745E298}"/>
              </a:ext>
            </a:extLst>
          </p:cNvPr>
          <p:cNvSpPr/>
          <p:nvPr/>
        </p:nvSpPr>
        <p:spPr>
          <a:xfrm>
            <a:off x="5941504" y="1727612"/>
            <a:ext cx="4690526" cy="57233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accent6">
                    <a:lumMod val="50000"/>
                  </a:schemeClr>
                </a:solidFill>
              </a:rPr>
              <a:t>Conflict when one person needs work but it’s not another person’s priority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3810D18-0922-4C45-831F-1A485E9BC2BF}"/>
              </a:ext>
            </a:extLst>
          </p:cNvPr>
          <p:cNvSpPr/>
          <p:nvPr/>
        </p:nvSpPr>
        <p:spPr>
          <a:xfrm>
            <a:off x="5941504" y="2298304"/>
            <a:ext cx="4690526" cy="57233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accent6">
                    <a:lumMod val="50000"/>
                  </a:schemeClr>
                </a:solidFill>
              </a:rPr>
              <a:t>No single point of truth for tasks being worked on vs. what’s coming vs what won’t.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D66DD4B-546B-45B3-B0A9-A67DFF6B07A0}"/>
              </a:ext>
            </a:extLst>
          </p:cNvPr>
          <p:cNvSpPr/>
          <p:nvPr/>
        </p:nvSpPr>
        <p:spPr>
          <a:xfrm>
            <a:off x="5941504" y="2868996"/>
            <a:ext cx="4690526" cy="57233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accent6">
                    <a:lumMod val="50000"/>
                  </a:schemeClr>
                </a:solidFill>
              </a:rPr>
              <a:t>Applying effort for more tasks than can be done with no plan for success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DAB7633-7232-475D-AC48-4D5DAD4087DE}"/>
              </a:ext>
            </a:extLst>
          </p:cNvPr>
          <p:cNvSpPr/>
          <p:nvPr/>
        </p:nvSpPr>
        <p:spPr>
          <a:xfrm>
            <a:off x="5941504" y="3439688"/>
            <a:ext cx="4690526" cy="57233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accent6">
                    <a:lumMod val="50000"/>
                  </a:schemeClr>
                </a:solidFill>
              </a:rPr>
              <a:t>Unwillingness to define success for fear that reducing work backlog will reduce performance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859A3584-AD5B-4D03-902A-19EE0C75604E}"/>
              </a:ext>
            </a:extLst>
          </p:cNvPr>
          <p:cNvSpPr/>
          <p:nvPr/>
        </p:nvSpPr>
        <p:spPr>
          <a:xfrm>
            <a:off x="5941504" y="4010380"/>
            <a:ext cx="4690526" cy="57233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accent6">
                    <a:lumMod val="50000"/>
                  </a:schemeClr>
                </a:solidFill>
              </a:rPr>
              <a:t>Demanding commitment for workload that is unrealistic.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A35516A3-D97E-418D-BEDE-8F63FE377C91}"/>
              </a:ext>
            </a:extLst>
          </p:cNvPr>
          <p:cNvSpPr/>
          <p:nvPr/>
        </p:nvSpPr>
        <p:spPr>
          <a:xfrm>
            <a:off x="5941504" y="4581072"/>
            <a:ext cx="4690526" cy="57233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accent6">
                    <a:lumMod val="50000"/>
                  </a:schemeClr>
                </a:solidFill>
              </a:rPr>
              <a:t>No time set aside for diligently defining problems and testing counter measures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79C7FF36-0202-4F57-9C8C-993CB0FF7456}"/>
              </a:ext>
            </a:extLst>
          </p:cNvPr>
          <p:cNvSpPr/>
          <p:nvPr/>
        </p:nvSpPr>
        <p:spPr>
          <a:xfrm>
            <a:off x="5941504" y="5151764"/>
            <a:ext cx="4690526" cy="57233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accent6">
                    <a:lumMod val="50000"/>
                  </a:schemeClr>
                </a:solidFill>
              </a:rPr>
              <a:t>Keep working on projects once they are in queue.  No systematic way to reprioritize.  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C832E20-EE9C-4898-A27A-4700F51958E8}"/>
              </a:ext>
            </a:extLst>
          </p:cNvPr>
          <p:cNvSpPr/>
          <p:nvPr/>
        </p:nvSpPr>
        <p:spPr>
          <a:xfrm>
            <a:off x="5941504" y="5722454"/>
            <a:ext cx="4690526" cy="57233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accent6">
                    <a:lumMod val="50000"/>
                  </a:schemeClr>
                </a:solidFill>
              </a:rPr>
              <a:t>Important tasks without resources can get lost in unrationalized work.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76" name="Ink 375">
                <a:extLst>
                  <a:ext uri="{FF2B5EF4-FFF2-40B4-BE49-F238E27FC236}">
                    <a16:creationId xmlns:a16="http://schemas.microsoft.com/office/drawing/2014/main" id="{CB2DE05B-19CE-4B47-9B04-1E7A73341930}"/>
                  </a:ext>
                </a:extLst>
              </p14:cNvPr>
              <p14:cNvContentPartPr/>
              <p14:nvPr/>
            </p14:nvContentPartPr>
            <p14:xfrm>
              <a:off x="6562212" y="3612220"/>
              <a:ext cx="5281200" cy="1068120"/>
            </p14:xfrm>
          </p:contentPart>
        </mc:Choice>
        <mc:Fallback xmlns="">
          <p:pic>
            <p:nvPicPr>
              <p:cNvPr id="376" name="Ink 375">
                <a:extLst>
                  <a:ext uri="{FF2B5EF4-FFF2-40B4-BE49-F238E27FC236}">
                    <a16:creationId xmlns:a16="http://schemas.microsoft.com/office/drawing/2014/main" id="{CB2DE05B-19CE-4B47-9B04-1E7A73341930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894052" y="2323060"/>
                <a:ext cx="6225480" cy="2943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651064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Arrow: Down 60">
            <a:extLst>
              <a:ext uri="{FF2B5EF4-FFF2-40B4-BE49-F238E27FC236}">
                <a16:creationId xmlns:a16="http://schemas.microsoft.com/office/drawing/2014/main" id="{C2A365BF-3A1F-4CC5-B996-6BA35C5E7975}"/>
              </a:ext>
            </a:extLst>
          </p:cNvPr>
          <p:cNvSpPr/>
          <p:nvPr/>
        </p:nvSpPr>
        <p:spPr>
          <a:xfrm rot="16200000">
            <a:off x="8477983" y="5457138"/>
            <a:ext cx="338328" cy="848774"/>
          </a:xfrm>
          <a:prstGeom prst="downArrow">
            <a:avLst>
              <a:gd name="adj1" fmla="val 62879"/>
              <a:gd name="adj2" fmla="val 68138"/>
            </a:avLst>
          </a:prstGeom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3E90A27E-24AB-49BF-B9ED-6CC7FD22DFF6}"/>
              </a:ext>
            </a:extLst>
          </p:cNvPr>
          <p:cNvGrpSpPr/>
          <p:nvPr/>
        </p:nvGrpSpPr>
        <p:grpSpPr>
          <a:xfrm>
            <a:off x="8173662" y="4950799"/>
            <a:ext cx="481187" cy="927204"/>
            <a:chOff x="8262827" y="1642950"/>
            <a:chExt cx="1323922" cy="2551076"/>
          </a:xfrm>
        </p:grpSpPr>
        <p:sp>
          <p:nvSpPr>
            <p:cNvPr id="87" name="Rectangle: Rounded Corners 86">
              <a:extLst>
                <a:ext uri="{FF2B5EF4-FFF2-40B4-BE49-F238E27FC236}">
                  <a16:creationId xmlns:a16="http://schemas.microsoft.com/office/drawing/2014/main" id="{4EA33DF6-4B99-465A-8C68-B49076088FA8}"/>
                </a:ext>
              </a:extLst>
            </p:cNvPr>
            <p:cNvSpPr/>
            <p:nvPr/>
          </p:nvSpPr>
          <p:spPr>
            <a:xfrm>
              <a:off x="8528292" y="1642950"/>
              <a:ext cx="785437" cy="2198031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104D44C2-5973-4FFF-A90B-B67EFB34BA3D}"/>
                </a:ext>
              </a:extLst>
            </p:cNvPr>
            <p:cNvSpPr/>
            <p:nvPr/>
          </p:nvSpPr>
          <p:spPr>
            <a:xfrm>
              <a:off x="8567197" y="1673653"/>
              <a:ext cx="707626" cy="70762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CEFF229D-BC31-404E-A451-FC555A201F68}"/>
                </a:ext>
              </a:extLst>
            </p:cNvPr>
            <p:cNvSpPr/>
            <p:nvPr/>
          </p:nvSpPr>
          <p:spPr>
            <a:xfrm>
              <a:off x="8567197" y="2379107"/>
              <a:ext cx="707626" cy="70762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29D84E2A-1947-4983-93AC-9A7033B1DB78}"/>
                </a:ext>
              </a:extLst>
            </p:cNvPr>
            <p:cNvSpPr/>
            <p:nvPr/>
          </p:nvSpPr>
          <p:spPr>
            <a:xfrm>
              <a:off x="8567197" y="3084561"/>
              <a:ext cx="707626" cy="70762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F0963F5D-5D8A-4CD9-86B0-EB6C984B7DEC}"/>
                </a:ext>
              </a:extLst>
            </p:cNvPr>
            <p:cNvSpPr/>
            <p:nvPr/>
          </p:nvSpPr>
          <p:spPr>
            <a:xfrm>
              <a:off x="8778148" y="3840981"/>
              <a:ext cx="285725" cy="35304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DCC3C620-C4CC-487A-A548-149B0D79C20E}"/>
                </a:ext>
              </a:extLst>
            </p:cNvPr>
            <p:cNvSpPr/>
            <p:nvPr/>
          </p:nvSpPr>
          <p:spPr>
            <a:xfrm>
              <a:off x="8744159" y="3840981"/>
              <a:ext cx="353702" cy="8523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7F0E4731-132E-4AE6-B07C-D1E860652767}"/>
                </a:ext>
              </a:extLst>
            </p:cNvPr>
            <p:cNvSpPr/>
            <p:nvPr/>
          </p:nvSpPr>
          <p:spPr>
            <a:xfrm>
              <a:off x="9265202" y="3131341"/>
              <a:ext cx="321547" cy="614066"/>
            </a:xfrm>
            <a:custGeom>
              <a:avLst/>
              <a:gdLst>
                <a:gd name="connsiteX0" fmla="*/ 0 w 311499"/>
                <a:gd name="connsiteY0" fmla="*/ 20097 h 552660"/>
                <a:gd name="connsiteX1" fmla="*/ 311499 w 311499"/>
                <a:gd name="connsiteY1" fmla="*/ 0 h 552660"/>
                <a:gd name="connsiteX2" fmla="*/ 80387 w 311499"/>
                <a:gd name="connsiteY2" fmla="*/ 552660 h 552660"/>
                <a:gd name="connsiteX3" fmla="*/ 15073 w 311499"/>
                <a:gd name="connsiteY3" fmla="*/ 552660 h 552660"/>
                <a:gd name="connsiteX4" fmla="*/ 0 w 311499"/>
                <a:gd name="connsiteY4" fmla="*/ 20097 h 552660"/>
                <a:gd name="connsiteX0" fmla="*/ 0 w 311499"/>
                <a:gd name="connsiteY0" fmla="*/ 20097 h 552660"/>
                <a:gd name="connsiteX1" fmla="*/ 311499 w 311499"/>
                <a:gd name="connsiteY1" fmla="*/ 0 h 552660"/>
                <a:gd name="connsiteX2" fmla="*/ 80387 w 311499"/>
                <a:gd name="connsiteY2" fmla="*/ 552660 h 552660"/>
                <a:gd name="connsiteX3" fmla="*/ 15073 w 311499"/>
                <a:gd name="connsiteY3" fmla="*/ 552660 h 552660"/>
                <a:gd name="connsiteX4" fmla="*/ 0 w 311499"/>
                <a:gd name="connsiteY4" fmla="*/ 20097 h 552660"/>
                <a:gd name="connsiteX0" fmla="*/ 0 w 311499"/>
                <a:gd name="connsiteY0" fmla="*/ 20097 h 552660"/>
                <a:gd name="connsiteX1" fmla="*/ 311499 w 311499"/>
                <a:gd name="connsiteY1" fmla="*/ 0 h 552660"/>
                <a:gd name="connsiteX2" fmla="*/ 80387 w 311499"/>
                <a:gd name="connsiteY2" fmla="*/ 552660 h 552660"/>
                <a:gd name="connsiteX3" fmla="*/ 15073 w 311499"/>
                <a:gd name="connsiteY3" fmla="*/ 552660 h 552660"/>
                <a:gd name="connsiteX4" fmla="*/ 0 w 311499"/>
                <a:gd name="connsiteY4" fmla="*/ 20097 h 552660"/>
                <a:gd name="connsiteX0" fmla="*/ 0 w 321547"/>
                <a:gd name="connsiteY0" fmla="*/ 0 h 557684"/>
                <a:gd name="connsiteX1" fmla="*/ 321547 w 321547"/>
                <a:gd name="connsiteY1" fmla="*/ 5024 h 557684"/>
                <a:gd name="connsiteX2" fmla="*/ 90435 w 321547"/>
                <a:gd name="connsiteY2" fmla="*/ 557684 h 557684"/>
                <a:gd name="connsiteX3" fmla="*/ 25121 w 321547"/>
                <a:gd name="connsiteY3" fmla="*/ 557684 h 557684"/>
                <a:gd name="connsiteX4" fmla="*/ 0 w 321547"/>
                <a:gd name="connsiteY4" fmla="*/ 0 h 557684"/>
                <a:gd name="connsiteX0" fmla="*/ 0 w 321547"/>
                <a:gd name="connsiteY0" fmla="*/ 0 h 557684"/>
                <a:gd name="connsiteX1" fmla="*/ 321547 w 321547"/>
                <a:gd name="connsiteY1" fmla="*/ 461 h 557684"/>
                <a:gd name="connsiteX2" fmla="*/ 90435 w 321547"/>
                <a:gd name="connsiteY2" fmla="*/ 557684 h 557684"/>
                <a:gd name="connsiteX3" fmla="*/ 25121 w 321547"/>
                <a:gd name="connsiteY3" fmla="*/ 557684 h 557684"/>
                <a:gd name="connsiteX4" fmla="*/ 0 w 321547"/>
                <a:gd name="connsiteY4" fmla="*/ 0 h 557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1547" h="557684">
                  <a:moveTo>
                    <a:pt x="0" y="0"/>
                  </a:moveTo>
                  <a:lnTo>
                    <a:pt x="321547" y="461"/>
                  </a:lnTo>
                  <a:cubicBezTo>
                    <a:pt x="304801" y="239946"/>
                    <a:pt x="117230" y="323222"/>
                    <a:pt x="90435" y="557684"/>
                  </a:cubicBezTo>
                  <a:lnTo>
                    <a:pt x="25121" y="5576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8DB83C63-84F9-403C-AB7C-62289AD17894}"/>
                </a:ext>
              </a:extLst>
            </p:cNvPr>
            <p:cNvSpPr/>
            <p:nvPr/>
          </p:nvSpPr>
          <p:spPr>
            <a:xfrm>
              <a:off x="9265202" y="2414614"/>
              <a:ext cx="321547" cy="614066"/>
            </a:xfrm>
            <a:custGeom>
              <a:avLst/>
              <a:gdLst>
                <a:gd name="connsiteX0" fmla="*/ 0 w 311499"/>
                <a:gd name="connsiteY0" fmla="*/ 20097 h 552660"/>
                <a:gd name="connsiteX1" fmla="*/ 311499 w 311499"/>
                <a:gd name="connsiteY1" fmla="*/ 0 h 552660"/>
                <a:gd name="connsiteX2" fmla="*/ 80387 w 311499"/>
                <a:gd name="connsiteY2" fmla="*/ 552660 h 552660"/>
                <a:gd name="connsiteX3" fmla="*/ 15073 w 311499"/>
                <a:gd name="connsiteY3" fmla="*/ 552660 h 552660"/>
                <a:gd name="connsiteX4" fmla="*/ 0 w 311499"/>
                <a:gd name="connsiteY4" fmla="*/ 20097 h 552660"/>
                <a:gd name="connsiteX0" fmla="*/ 0 w 311499"/>
                <a:gd name="connsiteY0" fmla="*/ 20097 h 552660"/>
                <a:gd name="connsiteX1" fmla="*/ 311499 w 311499"/>
                <a:gd name="connsiteY1" fmla="*/ 0 h 552660"/>
                <a:gd name="connsiteX2" fmla="*/ 80387 w 311499"/>
                <a:gd name="connsiteY2" fmla="*/ 552660 h 552660"/>
                <a:gd name="connsiteX3" fmla="*/ 15073 w 311499"/>
                <a:gd name="connsiteY3" fmla="*/ 552660 h 552660"/>
                <a:gd name="connsiteX4" fmla="*/ 0 w 311499"/>
                <a:gd name="connsiteY4" fmla="*/ 20097 h 552660"/>
                <a:gd name="connsiteX0" fmla="*/ 0 w 311499"/>
                <a:gd name="connsiteY0" fmla="*/ 20097 h 552660"/>
                <a:gd name="connsiteX1" fmla="*/ 311499 w 311499"/>
                <a:gd name="connsiteY1" fmla="*/ 0 h 552660"/>
                <a:gd name="connsiteX2" fmla="*/ 80387 w 311499"/>
                <a:gd name="connsiteY2" fmla="*/ 552660 h 552660"/>
                <a:gd name="connsiteX3" fmla="*/ 15073 w 311499"/>
                <a:gd name="connsiteY3" fmla="*/ 552660 h 552660"/>
                <a:gd name="connsiteX4" fmla="*/ 0 w 311499"/>
                <a:gd name="connsiteY4" fmla="*/ 20097 h 552660"/>
                <a:gd name="connsiteX0" fmla="*/ 0 w 321547"/>
                <a:gd name="connsiteY0" fmla="*/ 0 h 557684"/>
                <a:gd name="connsiteX1" fmla="*/ 321547 w 321547"/>
                <a:gd name="connsiteY1" fmla="*/ 5024 h 557684"/>
                <a:gd name="connsiteX2" fmla="*/ 90435 w 321547"/>
                <a:gd name="connsiteY2" fmla="*/ 557684 h 557684"/>
                <a:gd name="connsiteX3" fmla="*/ 25121 w 321547"/>
                <a:gd name="connsiteY3" fmla="*/ 557684 h 557684"/>
                <a:gd name="connsiteX4" fmla="*/ 0 w 321547"/>
                <a:gd name="connsiteY4" fmla="*/ 0 h 557684"/>
                <a:gd name="connsiteX0" fmla="*/ 0 w 321547"/>
                <a:gd name="connsiteY0" fmla="*/ 0 h 557684"/>
                <a:gd name="connsiteX1" fmla="*/ 321547 w 321547"/>
                <a:gd name="connsiteY1" fmla="*/ 461 h 557684"/>
                <a:gd name="connsiteX2" fmla="*/ 90435 w 321547"/>
                <a:gd name="connsiteY2" fmla="*/ 557684 h 557684"/>
                <a:gd name="connsiteX3" fmla="*/ 25121 w 321547"/>
                <a:gd name="connsiteY3" fmla="*/ 557684 h 557684"/>
                <a:gd name="connsiteX4" fmla="*/ 0 w 321547"/>
                <a:gd name="connsiteY4" fmla="*/ 0 h 557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1547" h="557684">
                  <a:moveTo>
                    <a:pt x="0" y="0"/>
                  </a:moveTo>
                  <a:lnTo>
                    <a:pt x="321547" y="461"/>
                  </a:lnTo>
                  <a:cubicBezTo>
                    <a:pt x="304801" y="239946"/>
                    <a:pt x="117230" y="323222"/>
                    <a:pt x="90435" y="557684"/>
                  </a:cubicBezTo>
                  <a:lnTo>
                    <a:pt x="25121" y="5576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17405E6F-4B4A-401D-BD5E-6B41B25472A5}"/>
                </a:ext>
              </a:extLst>
            </p:cNvPr>
            <p:cNvSpPr/>
            <p:nvPr/>
          </p:nvSpPr>
          <p:spPr>
            <a:xfrm>
              <a:off x="9265202" y="1697888"/>
              <a:ext cx="321547" cy="614066"/>
            </a:xfrm>
            <a:custGeom>
              <a:avLst/>
              <a:gdLst>
                <a:gd name="connsiteX0" fmla="*/ 0 w 311499"/>
                <a:gd name="connsiteY0" fmla="*/ 20097 h 552660"/>
                <a:gd name="connsiteX1" fmla="*/ 311499 w 311499"/>
                <a:gd name="connsiteY1" fmla="*/ 0 h 552660"/>
                <a:gd name="connsiteX2" fmla="*/ 80387 w 311499"/>
                <a:gd name="connsiteY2" fmla="*/ 552660 h 552660"/>
                <a:gd name="connsiteX3" fmla="*/ 15073 w 311499"/>
                <a:gd name="connsiteY3" fmla="*/ 552660 h 552660"/>
                <a:gd name="connsiteX4" fmla="*/ 0 w 311499"/>
                <a:gd name="connsiteY4" fmla="*/ 20097 h 552660"/>
                <a:gd name="connsiteX0" fmla="*/ 0 w 311499"/>
                <a:gd name="connsiteY0" fmla="*/ 20097 h 552660"/>
                <a:gd name="connsiteX1" fmla="*/ 311499 w 311499"/>
                <a:gd name="connsiteY1" fmla="*/ 0 h 552660"/>
                <a:gd name="connsiteX2" fmla="*/ 80387 w 311499"/>
                <a:gd name="connsiteY2" fmla="*/ 552660 h 552660"/>
                <a:gd name="connsiteX3" fmla="*/ 15073 w 311499"/>
                <a:gd name="connsiteY3" fmla="*/ 552660 h 552660"/>
                <a:gd name="connsiteX4" fmla="*/ 0 w 311499"/>
                <a:gd name="connsiteY4" fmla="*/ 20097 h 552660"/>
                <a:gd name="connsiteX0" fmla="*/ 0 w 311499"/>
                <a:gd name="connsiteY0" fmla="*/ 20097 h 552660"/>
                <a:gd name="connsiteX1" fmla="*/ 311499 w 311499"/>
                <a:gd name="connsiteY1" fmla="*/ 0 h 552660"/>
                <a:gd name="connsiteX2" fmla="*/ 80387 w 311499"/>
                <a:gd name="connsiteY2" fmla="*/ 552660 h 552660"/>
                <a:gd name="connsiteX3" fmla="*/ 15073 w 311499"/>
                <a:gd name="connsiteY3" fmla="*/ 552660 h 552660"/>
                <a:gd name="connsiteX4" fmla="*/ 0 w 311499"/>
                <a:gd name="connsiteY4" fmla="*/ 20097 h 552660"/>
                <a:gd name="connsiteX0" fmla="*/ 0 w 321547"/>
                <a:gd name="connsiteY0" fmla="*/ 0 h 557684"/>
                <a:gd name="connsiteX1" fmla="*/ 321547 w 321547"/>
                <a:gd name="connsiteY1" fmla="*/ 5024 h 557684"/>
                <a:gd name="connsiteX2" fmla="*/ 90435 w 321547"/>
                <a:gd name="connsiteY2" fmla="*/ 557684 h 557684"/>
                <a:gd name="connsiteX3" fmla="*/ 25121 w 321547"/>
                <a:gd name="connsiteY3" fmla="*/ 557684 h 557684"/>
                <a:gd name="connsiteX4" fmla="*/ 0 w 321547"/>
                <a:gd name="connsiteY4" fmla="*/ 0 h 557684"/>
                <a:gd name="connsiteX0" fmla="*/ 0 w 321547"/>
                <a:gd name="connsiteY0" fmla="*/ 0 h 557684"/>
                <a:gd name="connsiteX1" fmla="*/ 321547 w 321547"/>
                <a:gd name="connsiteY1" fmla="*/ 461 h 557684"/>
                <a:gd name="connsiteX2" fmla="*/ 90435 w 321547"/>
                <a:gd name="connsiteY2" fmla="*/ 557684 h 557684"/>
                <a:gd name="connsiteX3" fmla="*/ 25121 w 321547"/>
                <a:gd name="connsiteY3" fmla="*/ 557684 h 557684"/>
                <a:gd name="connsiteX4" fmla="*/ 0 w 321547"/>
                <a:gd name="connsiteY4" fmla="*/ 0 h 557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1547" h="557684">
                  <a:moveTo>
                    <a:pt x="0" y="0"/>
                  </a:moveTo>
                  <a:lnTo>
                    <a:pt x="321547" y="461"/>
                  </a:lnTo>
                  <a:cubicBezTo>
                    <a:pt x="304801" y="239946"/>
                    <a:pt x="117230" y="323222"/>
                    <a:pt x="90435" y="557684"/>
                  </a:cubicBezTo>
                  <a:lnTo>
                    <a:pt x="25121" y="5576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420C7F2A-7B7E-46FB-9406-D49AAECBDEB6}"/>
                </a:ext>
              </a:extLst>
            </p:cNvPr>
            <p:cNvSpPr/>
            <p:nvPr/>
          </p:nvSpPr>
          <p:spPr>
            <a:xfrm flipH="1">
              <a:off x="8262827" y="3131341"/>
              <a:ext cx="321547" cy="614066"/>
            </a:xfrm>
            <a:custGeom>
              <a:avLst/>
              <a:gdLst>
                <a:gd name="connsiteX0" fmla="*/ 0 w 311499"/>
                <a:gd name="connsiteY0" fmla="*/ 20097 h 552660"/>
                <a:gd name="connsiteX1" fmla="*/ 311499 w 311499"/>
                <a:gd name="connsiteY1" fmla="*/ 0 h 552660"/>
                <a:gd name="connsiteX2" fmla="*/ 80387 w 311499"/>
                <a:gd name="connsiteY2" fmla="*/ 552660 h 552660"/>
                <a:gd name="connsiteX3" fmla="*/ 15073 w 311499"/>
                <a:gd name="connsiteY3" fmla="*/ 552660 h 552660"/>
                <a:gd name="connsiteX4" fmla="*/ 0 w 311499"/>
                <a:gd name="connsiteY4" fmla="*/ 20097 h 552660"/>
                <a:gd name="connsiteX0" fmla="*/ 0 w 311499"/>
                <a:gd name="connsiteY0" fmla="*/ 20097 h 552660"/>
                <a:gd name="connsiteX1" fmla="*/ 311499 w 311499"/>
                <a:gd name="connsiteY1" fmla="*/ 0 h 552660"/>
                <a:gd name="connsiteX2" fmla="*/ 80387 w 311499"/>
                <a:gd name="connsiteY2" fmla="*/ 552660 h 552660"/>
                <a:gd name="connsiteX3" fmla="*/ 15073 w 311499"/>
                <a:gd name="connsiteY3" fmla="*/ 552660 h 552660"/>
                <a:gd name="connsiteX4" fmla="*/ 0 w 311499"/>
                <a:gd name="connsiteY4" fmla="*/ 20097 h 552660"/>
                <a:gd name="connsiteX0" fmla="*/ 0 w 311499"/>
                <a:gd name="connsiteY0" fmla="*/ 20097 h 552660"/>
                <a:gd name="connsiteX1" fmla="*/ 311499 w 311499"/>
                <a:gd name="connsiteY1" fmla="*/ 0 h 552660"/>
                <a:gd name="connsiteX2" fmla="*/ 80387 w 311499"/>
                <a:gd name="connsiteY2" fmla="*/ 552660 h 552660"/>
                <a:gd name="connsiteX3" fmla="*/ 15073 w 311499"/>
                <a:gd name="connsiteY3" fmla="*/ 552660 h 552660"/>
                <a:gd name="connsiteX4" fmla="*/ 0 w 311499"/>
                <a:gd name="connsiteY4" fmla="*/ 20097 h 552660"/>
                <a:gd name="connsiteX0" fmla="*/ 0 w 321547"/>
                <a:gd name="connsiteY0" fmla="*/ 0 h 557684"/>
                <a:gd name="connsiteX1" fmla="*/ 321547 w 321547"/>
                <a:gd name="connsiteY1" fmla="*/ 5024 h 557684"/>
                <a:gd name="connsiteX2" fmla="*/ 90435 w 321547"/>
                <a:gd name="connsiteY2" fmla="*/ 557684 h 557684"/>
                <a:gd name="connsiteX3" fmla="*/ 25121 w 321547"/>
                <a:gd name="connsiteY3" fmla="*/ 557684 h 557684"/>
                <a:gd name="connsiteX4" fmla="*/ 0 w 321547"/>
                <a:gd name="connsiteY4" fmla="*/ 0 h 557684"/>
                <a:gd name="connsiteX0" fmla="*/ 0 w 321547"/>
                <a:gd name="connsiteY0" fmla="*/ 0 h 557684"/>
                <a:gd name="connsiteX1" fmla="*/ 321547 w 321547"/>
                <a:gd name="connsiteY1" fmla="*/ 461 h 557684"/>
                <a:gd name="connsiteX2" fmla="*/ 90435 w 321547"/>
                <a:gd name="connsiteY2" fmla="*/ 557684 h 557684"/>
                <a:gd name="connsiteX3" fmla="*/ 25121 w 321547"/>
                <a:gd name="connsiteY3" fmla="*/ 557684 h 557684"/>
                <a:gd name="connsiteX4" fmla="*/ 0 w 321547"/>
                <a:gd name="connsiteY4" fmla="*/ 0 h 557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1547" h="557684">
                  <a:moveTo>
                    <a:pt x="0" y="0"/>
                  </a:moveTo>
                  <a:lnTo>
                    <a:pt x="321547" y="461"/>
                  </a:lnTo>
                  <a:cubicBezTo>
                    <a:pt x="304801" y="239946"/>
                    <a:pt x="117230" y="323222"/>
                    <a:pt x="90435" y="557684"/>
                  </a:cubicBezTo>
                  <a:lnTo>
                    <a:pt x="25121" y="5576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FD058884-5C6E-4EFB-8FFF-098E3293573B}"/>
                </a:ext>
              </a:extLst>
            </p:cNvPr>
            <p:cNvSpPr/>
            <p:nvPr/>
          </p:nvSpPr>
          <p:spPr>
            <a:xfrm flipH="1">
              <a:off x="8262827" y="2414614"/>
              <a:ext cx="321547" cy="614066"/>
            </a:xfrm>
            <a:custGeom>
              <a:avLst/>
              <a:gdLst>
                <a:gd name="connsiteX0" fmla="*/ 0 w 311499"/>
                <a:gd name="connsiteY0" fmla="*/ 20097 h 552660"/>
                <a:gd name="connsiteX1" fmla="*/ 311499 w 311499"/>
                <a:gd name="connsiteY1" fmla="*/ 0 h 552660"/>
                <a:gd name="connsiteX2" fmla="*/ 80387 w 311499"/>
                <a:gd name="connsiteY2" fmla="*/ 552660 h 552660"/>
                <a:gd name="connsiteX3" fmla="*/ 15073 w 311499"/>
                <a:gd name="connsiteY3" fmla="*/ 552660 h 552660"/>
                <a:gd name="connsiteX4" fmla="*/ 0 w 311499"/>
                <a:gd name="connsiteY4" fmla="*/ 20097 h 552660"/>
                <a:gd name="connsiteX0" fmla="*/ 0 w 311499"/>
                <a:gd name="connsiteY0" fmla="*/ 20097 h 552660"/>
                <a:gd name="connsiteX1" fmla="*/ 311499 w 311499"/>
                <a:gd name="connsiteY1" fmla="*/ 0 h 552660"/>
                <a:gd name="connsiteX2" fmla="*/ 80387 w 311499"/>
                <a:gd name="connsiteY2" fmla="*/ 552660 h 552660"/>
                <a:gd name="connsiteX3" fmla="*/ 15073 w 311499"/>
                <a:gd name="connsiteY3" fmla="*/ 552660 h 552660"/>
                <a:gd name="connsiteX4" fmla="*/ 0 w 311499"/>
                <a:gd name="connsiteY4" fmla="*/ 20097 h 552660"/>
                <a:gd name="connsiteX0" fmla="*/ 0 w 311499"/>
                <a:gd name="connsiteY0" fmla="*/ 20097 h 552660"/>
                <a:gd name="connsiteX1" fmla="*/ 311499 w 311499"/>
                <a:gd name="connsiteY1" fmla="*/ 0 h 552660"/>
                <a:gd name="connsiteX2" fmla="*/ 80387 w 311499"/>
                <a:gd name="connsiteY2" fmla="*/ 552660 h 552660"/>
                <a:gd name="connsiteX3" fmla="*/ 15073 w 311499"/>
                <a:gd name="connsiteY3" fmla="*/ 552660 h 552660"/>
                <a:gd name="connsiteX4" fmla="*/ 0 w 311499"/>
                <a:gd name="connsiteY4" fmla="*/ 20097 h 552660"/>
                <a:gd name="connsiteX0" fmla="*/ 0 w 321547"/>
                <a:gd name="connsiteY0" fmla="*/ 0 h 557684"/>
                <a:gd name="connsiteX1" fmla="*/ 321547 w 321547"/>
                <a:gd name="connsiteY1" fmla="*/ 5024 h 557684"/>
                <a:gd name="connsiteX2" fmla="*/ 90435 w 321547"/>
                <a:gd name="connsiteY2" fmla="*/ 557684 h 557684"/>
                <a:gd name="connsiteX3" fmla="*/ 25121 w 321547"/>
                <a:gd name="connsiteY3" fmla="*/ 557684 h 557684"/>
                <a:gd name="connsiteX4" fmla="*/ 0 w 321547"/>
                <a:gd name="connsiteY4" fmla="*/ 0 h 557684"/>
                <a:gd name="connsiteX0" fmla="*/ 0 w 321547"/>
                <a:gd name="connsiteY0" fmla="*/ 0 h 557684"/>
                <a:gd name="connsiteX1" fmla="*/ 321547 w 321547"/>
                <a:gd name="connsiteY1" fmla="*/ 461 h 557684"/>
                <a:gd name="connsiteX2" fmla="*/ 90435 w 321547"/>
                <a:gd name="connsiteY2" fmla="*/ 557684 h 557684"/>
                <a:gd name="connsiteX3" fmla="*/ 25121 w 321547"/>
                <a:gd name="connsiteY3" fmla="*/ 557684 h 557684"/>
                <a:gd name="connsiteX4" fmla="*/ 0 w 321547"/>
                <a:gd name="connsiteY4" fmla="*/ 0 h 557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1547" h="557684">
                  <a:moveTo>
                    <a:pt x="0" y="0"/>
                  </a:moveTo>
                  <a:lnTo>
                    <a:pt x="321547" y="461"/>
                  </a:lnTo>
                  <a:cubicBezTo>
                    <a:pt x="304801" y="239946"/>
                    <a:pt x="117230" y="323222"/>
                    <a:pt x="90435" y="557684"/>
                  </a:cubicBezTo>
                  <a:lnTo>
                    <a:pt x="25121" y="5576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D925579E-FBEA-4D89-9344-43817141FCD3}"/>
                </a:ext>
              </a:extLst>
            </p:cNvPr>
            <p:cNvSpPr/>
            <p:nvPr/>
          </p:nvSpPr>
          <p:spPr>
            <a:xfrm flipH="1">
              <a:off x="8262827" y="1697888"/>
              <a:ext cx="321547" cy="614066"/>
            </a:xfrm>
            <a:custGeom>
              <a:avLst/>
              <a:gdLst>
                <a:gd name="connsiteX0" fmla="*/ 0 w 311499"/>
                <a:gd name="connsiteY0" fmla="*/ 20097 h 552660"/>
                <a:gd name="connsiteX1" fmla="*/ 311499 w 311499"/>
                <a:gd name="connsiteY1" fmla="*/ 0 h 552660"/>
                <a:gd name="connsiteX2" fmla="*/ 80387 w 311499"/>
                <a:gd name="connsiteY2" fmla="*/ 552660 h 552660"/>
                <a:gd name="connsiteX3" fmla="*/ 15073 w 311499"/>
                <a:gd name="connsiteY3" fmla="*/ 552660 h 552660"/>
                <a:gd name="connsiteX4" fmla="*/ 0 w 311499"/>
                <a:gd name="connsiteY4" fmla="*/ 20097 h 552660"/>
                <a:gd name="connsiteX0" fmla="*/ 0 w 311499"/>
                <a:gd name="connsiteY0" fmla="*/ 20097 h 552660"/>
                <a:gd name="connsiteX1" fmla="*/ 311499 w 311499"/>
                <a:gd name="connsiteY1" fmla="*/ 0 h 552660"/>
                <a:gd name="connsiteX2" fmla="*/ 80387 w 311499"/>
                <a:gd name="connsiteY2" fmla="*/ 552660 h 552660"/>
                <a:gd name="connsiteX3" fmla="*/ 15073 w 311499"/>
                <a:gd name="connsiteY3" fmla="*/ 552660 h 552660"/>
                <a:gd name="connsiteX4" fmla="*/ 0 w 311499"/>
                <a:gd name="connsiteY4" fmla="*/ 20097 h 552660"/>
                <a:gd name="connsiteX0" fmla="*/ 0 w 311499"/>
                <a:gd name="connsiteY0" fmla="*/ 20097 h 552660"/>
                <a:gd name="connsiteX1" fmla="*/ 311499 w 311499"/>
                <a:gd name="connsiteY1" fmla="*/ 0 h 552660"/>
                <a:gd name="connsiteX2" fmla="*/ 80387 w 311499"/>
                <a:gd name="connsiteY2" fmla="*/ 552660 h 552660"/>
                <a:gd name="connsiteX3" fmla="*/ 15073 w 311499"/>
                <a:gd name="connsiteY3" fmla="*/ 552660 h 552660"/>
                <a:gd name="connsiteX4" fmla="*/ 0 w 311499"/>
                <a:gd name="connsiteY4" fmla="*/ 20097 h 552660"/>
                <a:gd name="connsiteX0" fmla="*/ 0 w 321547"/>
                <a:gd name="connsiteY0" fmla="*/ 0 h 557684"/>
                <a:gd name="connsiteX1" fmla="*/ 321547 w 321547"/>
                <a:gd name="connsiteY1" fmla="*/ 5024 h 557684"/>
                <a:gd name="connsiteX2" fmla="*/ 90435 w 321547"/>
                <a:gd name="connsiteY2" fmla="*/ 557684 h 557684"/>
                <a:gd name="connsiteX3" fmla="*/ 25121 w 321547"/>
                <a:gd name="connsiteY3" fmla="*/ 557684 h 557684"/>
                <a:gd name="connsiteX4" fmla="*/ 0 w 321547"/>
                <a:gd name="connsiteY4" fmla="*/ 0 h 557684"/>
                <a:gd name="connsiteX0" fmla="*/ 0 w 321547"/>
                <a:gd name="connsiteY0" fmla="*/ 0 h 557684"/>
                <a:gd name="connsiteX1" fmla="*/ 321547 w 321547"/>
                <a:gd name="connsiteY1" fmla="*/ 461 h 557684"/>
                <a:gd name="connsiteX2" fmla="*/ 90435 w 321547"/>
                <a:gd name="connsiteY2" fmla="*/ 557684 h 557684"/>
                <a:gd name="connsiteX3" fmla="*/ 25121 w 321547"/>
                <a:gd name="connsiteY3" fmla="*/ 557684 h 557684"/>
                <a:gd name="connsiteX4" fmla="*/ 0 w 321547"/>
                <a:gd name="connsiteY4" fmla="*/ 0 h 557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1547" h="557684">
                  <a:moveTo>
                    <a:pt x="0" y="0"/>
                  </a:moveTo>
                  <a:lnTo>
                    <a:pt x="321547" y="461"/>
                  </a:lnTo>
                  <a:cubicBezTo>
                    <a:pt x="304801" y="239946"/>
                    <a:pt x="117230" y="323222"/>
                    <a:pt x="90435" y="557684"/>
                  </a:cubicBezTo>
                  <a:lnTo>
                    <a:pt x="25121" y="5576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4BE0015E-97A2-4296-BCB4-609D221169E2}"/>
                </a:ext>
              </a:extLst>
            </p:cNvPr>
            <p:cNvSpPr/>
            <p:nvPr/>
          </p:nvSpPr>
          <p:spPr>
            <a:xfrm>
              <a:off x="8628603" y="1735059"/>
              <a:ext cx="584815" cy="584815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w="50800" h="50800"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75604ABD-21C5-4EF9-B58A-E4B134E11478}"/>
                </a:ext>
              </a:extLst>
            </p:cNvPr>
            <p:cNvSpPr/>
            <p:nvPr/>
          </p:nvSpPr>
          <p:spPr>
            <a:xfrm>
              <a:off x="8628603" y="2440513"/>
              <a:ext cx="584815" cy="584815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w="50800" h="50800"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DD26B292-F1F2-493D-B320-5619A0AD2832}"/>
                </a:ext>
              </a:extLst>
            </p:cNvPr>
            <p:cNvSpPr/>
            <p:nvPr/>
          </p:nvSpPr>
          <p:spPr>
            <a:xfrm>
              <a:off x="8628603" y="3145967"/>
              <a:ext cx="584815" cy="584815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  <a:effectLst/>
            <a:scene3d>
              <a:camera prst="orthographicFront"/>
              <a:lightRig rig="balanced" dir="t"/>
            </a:scene3d>
            <a:sp3d contourW="12700" prstMaterial="plastic">
              <a:bevelT w="285750" h="88900"/>
              <a:bevelB w="0" h="0"/>
              <a:contourClr>
                <a:schemeClr val="accent6">
                  <a:lumMod val="75000"/>
                </a:schemeClr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500" b="1" dirty="0">
                <a:ln>
                  <a:solidFill>
                    <a:schemeClr val="tx1"/>
                  </a:solidFill>
                </a:ln>
                <a:latin typeface="Agency FB" panose="020B0503020202020204" pitchFamily="34" charset="0"/>
                <a:sym typeface="Wingdings" panose="05000000000000000000" pitchFamily="2" charset="2"/>
              </a:endParaRPr>
            </a:p>
          </p:txBody>
        </p: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16BFDB2B-344B-481F-994B-ACC6CCD33F2B}"/>
              </a:ext>
            </a:extLst>
          </p:cNvPr>
          <p:cNvGrpSpPr/>
          <p:nvPr/>
        </p:nvGrpSpPr>
        <p:grpSpPr>
          <a:xfrm>
            <a:off x="6742178" y="4950799"/>
            <a:ext cx="481187" cy="927204"/>
            <a:chOff x="2728753" y="2173002"/>
            <a:chExt cx="1323922" cy="2551076"/>
          </a:xfrm>
        </p:grpSpPr>
        <p:sp>
          <p:nvSpPr>
            <p:cNvPr id="103" name="Rectangle: Rounded Corners 102">
              <a:extLst>
                <a:ext uri="{FF2B5EF4-FFF2-40B4-BE49-F238E27FC236}">
                  <a16:creationId xmlns:a16="http://schemas.microsoft.com/office/drawing/2014/main" id="{4D563F73-14D0-434F-89C4-BFA9F6A2AF27}"/>
                </a:ext>
              </a:extLst>
            </p:cNvPr>
            <p:cNvSpPr/>
            <p:nvPr/>
          </p:nvSpPr>
          <p:spPr>
            <a:xfrm>
              <a:off x="2994218" y="2173002"/>
              <a:ext cx="785437" cy="2198031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AD26060D-8B22-4432-8331-032A3FFADE69}"/>
                </a:ext>
              </a:extLst>
            </p:cNvPr>
            <p:cNvSpPr/>
            <p:nvPr/>
          </p:nvSpPr>
          <p:spPr>
            <a:xfrm>
              <a:off x="3033123" y="2203705"/>
              <a:ext cx="707626" cy="70762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264F5D76-B6DE-43E2-96EB-0AFD439EEFA2}"/>
                </a:ext>
              </a:extLst>
            </p:cNvPr>
            <p:cNvSpPr/>
            <p:nvPr/>
          </p:nvSpPr>
          <p:spPr>
            <a:xfrm>
              <a:off x="3033123" y="2909159"/>
              <a:ext cx="707626" cy="70762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052427DC-674B-4D56-8D33-02E40D0EC584}"/>
                </a:ext>
              </a:extLst>
            </p:cNvPr>
            <p:cNvSpPr/>
            <p:nvPr/>
          </p:nvSpPr>
          <p:spPr>
            <a:xfrm>
              <a:off x="3094529" y="2970565"/>
              <a:ext cx="584815" cy="584815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w="50800" h="50800"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DE3659A9-DB3D-499D-AE3F-8571898CDD5C}"/>
                </a:ext>
              </a:extLst>
            </p:cNvPr>
            <p:cNvSpPr/>
            <p:nvPr/>
          </p:nvSpPr>
          <p:spPr>
            <a:xfrm>
              <a:off x="3033123" y="3614613"/>
              <a:ext cx="707626" cy="70762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59FC121E-EACF-48C2-AEC7-0468DF0AECDC}"/>
                </a:ext>
              </a:extLst>
            </p:cNvPr>
            <p:cNvSpPr/>
            <p:nvPr/>
          </p:nvSpPr>
          <p:spPr>
            <a:xfrm>
              <a:off x="3094529" y="3676019"/>
              <a:ext cx="584815" cy="584815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w="50800" h="50800"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5A6A762C-494C-4A27-9443-01021AF8AB1F}"/>
                </a:ext>
              </a:extLst>
            </p:cNvPr>
            <p:cNvSpPr/>
            <p:nvPr/>
          </p:nvSpPr>
          <p:spPr>
            <a:xfrm>
              <a:off x="3244074" y="4371033"/>
              <a:ext cx="285725" cy="35304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5B47C493-035E-47FE-B266-DB423CCE8D8A}"/>
                </a:ext>
              </a:extLst>
            </p:cNvPr>
            <p:cNvSpPr/>
            <p:nvPr/>
          </p:nvSpPr>
          <p:spPr>
            <a:xfrm>
              <a:off x="3210085" y="4371033"/>
              <a:ext cx="353702" cy="8523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0E9CA24C-ED2B-44C4-9E78-8112F9B526AE}"/>
                </a:ext>
              </a:extLst>
            </p:cNvPr>
            <p:cNvSpPr/>
            <p:nvPr/>
          </p:nvSpPr>
          <p:spPr>
            <a:xfrm>
              <a:off x="3731128" y="3661393"/>
              <a:ext cx="321547" cy="614066"/>
            </a:xfrm>
            <a:custGeom>
              <a:avLst/>
              <a:gdLst>
                <a:gd name="connsiteX0" fmla="*/ 0 w 311499"/>
                <a:gd name="connsiteY0" fmla="*/ 20097 h 552660"/>
                <a:gd name="connsiteX1" fmla="*/ 311499 w 311499"/>
                <a:gd name="connsiteY1" fmla="*/ 0 h 552660"/>
                <a:gd name="connsiteX2" fmla="*/ 80387 w 311499"/>
                <a:gd name="connsiteY2" fmla="*/ 552660 h 552660"/>
                <a:gd name="connsiteX3" fmla="*/ 15073 w 311499"/>
                <a:gd name="connsiteY3" fmla="*/ 552660 h 552660"/>
                <a:gd name="connsiteX4" fmla="*/ 0 w 311499"/>
                <a:gd name="connsiteY4" fmla="*/ 20097 h 552660"/>
                <a:gd name="connsiteX0" fmla="*/ 0 w 311499"/>
                <a:gd name="connsiteY0" fmla="*/ 20097 h 552660"/>
                <a:gd name="connsiteX1" fmla="*/ 311499 w 311499"/>
                <a:gd name="connsiteY1" fmla="*/ 0 h 552660"/>
                <a:gd name="connsiteX2" fmla="*/ 80387 w 311499"/>
                <a:gd name="connsiteY2" fmla="*/ 552660 h 552660"/>
                <a:gd name="connsiteX3" fmla="*/ 15073 w 311499"/>
                <a:gd name="connsiteY3" fmla="*/ 552660 h 552660"/>
                <a:gd name="connsiteX4" fmla="*/ 0 w 311499"/>
                <a:gd name="connsiteY4" fmla="*/ 20097 h 552660"/>
                <a:gd name="connsiteX0" fmla="*/ 0 w 311499"/>
                <a:gd name="connsiteY0" fmla="*/ 20097 h 552660"/>
                <a:gd name="connsiteX1" fmla="*/ 311499 w 311499"/>
                <a:gd name="connsiteY1" fmla="*/ 0 h 552660"/>
                <a:gd name="connsiteX2" fmla="*/ 80387 w 311499"/>
                <a:gd name="connsiteY2" fmla="*/ 552660 h 552660"/>
                <a:gd name="connsiteX3" fmla="*/ 15073 w 311499"/>
                <a:gd name="connsiteY3" fmla="*/ 552660 h 552660"/>
                <a:gd name="connsiteX4" fmla="*/ 0 w 311499"/>
                <a:gd name="connsiteY4" fmla="*/ 20097 h 552660"/>
                <a:gd name="connsiteX0" fmla="*/ 0 w 321547"/>
                <a:gd name="connsiteY0" fmla="*/ 0 h 557684"/>
                <a:gd name="connsiteX1" fmla="*/ 321547 w 321547"/>
                <a:gd name="connsiteY1" fmla="*/ 5024 h 557684"/>
                <a:gd name="connsiteX2" fmla="*/ 90435 w 321547"/>
                <a:gd name="connsiteY2" fmla="*/ 557684 h 557684"/>
                <a:gd name="connsiteX3" fmla="*/ 25121 w 321547"/>
                <a:gd name="connsiteY3" fmla="*/ 557684 h 557684"/>
                <a:gd name="connsiteX4" fmla="*/ 0 w 321547"/>
                <a:gd name="connsiteY4" fmla="*/ 0 h 557684"/>
                <a:gd name="connsiteX0" fmla="*/ 0 w 321547"/>
                <a:gd name="connsiteY0" fmla="*/ 0 h 557684"/>
                <a:gd name="connsiteX1" fmla="*/ 321547 w 321547"/>
                <a:gd name="connsiteY1" fmla="*/ 461 h 557684"/>
                <a:gd name="connsiteX2" fmla="*/ 90435 w 321547"/>
                <a:gd name="connsiteY2" fmla="*/ 557684 h 557684"/>
                <a:gd name="connsiteX3" fmla="*/ 25121 w 321547"/>
                <a:gd name="connsiteY3" fmla="*/ 557684 h 557684"/>
                <a:gd name="connsiteX4" fmla="*/ 0 w 321547"/>
                <a:gd name="connsiteY4" fmla="*/ 0 h 557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1547" h="557684">
                  <a:moveTo>
                    <a:pt x="0" y="0"/>
                  </a:moveTo>
                  <a:lnTo>
                    <a:pt x="321547" y="461"/>
                  </a:lnTo>
                  <a:cubicBezTo>
                    <a:pt x="304801" y="239946"/>
                    <a:pt x="117230" y="323222"/>
                    <a:pt x="90435" y="557684"/>
                  </a:cubicBezTo>
                  <a:lnTo>
                    <a:pt x="25121" y="5576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3E990DA0-5245-4E9D-930D-17924DB45994}"/>
                </a:ext>
              </a:extLst>
            </p:cNvPr>
            <p:cNvSpPr/>
            <p:nvPr/>
          </p:nvSpPr>
          <p:spPr>
            <a:xfrm>
              <a:off x="3731128" y="2944666"/>
              <a:ext cx="321547" cy="614066"/>
            </a:xfrm>
            <a:custGeom>
              <a:avLst/>
              <a:gdLst>
                <a:gd name="connsiteX0" fmla="*/ 0 w 311499"/>
                <a:gd name="connsiteY0" fmla="*/ 20097 h 552660"/>
                <a:gd name="connsiteX1" fmla="*/ 311499 w 311499"/>
                <a:gd name="connsiteY1" fmla="*/ 0 h 552660"/>
                <a:gd name="connsiteX2" fmla="*/ 80387 w 311499"/>
                <a:gd name="connsiteY2" fmla="*/ 552660 h 552660"/>
                <a:gd name="connsiteX3" fmla="*/ 15073 w 311499"/>
                <a:gd name="connsiteY3" fmla="*/ 552660 h 552660"/>
                <a:gd name="connsiteX4" fmla="*/ 0 w 311499"/>
                <a:gd name="connsiteY4" fmla="*/ 20097 h 552660"/>
                <a:gd name="connsiteX0" fmla="*/ 0 w 311499"/>
                <a:gd name="connsiteY0" fmla="*/ 20097 h 552660"/>
                <a:gd name="connsiteX1" fmla="*/ 311499 w 311499"/>
                <a:gd name="connsiteY1" fmla="*/ 0 h 552660"/>
                <a:gd name="connsiteX2" fmla="*/ 80387 w 311499"/>
                <a:gd name="connsiteY2" fmla="*/ 552660 h 552660"/>
                <a:gd name="connsiteX3" fmla="*/ 15073 w 311499"/>
                <a:gd name="connsiteY3" fmla="*/ 552660 h 552660"/>
                <a:gd name="connsiteX4" fmla="*/ 0 w 311499"/>
                <a:gd name="connsiteY4" fmla="*/ 20097 h 552660"/>
                <a:gd name="connsiteX0" fmla="*/ 0 w 311499"/>
                <a:gd name="connsiteY0" fmla="*/ 20097 h 552660"/>
                <a:gd name="connsiteX1" fmla="*/ 311499 w 311499"/>
                <a:gd name="connsiteY1" fmla="*/ 0 h 552660"/>
                <a:gd name="connsiteX2" fmla="*/ 80387 w 311499"/>
                <a:gd name="connsiteY2" fmla="*/ 552660 h 552660"/>
                <a:gd name="connsiteX3" fmla="*/ 15073 w 311499"/>
                <a:gd name="connsiteY3" fmla="*/ 552660 h 552660"/>
                <a:gd name="connsiteX4" fmla="*/ 0 w 311499"/>
                <a:gd name="connsiteY4" fmla="*/ 20097 h 552660"/>
                <a:gd name="connsiteX0" fmla="*/ 0 w 321547"/>
                <a:gd name="connsiteY0" fmla="*/ 0 h 557684"/>
                <a:gd name="connsiteX1" fmla="*/ 321547 w 321547"/>
                <a:gd name="connsiteY1" fmla="*/ 5024 h 557684"/>
                <a:gd name="connsiteX2" fmla="*/ 90435 w 321547"/>
                <a:gd name="connsiteY2" fmla="*/ 557684 h 557684"/>
                <a:gd name="connsiteX3" fmla="*/ 25121 w 321547"/>
                <a:gd name="connsiteY3" fmla="*/ 557684 h 557684"/>
                <a:gd name="connsiteX4" fmla="*/ 0 w 321547"/>
                <a:gd name="connsiteY4" fmla="*/ 0 h 557684"/>
                <a:gd name="connsiteX0" fmla="*/ 0 w 321547"/>
                <a:gd name="connsiteY0" fmla="*/ 0 h 557684"/>
                <a:gd name="connsiteX1" fmla="*/ 321547 w 321547"/>
                <a:gd name="connsiteY1" fmla="*/ 461 h 557684"/>
                <a:gd name="connsiteX2" fmla="*/ 90435 w 321547"/>
                <a:gd name="connsiteY2" fmla="*/ 557684 h 557684"/>
                <a:gd name="connsiteX3" fmla="*/ 25121 w 321547"/>
                <a:gd name="connsiteY3" fmla="*/ 557684 h 557684"/>
                <a:gd name="connsiteX4" fmla="*/ 0 w 321547"/>
                <a:gd name="connsiteY4" fmla="*/ 0 h 557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1547" h="557684">
                  <a:moveTo>
                    <a:pt x="0" y="0"/>
                  </a:moveTo>
                  <a:lnTo>
                    <a:pt x="321547" y="461"/>
                  </a:lnTo>
                  <a:cubicBezTo>
                    <a:pt x="304801" y="239946"/>
                    <a:pt x="117230" y="323222"/>
                    <a:pt x="90435" y="557684"/>
                  </a:cubicBezTo>
                  <a:lnTo>
                    <a:pt x="25121" y="5576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DA7114E1-0622-42BD-BBAB-279C42467E72}"/>
                </a:ext>
              </a:extLst>
            </p:cNvPr>
            <p:cNvSpPr/>
            <p:nvPr/>
          </p:nvSpPr>
          <p:spPr>
            <a:xfrm>
              <a:off x="3731128" y="2227940"/>
              <a:ext cx="321547" cy="614066"/>
            </a:xfrm>
            <a:custGeom>
              <a:avLst/>
              <a:gdLst>
                <a:gd name="connsiteX0" fmla="*/ 0 w 311499"/>
                <a:gd name="connsiteY0" fmla="*/ 20097 h 552660"/>
                <a:gd name="connsiteX1" fmla="*/ 311499 w 311499"/>
                <a:gd name="connsiteY1" fmla="*/ 0 h 552660"/>
                <a:gd name="connsiteX2" fmla="*/ 80387 w 311499"/>
                <a:gd name="connsiteY2" fmla="*/ 552660 h 552660"/>
                <a:gd name="connsiteX3" fmla="*/ 15073 w 311499"/>
                <a:gd name="connsiteY3" fmla="*/ 552660 h 552660"/>
                <a:gd name="connsiteX4" fmla="*/ 0 w 311499"/>
                <a:gd name="connsiteY4" fmla="*/ 20097 h 552660"/>
                <a:gd name="connsiteX0" fmla="*/ 0 w 311499"/>
                <a:gd name="connsiteY0" fmla="*/ 20097 h 552660"/>
                <a:gd name="connsiteX1" fmla="*/ 311499 w 311499"/>
                <a:gd name="connsiteY1" fmla="*/ 0 h 552660"/>
                <a:gd name="connsiteX2" fmla="*/ 80387 w 311499"/>
                <a:gd name="connsiteY2" fmla="*/ 552660 h 552660"/>
                <a:gd name="connsiteX3" fmla="*/ 15073 w 311499"/>
                <a:gd name="connsiteY3" fmla="*/ 552660 h 552660"/>
                <a:gd name="connsiteX4" fmla="*/ 0 w 311499"/>
                <a:gd name="connsiteY4" fmla="*/ 20097 h 552660"/>
                <a:gd name="connsiteX0" fmla="*/ 0 w 311499"/>
                <a:gd name="connsiteY0" fmla="*/ 20097 h 552660"/>
                <a:gd name="connsiteX1" fmla="*/ 311499 w 311499"/>
                <a:gd name="connsiteY1" fmla="*/ 0 h 552660"/>
                <a:gd name="connsiteX2" fmla="*/ 80387 w 311499"/>
                <a:gd name="connsiteY2" fmla="*/ 552660 h 552660"/>
                <a:gd name="connsiteX3" fmla="*/ 15073 w 311499"/>
                <a:gd name="connsiteY3" fmla="*/ 552660 h 552660"/>
                <a:gd name="connsiteX4" fmla="*/ 0 w 311499"/>
                <a:gd name="connsiteY4" fmla="*/ 20097 h 552660"/>
                <a:gd name="connsiteX0" fmla="*/ 0 w 321547"/>
                <a:gd name="connsiteY0" fmla="*/ 0 h 557684"/>
                <a:gd name="connsiteX1" fmla="*/ 321547 w 321547"/>
                <a:gd name="connsiteY1" fmla="*/ 5024 h 557684"/>
                <a:gd name="connsiteX2" fmla="*/ 90435 w 321547"/>
                <a:gd name="connsiteY2" fmla="*/ 557684 h 557684"/>
                <a:gd name="connsiteX3" fmla="*/ 25121 w 321547"/>
                <a:gd name="connsiteY3" fmla="*/ 557684 h 557684"/>
                <a:gd name="connsiteX4" fmla="*/ 0 w 321547"/>
                <a:gd name="connsiteY4" fmla="*/ 0 h 557684"/>
                <a:gd name="connsiteX0" fmla="*/ 0 w 321547"/>
                <a:gd name="connsiteY0" fmla="*/ 0 h 557684"/>
                <a:gd name="connsiteX1" fmla="*/ 321547 w 321547"/>
                <a:gd name="connsiteY1" fmla="*/ 461 h 557684"/>
                <a:gd name="connsiteX2" fmla="*/ 90435 w 321547"/>
                <a:gd name="connsiteY2" fmla="*/ 557684 h 557684"/>
                <a:gd name="connsiteX3" fmla="*/ 25121 w 321547"/>
                <a:gd name="connsiteY3" fmla="*/ 557684 h 557684"/>
                <a:gd name="connsiteX4" fmla="*/ 0 w 321547"/>
                <a:gd name="connsiteY4" fmla="*/ 0 h 557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1547" h="557684">
                  <a:moveTo>
                    <a:pt x="0" y="0"/>
                  </a:moveTo>
                  <a:lnTo>
                    <a:pt x="321547" y="461"/>
                  </a:lnTo>
                  <a:cubicBezTo>
                    <a:pt x="304801" y="239946"/>
                    <a:pt x="117230" y="323222"/>
                    <a:pt x="90435" y="557684"/>
                  </a:cubicBezTo>
                  <a:lnTo>
                    <a:pt x="25121" y="5576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9442319D-564E-42B9-845F-06C86182F906}"/>
                </a:ext>
              </a:extLst>
            </p:cNvPr>
            <p:cNvSpPr/>
            <p:nvPr/>
          </p:nvSpPr>
          <p:spPr>
            <a:xfrm flipH="1">
              <a:off x="2728753" y="3661393"/>
              <a:ext cx="321547" cy="614066"/>
            </a:xfrm>
            <a:custGeom>
              <a:avLst/>
              <a:gdLst>
                <a:gd name="connsiteX0" fmla="*/ 0 w 311499"/>
                <a:gd name="connsiteY0" fmla="*/ 20097 h 552660"/>
                <a:gd name="connsiteX1" fmla="*/ 311499 w 311499"/>
                <a:gd name="connsiteY1" fmla="*/ 0 h 552660"/>
                <a:gd name="connsiteX2" fmla="*/ 80387 w 311499"/>
                <a:gd name="connsiteY2" fmla="*/ 552660 h 552660"/>
                <a:gd name="connsiteX3" fmla="*/ 15073 w 311499"/>
                <a:gd name="connsiteY3" fmla="*/ 552660 h 552660"/>
                <a:gd name="connsiteX4" fmla="*/ 0 w 311499"/>
                <a:gd name="connsiteY4" fmla="*/ 20097 h 552660"/>
                <a:gd name="connsiteX0" fmla="*/ 0 w 311499"/>
                <a:gd name="connsiteY0" fmla="*/ 20097 h 552660"/>
                <a:gd name="connsiteX1" fmla="*/ 311499 w 311499"/>
                <a:gd name="connsiteY1" fmla="*/ 0 h 552660"/>
                <a:gd name="connsiteX2" fmla="*/ 80387 w 311499"/>
                <a:gd name="connsiteY2" fmla="*/ 552660 h 552660"/>
                <a:gd name="connsiteX3" fmla="*/ 15073 w 311499"/>
                <a:gd name="connsiteY3" fmla="*/ 552660 h 552660"/>
                <a:gd name="connsiteX4" fmla="*/ 0 w 311499"/>
                <a:gd name="connsiteY4" fmla="*/ 20097 h 552660"/>
                <a:gd name="connsiteX0" fmla="*/ 0 w 311499"/>
                <a:gd name="connsiteY0" fmla="*/ 20097 h 552660"/>
                <a:gd name="connsiteX1" fmla="*/ 311499 w 311499"/>
                <a:gd name="connsiteY1" fmla="*/ 0 h 552660"/>
                <a:gd name="connsiteX2" fmla="*/ 80387 w 311499"/>
                <a:gd name="connsiteY2" fmla="*/ 552660 h 552660"/>
                <a:gd name="connsiteX3" fmla="*/ 15073 w 311499"/>
                <a:gd name="connsiteY3" fmla="*/ 552660 h 552660"/>
                <a:gd name="connsiteX4" fmla="*/ 0 w 311499"/>
                <a:gd name="connsiteY4" fmla="*/ 20097 h 552660"/>
                <a:gd name="connsiteX0" fmla="*/ 0 w 321547"/>
                <a:gd name="connsiteY0" fmla="*/ 0 h 557684"/>
                <a:gd name="connsiteX1" fmla="*/ 321547 w 321547"/>
                <a:gd name="connsiteY1" fmla="*/ 5024 h 557684"/>
                <a:gd name="connsiteX2" fmla="*/ 90435 w 321547"/>
                <a:gd name="connsiteY2" fmla="*/ 557684 h 557684"/>
                <a:gd name="connsiteX3" fmla="*/ 25121 w 321547"/>
                <a:gd name="connsiteY3" fmla="*/ 557684 h 557684"/>
                <a:gd name="connsiteX4" fmla="*/ 0 w 321547"/>
                <a:gd name="connsiteY4" fmla="*/ 0 h 557684"/>
                <a:gd name="connsiteX0" fmla="*/ 0 w 321547"/>
                <a:gd name="connsiteY0" fmla="*/ 0 h 557684"/>
                <a:gd name="connsiteX1" fmla="*/ 321547 w 321547"/>
                <a:gd name="connsiteY1" fmla="*/ 461 h 557684"/>
                <a:gd name="connsiteX2" fmla="*/ 90435 w 321547"/>
                <a:gd name="connsiteY2" fmla="*/ 557684 h 557684"/>
                <a:gd name="connsiteX3" fmla="*/ 25121 w 321547"/>
                <a:gd name="connsiteY3" fmla="*/ 557684 h 557684"/>
                <a:gd name="connsiteX4" fmla="*/ 0 w 321547"/>
                <a:gd name="connsiteY4" fmla="*/ 0 h 557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1547" h="557684">
                  <a:moveTo>
                    <a:pt x="0" y="0"/>
                  </a:moveTo>
                  <a:lnTo>
                    <a:pt x="321547" y="461"/>
                  </a:lnTo>
                  <a:cubicBezTo>
                    <a:pt x="304801" y="239946"/>
                    <a:pt x="117230" y="323222"/>
                    <a:pt x="90435" y="557684"/>
                  </a:cubicBezTo>
                  <a:lnTo>
                    <a:pt x="25121" y="5576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71BB3594-E3D8-4CE9-BF90-6F76BB038145}"/>
                </a:ext>
              </a:extLst>
            </p:cNvPr>
            <p:cNvSpPr/>
            <p:nvPr/>
          </p:nvSpPr>
          <p:spPr>
            <a:xfrm flipH="1">
              <a:off x="2728753" y="2944666"/>
              <a:ext cx="321547" cy="614066"/>
            </a:xfrm>
            <a:custGeom>
              <a:avLst/>
              <a:gdLst>
                <a:gd name="connsiteX0" fmla="*/ 0 w 311499"/>
                <a:gd name="connsiteY0" fmla="*/ 20097 h 552660"/>
                <a:gd name="connsiteX1" fmla="*/ 311499 w 311499"/>
                <a:gd name="connsiteY1" fmla="*/ 0 h 552660"/>
                <a:gd name="connsiteX2" fmla="*/ 80387 w 311499"/>
                <a:gd name="connsiteY2" fmla="*/ 552660 h 552660"/>
                <a:gd name="connsiteX3" fmla="*/ 15073 w 311499"/>
                <a:gd name="connsiteY3" fmla="*/ 552660 h 552660"/>
                <a:gd name="connsiteX4" fmla="*/ 0 w 311499"/>
                <a:gd name="connsiteY4" fmla="*/ 20097 h 552660"/>
                <a:gd name="connsiteX0" fmla="*/ 0 w 311499"/>
                <a:gd name="connsiteY0" fmla="*/ 20097 h 552660"/>
                <a:gd name="connsiteX1" fmla="*/ 311499 w 311499"/>
                <a:gd name="connsiteY1" fmla="*/ 0 h 552660"/>
                <a:gd name="connsiteX2" fmla="*/ 80387 w 311499"/>
                <a:gd name="connsiteY2" fmla="*/ 552660 h 552660"/>
                <a:gd name="connsiteX3" fmla="*/ 15073 w 311499"/>
                <a:gd name="connsiteY3" fmla="*/ 552660 h 552660"/>
                <a:gd name="connsiteX4" fmla="*/ 0 w 311499"/>
                <a:gd name="connsiteY4" fmla="*/ 20097 h 552660"/>
                <a:gd name="connsiteX0" fmla="*/ 0 w 311499"/>
                <a:gd name="connsiteY0" fmla="*/ 20097 h 552660"/>
                <a:gd name="connsiteX1" fmla="*/ 311499 w 311499"/>
                <a:gd name="connsiteY1" fmla="*/ 0 h 552660"/>
                <a:gd name="connsiteX2" fmla="*/ 80387 w 311499"/>
                <a:gd name="connsiteY2" fmla="*/ 552660 h 552660"/>
                <a:gd name="connsiteX3" fmla="*/ 15073 w 311499"/>
                <a:gd name="connsiteY3" fmla="*/ 552660 h 552660"/>
                <a:gd name="connsiteX4" fmla="*/ 0 w 311499"/>
                <a:gd name="connsiteY4" fmla="*/ 20097 h 552660"/>
                <a:gd name="connsiteX0" fmla="*/ 0 w 321547"/>
                <a:gd name="connsiteY0" fmla="*/ 0 h 557684"/>
                <a:gd name="connsiteX1" fmla="*/ 321547 w 321547"/>
                <a:gd name="connsiteY1" fmla="*/ 5024 h 557684"/>
                <a:gd name="connsiteX2" fmla="*/ 90435 w 321547"/>
                <a:gd name="connsiteY2" fmla="*/ 557684 h 557684"/>
                <a:gd name="connsiteX3" fmla="*/ 25121 w 321547"/>
                <a:gd name="connsiteY3" fmla="*/ 557684 h 557684"/>
                <a:gd name="connsiteX4" fmla="*/ 0 w 321547"/>
                <a:gd name="connsiteY4" fmla="*/ 0 h 557684"/>
                <a:gd name="connsiteX0" fmla="*/ 0 w 321547"/>
                <a:gd name="connsiteY0" fmla="*/ 0 h 557684"/>
                <a:gd name="connsiteX1" fmla="*/ 321547 w 321547"/>
                <a:gd name="connsiteY1" fmla="*/ 461 h 557684"/>
                <a:gd name="connsiteX2" fmla="*/ 90435 w 321547"/>
                <a:gd name="connsiteY2" fmla="*/ 557684 h 557684"/>
                <a:gd name="connsiteX3" fmla="*/ 25121 w 321547"/>
                <a:gd name="connsiteY3" fmla="*/ 557684 h 557684"/>
                <a:gd name="connsiteX4" fmla="*/ 0 w 321547"/>
                <a:gd name="connsiteY4" fmla="*/ 0 h 557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1547" h="557684">
                  <a:moveTo>
                    <a:pt x="0" y="0"/>
                  </a:moveTo>
                  <a:lnTo>
                    <a:pt x="321547" y="461"/>
                  </a:lnTo>
                  <a:cubicBezTo>
                    <a:pt x="304801" y="239946"/>
                    <a:pt x="117230" y="323222"/>
                    <a:pt x="90435" y="557684"/>
                  </a:cubicBezTo>
                  <a:lnTo>
                    <a:pt x="25121" y="5576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16024BB7-5A9B-4D2A-B1BB-A31517330AD9}"/>
                </a:ext>
              </a:extLst>
            </p:cNvPr>
            <p:cNvSpPr/>
            <p:nvPr/>
          </p:nvSpPr>
          <p:spPr>
            <a:xfrm flipH="1">
              <a:off x="2728753" y="2227940"/>
              <a:ext cx="321547" cy="614066"/>
            </a:xfrm>
            <a:custGeom>
              <a:avLst/>
              <a:gdLst>
                <a:gd name="connsiteX0" fmla="*/ 0 w 311499"/>
                <a:gd name="connsiteY0" fmla="*/ 20097 h 552660"/>
                <a:gd name="connsiteX1" fmla="*/ 311499 w 311499"/>
                <a:gd name="connsiteY1" fmla="*/ 0 h 552660"/>
                <a:gd name="connsiteX2" fmla="*/ 80387 w 311499"/>
                <a:gd name="connsiteY2" fmla="*/ 552660 h 552660"/>
                <a:gd name="connsiteX3" fmla="*/ 15073 w 311499"/>
                <a:gd name="connsiteY3" fmla="*/ 552660 h 552660"/>
                <a:gd name="connsiteX4" fmla="*/ 0 w 311499"/>
                <a:gd name="connsiteY4" fmla="*/ 20097 h 552660"/>
                <a:gd name="connsiteX0" fmla="*/ 0 w 311499"/>
                <a:gd name="connsiteY0" fmla="*/ 20097 h 552660"/>
                <a:gd name="connsiteX1" fmla="*/ 311499 w 311499"/>
                <a:gd name="connsiteY1" fmla="*/ 0 h 552660"/>
                <a:gd name="connsiteX2" fmla="*/ 80387 w 311499"/>
                <a:gd name="connsiteY2" fmla="*/ 552660 h 552660"/>
                <a:gd name="connsiteX3" fmla="*/ 15073 w 311499"/>
                <a:gd name="connsiteY3" fmla="*/ 552660 h 552660"/>
                <a:gd name="connsiteX4" fmla="*/ 0 w 311499"/>
                <a:gd name="connsiteY4" fmla="*/ 20097 h 552660"/>
                <a:gd name="connsiteX0" fmla="*/ 0 w 311499"/>
                <a:gd name="connsiteY0" fmla="*/ 20097 h 552660"/>
                <a:gd name="connsiteX1" fmla="*/ 311499 w 311499"/>
                <a:gd name="connsiteY1" fmla="*/ 0 h 552660"/>
                <a:gd name="connsiteX2" fmla="*/ 80387 w 311499"/>
                <a:gd name="connsiteY2" fmla="*/ 552660 h 552660"/>
                <a:gd name="connsiteX3" fmla="*/ 15073 w 311499"/>
                <a:gd name="connsiteY3" fmla="*/ 552660 h 552660"/>
                <a:gd name="connsiteX4" fmla="*/ 0 w 311499"/>
                <a:gd name="connsiteY4" fmla="*/ 20097 h 552660"/>
                <a:gd name="connsiteX0" fmla="*/ 0 w 321547"/>
                <a:gd name="connsiteY0" fmla="*/ 0 h 557684"/>
                <a:gd name="connsiteX1" fmla="*/ 321547 w 321547"/>
                <a:gd name="connsiteY1" fmla="*/ 5024 h 557684"/>
                <a:gd name="connsiteX2" fmla="*/ 90435 w 321547"/>
                <a:gd name="connsiteY2" fmla="*/ 557684 h 557684"/>
                <a:gd name="connsiteX3" fmla="*/ 25121 w 321547"/>
                <a:gd name="connsiteY3" fmla="*/ 557684 h 557684"/>
                <a:gd name="connsiteX4" fmla="*/ 0 w 321547"/>
                <a:gd name="connsiteY4" fmla="*/ 0 h 557684"/>
                <a:gd name="connsiteX0" fmla="*/ 0 w 321547"/>
                <a:gd name="connsiteY0" fmla="*/ 0 h 557684"/>
                <a:gd name="connsiteX1" fmla="*/ 321547 w 321547"/>
                <a:gd name="connsiteY1" fmla="*/ 461 h 557684"/>
                <a:gd name="connsiteX2" fmla="*/ 90435 w 321547"/>
                <a:gd name="connsiteY2" fmla="*/ 557684 h 557684"/>
                <a:gd name="connsiteX3" fmla="*/ 25121 w 321547"/>
                <a:gd name="connsiteY3" fmla="*/ 557684 h 557684"/>
                <a:gd name="connsiteX4" fmla="*/ 0 w 321547"/>
                <a:gd name="connsiteY4" fmla="*/ 0 h 557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1547" h="557684">
                  <a:moveTo>
                    <a:pt x="0" y="0"/>
                  </a:moveTo>
                  <a:lnTo>
                    <a:pt x="321547" y="461"/>
                  </a:lnTo>
                  <a:cubicBezTo>
                    <a:pt x="304801" y="239946"/>
                    <a:pt x="117230" y="323222"/>
                    <a:pt x="90435" y="557684"/>
                  </a:cubicBezTo>
                  <a:lnTo>
                    <a:pt x="25121" y="5576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F0A292E7-DD98-44E2-B39E-6371C47CC6DB}"/>
                </a:ext>
              </a:extLst>
            </p:cNvPr>
            <p:cNvSpPr/>
            <p:nvPr/>
          </p:nvSpPr>
          <p:spPr>
            <a:xfrm>
              <a:off x="3094529" y="2265111"/>
              <a:ext cx="584815" cy="584815"/>
            </a:xfrm>
            <a:prstGeom prst="ellipse">
              <a:avLst/>
            </a:prstGeom>
            <a:solidFill>
              <a:srgbClr val="FF6565"/>
            </a:solidFill>
            <a:ln>
              <a:noFill/>
            </a:ln>
            <a:effectLst/>
            <a:scene3d>
              <a:camera prst="orthographicFront"/>
              <a:lightRig rig="balanced" dir="t"/>
            </a:scene3d>
            <a:sp3d contourW="12700" prstMaterial="plastic">
              <a:bevelT w="285750" h="88900"/>
              <a:bevelB w="0" h="0"/>
              <a:contourClr>
                <a:srgbClr val="C00000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23" name="Freeform: Shape 122">
            <a:extLst>
              <a:ext uri="{FF2B5EF4-FFF2-40B4-BE49-F238E27FC236}">
                <a16:creationId xmlns:a16="http://schemas.microsoft.com/office/drawing/2014/main" id="{22B84484-E4CF-4355-A0E4-EF8C8E593B4D}"/>
              </a:ext>
            </a:extLst>
          </p:cNvPr>
          <p:cNvSpPr/>
          <p:nvPr/>
        </p:nvSpPr>
        <p:spPr>
          <a:xfrm rot="10800000" flipH="1">
            <a:off x="7155444" y="3240026"/>
            <a:ext cx="658514" cy="329089"/>
          </a:xfrm>
          <a:custGeom>
            <a:avLst/>
            <a:gdLst>
              <a:gd name="connsiteX0" fmla="*/ 0 w 658514"/>
              <a:gd name="connsiteY0" fmla="*/ 329089 h 329089"/>
              <a:gd name="connsiteX1" fmla="*/ 658514 w 658514"/>
              <a:gd name="connsiteY1" fmla="*/ 329089 h 329089"/>
              <a:gd name="connsiteX2" fmla="*/ 658514 w 658514"/>
              <a:gd name="connsiteY2" fmla="*/ 146355 h 329089"/>
              <a:gd name="connsiteX3" fmla="*/ 658514 w 658514"/>
              <a:gd name="connsiteY3" fmla="*/ 0 h 329089"/>
              <a:gd name="connsiteX4" fmla="*/ 421962 w 658514"/>
              <a:gd name="connsiteY4" fmla="*/ 0 h 329089"/>
              <a:gd name="connsiteX5" fmla="*/ 421962 w 658514"/>
              <a:gd name="connsiteY5" fmla="*/ 92537 h 329089"/>
              <a:gd name="connsiteX6" fmla="*/ 0 w 658514"/>
              <a:gd name="connsiteY6" fmla="*/ 92537 h 329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58514" h="329089">
                <a:moveTo>
                  <a:pt x="0" y="329089"/>
                </a:moveTo>
                <a:lnTo>
                  <a:pt x="658514" y="329089"/>
                </a:lnTo>
                <a:lnTo>
                  <a:pt x="658514" y="146355"/>
                </a:lnTo>
                <a:lnTo>
                  <a:pt x="658514" y="0"/>
                </a:lnTo>
                <a:lnTo>
                  <a:pt x="421962" y="0"/>
                </a:lnTo>
                <a:lnTo>
                  <a:pt x="421962" y="92537"/>
                </a:lnTo>
                <a:lnTo>
                  <a:pt x="0" y="9253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27" name="Arrow: Bent-Up 26">
            <a:extLst>
              <a:ext uri="{FF2B5EF4-FFF2-40B4-BE49-F238E27FC236}">
                <a16:creationId xmlns:a16="http://schemas.microsoft.com/office/drawing/2014/main" id="{9B5079C5-BB34-4B2B-A2A1-1A8702B31D61}"/>
              </a:ext>
            </a:extLst>
          </p:cNvPr>
          <p:cNvSpPr/>
          <p:nvPr/>
        </p:nvSpPr>
        <p:spPr>
          <a:xfrm rot="10800000" flipH="1">
            <a:off x="4898797" y="1042519"/>
            <a:ext cx="720317" cy="820056"/>
          </a:xfrm>
          <a:prstGeom prst="bentUpArrow">
            <a:avLst>
              <a:gd name="adj1" fmla="val 32840"/>
              <a:gd name="adj2" fmla="val 25000"/>
              <a:gd name="adj3" fmla="val 35780"/>
            </a:avLst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28" name="Arrow: Bent-Up 27">
            <a:extLst>
              <a:ext uri="{FF2B5EF4-FFF2-40B4-BE49-F238E27FC236}">
                <a16:creationId xmlns:a16="http://schemas.microsoft.com/office/drawing/2014/main" id="{D3E5E9DC-E885-454C-B67E-D279796A3EE4}"/>
              </a:ext>
            </a:extLst>
          </p:cNvPr>
          <p:cNvSpPr/>
          <p:nvPr/>
        </p:nvSpPr>
        <p:spPr>
          <a:xfrm rot="10800000" flipH="1">
            <a:off x="6017759" y="2172043"/>
            <a:ext cx="720317" cy="820056"/>
          </a:xfrm>
          <a:prstGeom prst="bentUpArrow">
            <a:avLst>
              <a:gd name="adj1" fmla="val 32840"/>
              <a:gd name="adj2" fmla="val 25000"/>
              <a:gd name="adj3" fmla="val 35780"/>
            </a:avLst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7C005BD-EDE5-40B1-A15A-A0CE7FD4BDD8}"/>
              </a:ext>
            </a:extLst>
          </p:cNvPr>
          <p:cNvGrpSpPr/>
          <p:nvPr/>
        </p:nvGrpSpPr>
        <p:grpSpPr>
          <a:xfrm>
            <a:off x="3727647" y="701512"/>
            <a:ext cx="1212590" cy="848774"/>
            <a:chOff x="665565" y="29193"/>
            <a:chExt cx="1212590" cy="848774"/>
          </a:xfrm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9B24D497-89F5-4020-AD06-A50EE602FB2E}"/>
                </a:ext>
              </a:extLst>
            </p:cNvPr>
            <p:cNvSpPr/>
            <p:nvPr/>
          </p:nvSpPr>
          <p:spPr>
            <a:xfrm>
              <a:off x="665565" y="29193"/>
              <a:ext cx="1212590" cy="848774"/>
            </a:xfrm>
            <a:prstGeom prst="roundRect">
              <a:avLst>
                <a:gd name="adj" fmla="val 1667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: Rounded Corners 4">
              <a:extLst>
                <a:ext uri="{FF2B5EF4-FFF2-40B4-BE49-F238E27FC236}">
                  <a16:creationId xmlns:a16="http://schemas.microsoft.com/office/drawing/2014/main" id="{5BDACE85-9A53-4969-AA55-ECFDE1308525}"/>
                </a:ext>
              </a:extLst>
            </p:cNvPr>
            <p:cNvSpPr txBox="1"/>
            <p:nvPr/>
          </p:nvSpPr>
          <p:spPr>
            <a:xfrm>
              <a:off x="707006" y="70634"/>
              <a:ext cx="1129708" cy="76589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5720" tIns="45720" rIns="45720" bIns="45720" numCol="1" spcCol="1270" anchor="ctr" anchorCtr="0">
              <a:noAutofit/>
            </a:bodyPr>
            <a:lstStyle/>
            <a:p>
              <a:pPr marL="0" lvl="0" indent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400" kern="1200" dirty="0">
                  <a:solidFill>
                    <a:schemeClr val="tx1"/>
                  </a:solidFill>
                </a:rPr>
                <a:t>Set Value goal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F123CEF-3FD5-4B43-868F-C9D194D1CF41}"/>
              </a:ext>
            </a:extLst>
          </p:cNvPr>
          <p:cNvGrpSpPr/>
          <p:nvPr/>
        </p:nvGrpSpPr>
        <p:grpSpPr>
          <a:xfrm>
            <a:off x="4846610" y="1831036"/>
            <a:ext cx="1212590" cy="848774"/>
            <a:chOff x="1670932" y="982647"/>
            <a:chExt cx="1212590" cy="848774"/>
          </a:xfrm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4A8E064D-9918-4641-859C-C3EE846D5125}"/>
                </a:ext>
              </a:extLst>
            </p:cNvPr>
            <p:cNvSpPr/>
            <p:nvPr/>
          </p:nvSpPr>
          <p:spPr>
            <a:xfrm>
              <a:off x="1670932" y="982647"/>
              <a:ext cx="1212590" cy="848774"/>
            </a:xfrm>
            <a:prstGeom prst="roundRect">
              <a:avLst>
                <a:gd name="adj" fmla="val 1667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Rectangle: Rounded Corners 6">
              <a:extLst>
                <a:ext uri="{FF2B5EF4-FFF2-40B4-BE49-F238E27FC236}">
                  <a16:creationId xmlns:a16="http://schemas.microsoft.com/office/drawing/2014/main" id="{20B0E689-7B78-45AC-BE5E-3FCCA876A964}"/>
                </a:ext>
              </a:extLst>
            </p:cNvPr>
            <p:cNvSpPr txBox="1"/>
            <p:nvPr/>
          </p:nvSpPr>
          <p:spPr>
            <a:xfrm>
              <a:off x="1712373" y="1024088"/>
              <a:ext cx="1129708" cy="76589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5720" tIns="45720" rIns="45720" bIns="45720" numCol="1" spcCol="1270" anchor="ctr" anchorCtr="0">
              <a:noAutofit/>
            </a:bodyPr>
            <a:lstStyle/>
            <a:p>
              <a:pPr marL="0" lvl="0" indent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400" kern="1200">
                  <a:solidFill>
                    <a:schemeClr val="tx1"/>
                  </a:solidFill>
                </a:rPr>
                <a:t>Estimate effort to achieve goal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CA371B6-C8CF-4167-999F-11872C0182B6}"/>
              </a:ext>
            </a:extLst>
          </p:cNvPr>
          <p:cNvGrpSpPr/>
          <p:nvPr/>
        </p:nvGrpSpPr>
        <p:grpSpPr>
          <a:xfrm>
            <a:off x="5954214" y="2983281"/>
            <a:ext cx="1212590" cy="848774"/>
            <a:chOff x="2676298" y="1936100"/>
            <a:chExt cx="1212590" cy="848774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FA106732-B11B-430A-98F2-9742D75D4F5B}"/>
                </a:ext>
              </a:extLst>
            </p:cNvPr>
            <p:cNvSpPr/>
            <p:nvPr/>
          </p:nvSpPr>
          <p:spPr>
            <a:xfrm>
              <a:off x="2676298" y="1936100"/>
              <a:ext cx="1212590" cy="848774"/>
            </a:xfrm>
            <a:prstGeom prst="roundRect">
              <a:avLst>
                <a:gd name="adj" fmla="val 1667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Rectangle: Rounded Corners 8">
              <a:extLst>
                <a:ext uri="{FF2B5EF4-FFF2-40B4-BE49-F238E27FC236}">
                  <a16:creationId xmlns:a16="http://schemas.microsoft.com/office/drawing/2014/main" id="{EDE1EFA7-53EC-4ABB-B501-5A17E94DB7D7}"/>
                </a:ext>
              </a:extLst>
            </p:cNvPr>
            <p:cNvSpPr txBox="1"/>
            <p:nvPr/>
          </p:nvSpPr>
          <p:spPr>
            <a:xfrm>
              <a:off x="2717739" y="1977541"/>
              <a:ext cx="1129708" cy="76589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5720" tIns="45720" rIns="45720" bIns="45720" numCol="1" spcCol="1270" anchor="ctr" anchorCtr="0">
              <a:noAutofit/>
            </a:bodyPr>
            <a:lstStyle/>
            <a:p>
              <a:pPr marL="0" lvl="0" indent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400" kern="1200" dirty="0">
                  <a:solidFill>
                    <a:schemeClr val="tx1"/>
                  </a:solidFill>
                </a:rPr>
                <a:t>Identify Set of Work</a:t>
              </a:r>
            </a:p>
          </p:txBody>
        </p:sp>
      </p:grpSp>
      <p:sp>
        <p:nvSpPr>
          <p:cNvPr id="32" name="Flowchart: Decision 31">
            <a:extLst>
              <a:ext uri="{FF2B5EF4-FFF2-40B4-BE49-F238E27FC236}">
                <a16:creationId xmlns:a16="http://schemas.microsoft.com/office/drawing/2014/main" id="{B3A53F1E-22E2-4797-B28C-5981D7E6459A}"/>
              </a:ext>
            </a:extLst>
          </p:cNvPr>
          <p:cNvSpPr/>
          <p:nvPr/>
        </p:nvSpPr>
        <p:spPr>
          <a:xfrm>
            <a:off x="6849483" y="5470110"/>
            <a:ext cx="1698171" cy="848774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7F870BF-522F-4E75-9FDE-01C9E239D96E}"/>
              </a:ext>
            </a:extLst>
          </p:cNvPr>
          <p:cNvSpPr/>
          <p:nvPr/>
        </p:nvSpPr>
        <p:spPr>
          <a:xfrm>
            <a:off x="7079059" y="5655678"/>
            <a:ext cx="1267365" cy="480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400" dirty="0"/>
              <a:t>Rationalized</a:t>
            </a:r>
            <a:r>
              <a:rPr lang="en-US" sz="1200" dirty="0"/>
              <a:t> </a:t>
            </a:r>
            <a:r>
              <a:rPr lang="en-US" sz="1400" dirty="0"/>
              <a:t>to resources?</a:t>
            </a:r>
            <a:endParaRPr lang="en-US" sz="1200" dirty="0"/>
          </a:p>
        </p:txBody>
      </p:sp>
      <p:cxnSp>
        <p:nvCxnSpPr>
          <p:cNvPr id="36" name="Connector: Curved 35">
            <a:extLst>
              <a:ext uri="{FF2B5EF4-FFF2-40B4-BE49-F238E27FC236}">
                <a16:creationId xmlns:a16="http://schemas.microsoft.com/office/drawing/2014/main" id="{88DCF722-F13C-477F-A1CA-5BB574D34850}"/>
              </a:ext>
            </a:extLst>
          </p:cNvPr>
          <p:cNvCxnSpPr>
            <a:cxnSpLocks/>
            <a:stCxn id="32" idx="1"/>
            <a:endCxn id="21" idx="2"/>
          </p:cNvCxnSpPr>
          <p:nvPr/>
        </p:nvCxnSpPr>
        <p:spPr>
          <a:xfrm rot="10800000">
            <a:off x="6560509" y="3832055"/>
            <a:ext cx="288974" cy="2062442"/>
          </a:xfrm>
          <a:prstGeom prst="curvedConnector2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: Curved 38">
            <a:extLst>
              <a:ext uri="{FF2B5EF4-FFF2-40B4-BE49-F238E27FC236}">
                <a16:creationId xmlns:a16="http://schemas.microsoft.com/office/drawing/2014/main" id="{141AC085-EF53-47FE-A3D3-00D564D0CB7D}"/>
              </a:ext>
            </a:extLst>
          </p:cNvPr>
          <p:cNvCxnSpPr>
            <a:cxnSpLocks/>
            <a:stCxn id="32" idx="1"/>
            <a:endCxn id="23" idx="2"/>
          </p:cNvCxnSpPr>
          <p:nvPr/>
        </p:nvCxnSpPr>
        <p:spPr>
          <a:xfrm rot="10800000">
            <a:off x="5452905" y="2679811"/>
            <a:ext cx="1396578" cy="3214687"/>
          </a:xfrm>
          <a:prstGeom prst="curvedConnector2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: Curved 41">
            <a:extLst>
              <a:ext uri="{FF2B5EF4-FFF2-40B4-BE49-F238E27FC236}">
                <a16:creationId xmlns:a16="http://schemas.microsoft.com/office/drawing/2014/main" id="{DE9B7763-6065-4DE8-BAAE-79C11E39D7A5}"/>
              </a:ext>
            </a:extLst>
          </p:cNvPr>
          <p:cNvCxnSpPr>
            <a:cxnSpLocks/>
            <a:stCxn id="32" idx="1"/>
            <a:endCxn id="25" idx="2"/>
          </p:cNvCxnSpPr>
          <p:nvPr/>
        </p:nvCxnSpPr>
        <p:spPr>
          <a:xfrm rot="10800000">
            <a:off x="4333943" y="1550287"/>
            <a:ext cx="2515541" cy="4344211"/>
          </a:xfrm>
          <a:prstGeom prst="curvedConnector2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Oval 50">
            <a:extLst>
              <a:ext uri="{FF2B5EF4-FFF2-40B4-BE49-F238E27FC236}">
                <a16:creationId xmlns:a16="http://schemas.microsoft.com/office/drawing/2014/main" id="{DA1001C8-8E86-45CC-B9D6-88121CB75F90}"/>
              </a:ext>
            </a:extLst>
          </p:cNvPr>
          <p:cNvSpPr/>
          <p:nvPr/>
        </p:nvSpPr>
        <p:spPr>
          <a:xfrm>
            <a:off x="9085762" y="5476181"/>
            <a:ext cx="927204" cy="92720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Go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480D744-AE9D-4763-93E8-762E7E2CF0F5}"/>
              </a:ext>
            </a:extLst>
          </p:cNvPr>
          <p:cNvSpPr txBox="1"/>
          <p:nvPr/>
        </p:nvSpPr>
        <p:spPr>
          <a:xfrm>
            <a:off x="3859595" y="1831036"/>
            <a:ext cx="927204" cy="5232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Reduce goal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C0CD310-7579-4530-B378-EC4DB87627D6}"/>
              </a:ext>
            </a:extLst>
          </p:cNvPr>
          <p:cNvSpPr txBox="1"/>
          <p:nvPr/>
        </p:nvSpPr>
        <p:spPr>
          <a:xfrm>
            <a:off x="6108035" y="4032587"/>
            <a:ext cx="1047409" cy="7386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Increase value of</a:t>
            </a:r>
          </a:p>
          <a:p>
            <a:pPr algn="ctr"/>
            <a:r>
              <a:rPr lang="en-US" sz="1400" dirty="0"/>
              <a:t>work</a:t>
            </a:r>
          </a:p>
        </p:txBody>
      </p:sp>
      <p:sp>
        <p:nvSpPr>
          <p:cNvPr id="63" name="Arrow: Down 62">
            <a:extLst>
              <a:ext uri="{FF2B5EF4-FFF2-40B4-BE49-F238E27FC236}">
                <a16:creationId xmlns:a16="http://schemas.microsoft.com/office/drawing/2014/main" id="{D8CD9C20-4A78-47D3-87AF-0A3EBDC2C125}"/>
              </a:ext>
            </a:extLst>
          </p:cNvPr>
          <p:cNvSpPr/>
          <p:nvPr/>
        </p:nvSpPr>
        <p:spPr>
          <a:xfrm rot="16200000">
            <a:off x="3155917" y="701512"/>
            <a:ext cx="338328" cy="848774"/>
          </a:xfrm>
          <a:prstGeom prst="downArrow">
            <a:avLst>
              <a:gd name="adj1" fmla="val 62879"/>
              <a:gd name="adj2" fmla="val 68138"/>
            </a:avLst>
          </a:prstGeom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B6A57FB8-A986-4671-A152-7C26349F422A}"/>
              </a:ext>
            </a:extLst>
          </p:cNvPr>
          <p:cNvSpPr/>
          <p:nvPr/>
        </p:nvSpPr>
        <p:spPr>
          <a:xfrm>
            <a:off x="2397876" y="662297"/>
            <a:ext cx="927204" cy="92720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Ready?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761E49FA-6B84-4DFD-B4D0-A24867C1F1E6}"/>
              </a:ext>
            </a:extLst>
          </p:cNvPr>
          <p:cNvSpPr txBox="1"/>
          <p:nvPr/>
        </p:nvSpPr>
        <p:spPr>
          <a:xfrm>
            <a:off x="4858424" y="2854579"/>
            <a:ext cx="1019924" cy="5232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Increase resources</a:t>
            </a:r>
          </a:p>
        </p:txBody>
      </p:sp>
      <p:sp>
        <p:nvSpPr>
          <p:cNvPr id="127" name="Freeform: Shape 126">
            <a:extLst>
              <a:ext uri="{FF2B5EF4-FFF2-40B4-BE49-F238E27FC236}">
                <a16:creationId xmlns:a16="http://schemas.microsoft.com/office/drawing/2014/main" id="{DC783F11-A215-4BDF-B673-F4F0326AA295}"/>
              </a:ext>
            </a:extLst>
          </p:cNvPr>
          <p:cNvSpPr/>
          <p:nvPr/>
        </p:nvSpPr>
        <p:spPr>
          <a:xfrm rot="10800000" flipH="1">
            <a:off x="7517277" y="5060609"/>
            <a:ext cx="360158" cy="409501"/>
          </a:xfrm>
          <a:custGeom>
            <a:avLst/>
            <a:gdLst>
              <a:gd name="connsiteX0" fmla="*/ 60936 w 360158"/>
              <a:gd name="connsiteY0" fmla="*/ 409501 h 409501"/>
              <a:gd name="connsiteX1" fmla="*/ 297488 w 360158"/>
              <a:gd name="connsiteY1" fmla="*/ 409501 h 409501"/>
              <a:gd name="connsiteX2" fmla="*/ 297488 w 360158"/>
              <a:gd name="connsiteY2" fmla="*/ 312561 h 409501"/>
              <a:gd name="connsiteX3" fmla="*/ 298355 w 360158"/>
              <a:gd name="connsiteY3" fmla="*/ 312561 h 409501"/>
              <a:gd name="connsiteX4" fmla="*/ 298355 w 360158"/>
              <a:gd name="connsiteY4" fmla="*/ 257729 h 409501"/>
              <a:gd name="connsiteX5" fmla="*/ 360158 w 360158"/>
              <a:gd name="connsiteY5" fmla="*/ 257729 h 409501"/>
              <a:gd name="connsiteX6" fmla="*/ 180079 w 360158"/>
              <a:gd name="connsiteY6" fmla="*/ 0 h 409501"/>
              <a:gd name="connsiteX7" fmla="*/ 0 w 360158"/>
              <a:gd name="connsiteY7" fmla="*/ 257729 h 409501"/>
              <a:gd name="connsiteX8" fmla="*/ 61803 w 360158"/>
              <a:gd name="connsiteY8" fmla="*/ 257729 h 409501"/>
              <a:gd name="connsiteX9" fmla="*/ 61803 w 360158"/>
              <a:gd name="connsiteY9" fmla="*/ 277682 h 409501"/>
              <a:gd name="connsiteX10" fmla="*/ 60936 w 360158"/>
              <a:gd name="connsiteY10" fmla="*/ 277682 h 4095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60158" h="409501">
                <a:moveTo>
                  <a:pt x="60936" y="409501"/>
                </a:moveTo>
                <a:lnTo>
                  <a:pt x="297488" y="409501"/>
                </a:lnTo>
                <a:lnTo>
                  <a:pt x="297488" y="312561"/>
                </a:lnTo>
                <a:lnTo>
                  <a:pt x="298355" y="312561"/>
                </a:lnTo>
                <a:lnTo>
                  <a:pt x="298355" y="257729"/>
                </a:lnTo>
                <a:lnTo>
                  <a:pt x="360158" y="257729"/>
                </a:lnTo>
                <a:lnTo>
                  <a:pt x="180079" y="0"/>
                </a:lnTo>
                <a:lnTo>
                  <a:pt x="0" y="257729"/>
                </a:lnTo>
                <a:lnTo>
                  <a:pt x="61803" y="257729"/>
                </a:lnTo>
                <a:lnTo>
                  <a:pt x="61803" y="277682"/>
                </a:lnTo>
                <a:lnTo>
                  <a:pt x="60936" y="277682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129" name="Freeform: Shape 128">
            <a:extLst>
              <a:ext uri="{FF2B5EF4-FFF2-40B4-BE49-F238E27FC236}">
                <a16:creationId xmlns:a16="http://schemas.microsoft.com/office/drawing/2014/main" id="{217A3A9E-6DAC-4062-BA98-20A604C91CFF}"/>
              </a:ext>
            </a:extLst>
          </p:cNvPr>
          <p:cNvSpPr/>
          <p:nvPr/>
        </p:nvSpPr>
        <p:spPr>
          <a:xfrm rot="10800000" flipH="1">
            <a:off x="7577730" y="3535590"/>
            <a:ext cx="237419" cy="1566150"/>
          </a:xfrm>
          <a:custGeom>
            <a:avLst/>
            <a:gdLst>
              <a:gd name="connsiteX0" fmla="*/ 0 w 237419"/>
              <a:gd name="connsiteY0" fmla="*/ 548926 h 548926"/>
              <a:gd name="connsiteX1" fmla="*/ 236552 w 237419"/>
              <a:gd name="connsiteY1" fmla="*/ 548926 h 548926"/>
              <a:gd name="connsiteX2" fmla="*/ 236552 w 237419"/>
              <a:gd name="connsiteY2" fmla="*/ 8950 h 548926"/>
              <a:gd name="connsiteX3" fmla="*/ 237419 w 237419"/>
              <a:gd name="connsiteY3" fmla="*/ 8950 h 548926"/>
              <a:gd name="connsiteX4" fmla="*/ 237419 w 237419"/>
              <a:gd name="connsiteY4" fmla="*/ 0 h 548926"/>
              <a:gd name="connsiteX5" fmla="*/ 0 w 237419"/>
              <a:gd name="connsiteY5" fmla="*/ 0 h 5489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7419" h="548926">
                <a:moveTo>
                  <a:pt x="0" y="548926"/>
                </a:moveTo>
                <a:lnTo>
                  <a:pt x="236552" y="548926"/>
                </a:lnTo>
                <a:lnTo>
                  <a:pt x="236552" y="8950"/>
                </a:lnTo>
                <a:lnTo>
                  <a:pt x="237419" y="8950"/>
                </a:lnTo>
                <a:lnTo>
                  <a:pt x="237419" y="0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2263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Arrow: Up-Down 37">
            <a:extLst>
              <a:ext uri="{FF2B5EF4-FFF2-40B4-BE49-F238E27FC236}">
                <a16:creationId xmlns:a16="http://schemas.microsoft.com/office/drawing/2014/main" id="{6CA22535-AEA8-45B1-A8E4-0ADB49406CAE}"/>
              </a:ext>
            </a:extLst>
          </p:cNvPr>
          <p:cNvSpPr/>
          <p:nvPr/>
        </p:nvSpPr>
        <p:spPr>
          <a:xfrm>
            <a:off x="5166237" y="992440"/>
            <a:ext cx="1390089" cy="4781176"/>
          </a:xfrm>
          <a:prstGeom prst="upDownArrow">
            <a:avLst>
              <a:gd name="adj1" fmla="val 50000"/>
              <a:gd name="adj2" fmla="val 27511"/>
            </a:avLst>
          </a:prstGeom>
          <a:solidFill>
            <a:schemeClr val="bg1">
              <a:lumMod val="5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en-US" sz="1412" dirty="0">
              <a:solidFill>
                <a:schemeClr val="tx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AF5648D-BAC4-4373-8DA9-2B335D920019}"/>
              </a:ext>
            </a:extLst>
          </p:cNvPr>
          <p:cNvSpPr/>
          <p:nvPr/>
        </p:nvSpPr>
        <p:spPr>
          <a:xfrm>
            <a:off x="1141465" y="2786066"/>
            <a:ext cx="1501780" cy="4535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12" dirty="0">
                <a:solidFill>
                  <a:schemeClr val="tx1"/>
                </a:solidFill>
              </a:rPr>
              <a:t>Task 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168A5BA-821D-472A-AB59-139E4490E0B5}"/>
              </a:ext>
            </a:extLst>
          </p:cNvPr>
          <p:cNvSpPr/>
          <p:nvPr/>
        </p:nvSpPr>
        <p:spPr>
          <a:xfrm>
            <a:off x="361027" y="1598382"/>
            <a:ext cx="1501780" cy="4535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12" dirty="0">
                <a:solidFill>
                  <a:schemeClr val="tx1"/>
                </a:solidFill>
              </a:rPr>
              <a:t>Task C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B6016C-20E3-4380-A98B-BA080B4010B1}"/>
              </a:ext>
            </a:extLst>
          </p:cNvPr>
          <p:cNvSpPr/>
          <p:nvPr/>
        </p:nvSpPr>
        <p:spPr>
          <a:xfrm>
            <a:off x="2183561" y="1596215"/>
            <a:ext cx="1501780" cy="4535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12" dirty="0">
                <a:solidFill>
                  <a:schemeClr val="tx1"/>
                </a:solidFill>
              </a:rPr>
              <a:t>Task B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F2D517B-9036-4BFF-BEC8-0CCE37752637}"/>
              </a:ext>
            </a:extLst>
          </p:cNvPr>
          <p:cNvSpPr/>
          <p:nvPr/>
        </p:nvSpPr>
        <p:spPr>
          <a:xfrm>
            <a:off x="1162732" y="4840368"/>
            <a:ext cx="1501780" cy="4535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12" dirty="0">
                <a:solidFill>
                  <a:schemeClr val="tx1"/>
                </a:solidFill>
              </a:rPr>
              <a:t>Task 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47D16B2-D472-41DE-AFB4-DBFB0E10A0A6}"/>
              </a:ext>
            </a:extLst>
          </p:cNvPr>
          <p:cNvSpPr/>
          <p:nvPr/>
        </p:nvSpPr>
        <p:spPr>
          <a:xfrm>
            <a:off x="2196938" y="4263325"/>
            <a:ext cx="1501780" cy="4535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12" dirty="0">
                <a:solidFill>
                  <a:schemeClr val="tx1"/>
                </a:solidFill>
              </a:rPr>
              <a:t>Task F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416438F-974B-431F-8AB2-C5F32D4BD056}"/>
              </a:ext>
            </a:extLst>
          </p:cNvPr>
          <p:cNvSpPr/>
          <p:nvPr/>
        </p:nvSpPr>
        <p:spPr>
          <a:xfrm>
            <a:off x="260089" y="4318542"/>
            <a:ext cx="1501780" cy="4535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12" dirty="0">
                <a:solidFill>
                  <a:schemeClr val="tx1"/>
                </a:solidFill>
              </a:rPr>
              <a:t>Task 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2E1C04-B95E-4A0D-90D3-FAD0A7905BCA}"/>
              </a:ext>
            </a:extLst>
          </p:cNvPr>
          <p:cNvSpPr/>
          <p:nvPr/>
        </p:nvSpPr>
        <p:spPr>
          <a:xfrm>
            <a:off x="5096556" y="1588552"/>
            <a:ext cx="1501780" cy="4535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12" dirty="0">
                <a:solidFill>
                  <a:schemeClr val="tx1"/>
                </a:solidFill>
              </a:rPr>
              <a:t>Task A</a:t>
            </a:r>
          </a:p>
          <a:p>
            <a:pPr algn="ctr"/>
            <a:r>
              <a:rPr lang="en-US" sz="1412" dirty="0">
                <a:solidFill>
                  <a:schemeClr val="tx1"/>
                </a:solidFill>
              </a:rPr>
              <a:t>Priority 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D94199C-F861-4F41-A1AC-4AEEC1B26F99}"/>
              </a:ext>
            </a:extLst>
          </p:cNvPr>
          <p:cNvSpPr/>
          <p:nvPr/>
        </p:nvSpPr>
        <p:spPr>
          <a:xfrm>
            <a:off x="5096556" y="4680999"/>
            <a:ext cx="1501780" cy="4535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12" dirty="0">
                <a:solidFill>
                  <a:schemeClr val="tx1"/>
                </a:solidFill>
              </a:rPr>
              <a:t>Task C</a:t>
            </a:r>
          </a:p>
          <a:p>
            <a:pPr algn="ctr"/>
            <a:r>
              <a:rPr lang="en-US" sz="1412" dirty="0">
                <a:solidFill>
                  <a:schemeClr val="tx1"/>
                </a:solidFill>
              </a:rPr>
              <a:t>Priority 6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B1A9BCE-B960-477F-B128-FC75FBD98AF8}"/>
              </a:ext>
            </a:extLst>
          </p:cNvPr>
          <p:cNvSpPr/>
          <p:nvPr/>
        </p:nvSpPr>
        <p:spPr>
          <a:xfrm>
            <a:off x="5096556" y="2825531"/>
            <a:ext cx="1501780" cy="4535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12" dirty="0">
                <a:solidFill>
                  <a:schemeClr val="tx1"/>
                </a:solidFill>
              </a:rPr>
              <a:t>Task B</a:t>
            </a:r>
          </a:p>
          <a:p>
            <a:pPr algn="ctr"/>
            <a:r>
              <a:rPr lang="en-US" sz="1412" dirty="0">
                <a:solidFill>
                  <a:schemeClr val="tx1"/>
                </a:solidFill>
              </a:rPr>
              <a:t>Priority 3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0904199-6941-435C-9DB6-F22108789BC5}"/>
              </a:ext>
            </a:extLst>
          </p:cNvPr>
          <p:cNvSpPr/>
          <p:nvPr/>
        </p:nvSpPr>
        <p:spPr>
          <a:xfrm>
            <a:off x="5096556" y="3444020"/>
            <a:ext cx="1501780" cy="4535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12" dirty="0">
                <a:solidFill>
                  <a:schemeClr val="tx1"/>
                </a:solidFill>
              </a:rPr>
              <a:t>Task E</a:t>
            </a:r>
          </a:p>
          <a:p>
            <a:pPr algn="ctr"/>
            <a:r>
              <a:rPr lang="en-US" sz="1412" dirty="0">
                <a:solidFill>
                  <a:schemeClr val="tx1"/>
                </a:solidFill>
              </a:rPr>
              <a:t>Priority 4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399A640-0B23-4699-AEE4-BB7CC6D39785}"/>
              </a:ext>
            </a:extLst>
          </p:cNvPr>
          <p:cNvSpPr/>
          <p:nvPr/>
        </p:nvSpPr>
        <p:spPr>
          <a:xfrm>
            <a:off x="5096556" y="4062510"/>
            <a:ext cx="1501780" cy="4535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12" dirty="0">
                <a:solidFill>
                  <a:schemeClr val="tx1"/>
                </a:solidFill>
              </a:rPr>
              <a:t>Task F</a:t>
            </a:r>
          </a:p>
          <a:p>
            <a:pPr algn="ctr"/>
            <a:r>
              <a:rPr lang="en-US" sz="1412" dirty="0">
                <a:solidFill>
                  <a:schemeClr val="tx1"/>
                </a:solidFill>
              </a:rPr>
              <a:t>Priority 5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73518AC-02CE-4D4C-87C1-1736ECCEA4F6}"/>
              </a:ext>
            </a:extLst>
          </p:cNvPr>
          <p:cNvSpPr/>
          <p:nvPr/>
        </p:nvSpPr>
        <p:spPr>
          <a:xfrm>
            <a:off x="5096556" y="2207041"/>
            <a:ext cx="1501780" cy="4535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12" dirty="0">
                <a:solidFill>
                  <a:schemeClr val="tx1"/>
                </a:solidFill>
              </a:rPr>
              <a:t>Task D</a:t>
            </a:r>
          </a:p>
          <a:p>
            <a:pPr algn="ctr"/>
            <a:r>
              <a:rPr lang="en-US" sz="1412" dirty="0">
                <a:solidFill>
                  <a:schemeClr val="tx1"/>
                </a:solidFill>
              </a:rPr>
              <a:t>Priority 2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4A2ACD7-C085-49C2-BC15-C7A17D35F2A4}"/>
              </a:ext>
            </a:extLst>
          </p:cNvPr>
          <p:cNvCxnSpPr/>
          <p:nvPr/>
        </p:nvCxnSpPr>
        <p:spPr>
          <a:xfrm>
            <a:off x="3800422" y="468349"/>
            <a:ext cx="0" cy="5921303"/>
          </a:xfrm>
          <a:prstGeom prst="line">
            <a:avLst/>
          </a:prstGeom>
          <a:ln>
            <a:prstDash val="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F9D910C-FDDC-4E17-9C99-23894EAB2536}"/>
              </a:ext>
            </a:extLst>
          </p:cNvPr>
          <p:cNvSpPr txBox="1"/>
          <p:nvPr/>
        </p:nvSpPr>
        <p:spPr>
          <a:xfrm>
            <a:off x="1161963" y="6075839"/>
            <a:ext cx="1901483" cy="5752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569" dirty="0"/>
              <a:t>Step 1:</a:t>
            </a:r>
          </a:p>
          <a:p>
            <a:pPr algn="ctr"/>
            <a:r>
              <a:rPr lang="en-US" sz="1569" dirty="0"/>
              <a:t>Unordered task list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BC4437-869B-4C37-A3D7-0CA00F289595}"/>
              </a:ext>
            </a:extLst>
          </p:cNvPr>
          <p:cNvSpPr txBox="1"/>
          <p:nvPr/>
        </p:nvSpPr>
        <p:spPr>
          <a:xfrm>
            <a:off x="5360632" y="6092361"/>
            <a:ext cx="1010406" cy="5752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569" dirty="0"/>
              <a:t>Step 2:</a:t>
            </a:r>
          </a:p>
          <a:p>
            <a:pPr algn="ctr"/>
            <a:r>
              <a:rPr lang="en-US" sz="1569" dirty="0"/>
              <a:t>Prioritize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EA7B6DB-F9EE-4F6C-8776-5E630ADFDFE7}"/>
              </a:ext>
            </a:extLst>
          </p:cNvPr>
          <p:cNvSpPr txBox="1"/>
          <p:nvPr/>
        </p:nvSpPr>
        <p:spPr>
          <a:xfrm>
            <a:off x="8498536" y="6075839"/>
            <a:ext cx="2242375" cy="575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69" dirty="0"/>
              <a:t>Step 3:</a:t>
            </a:r>
          </a:p>
          <a:p>
            <a:pPr algn="ctr"/>
            <a:r>
              <a:rPr lang="en-US" sz="1569" dirty="0"/>
              <a:t>Rationalize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FB1CF16-9F28-428B-A1E2-BF621326CB51}"/>
              </a:ext>
            </a:extLst>
          </p:cNvPr>
          <p:cNvCxnSpPr/>
          <p:nvPr/>
        </p:nvCxnSpPr>
        <p:spPr>
          <a:xfrm>
            <a:off x="7536483" y="468349"/>
            <a:ext cx="0" cy="5921303"/>
          </a:xfrm>
          <a:prstGeom prst="line">
            <a:avLst/>
          </a:prstGeom>
          <a:ln>
            <a:prstDash val="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ED84AC8B-35C6-406D-ABEA-09CB9F6F9050}"/>
              </a:ext>
            </a:extLst>
          </p:cNvPr>
          <p:cNvSpPr/>
          <p:nvPr/>
        </p:nvSpPr>
        <p:spPr>
          <a:xfrm>
            <a:off x="8567959" y="1448181"/>
            <a:ext cx="1501780" cy="4535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12" dirty="0">
                <a:solidFill>
                  <a:schemeClr val="tx1"/>
                </a:solidFill>
              </a:rPr>
              <a:t>Task A</a:t>
            </a:r>
          </a:p>
          <a:p>
            <a:pPr algn="ctr"/>
            <a:r>
              <a:rPr lang="en-US" sz="1412" dirty="0">
                <a:solidFill>
                  <a:schemeClr val="tx1"/>
                </a:solidFill>
              </a:rPr>
              <a:t>Priority 1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F09771C-188E-408A-A955-A2BCE7BB3875}"/>
              </a:ext>
            </a:extLst>
          </p:cNvPr>
          <p:cNvSpPr/>
          <p:nvPr/>
        </p:nvSpPr>
        <p:spPr>
          <a:xfrm>
            <a:off x="10487637" y="2126129"/>
            <a:ext cx="1501780" cy="45359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12" dirty="0"/>
              <a:t>Task C</a:t>
            </a:r>
          </a:p>
          <a:p>
            <a:pPr algn="ctr"/>
            <a:r>
              <a:rPr lang="en-US" sz="1412" dirty="0"/>
              <a:t>Priority 6 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AC2044A-0E6D-4492-AB8C-4562989DC9FC}"/>
              </a:ext>
            </a:extLst>
          </p:cNvPr>
          <p:cNvSpPr/>
          <p:nvPr/>
        </p:nvSpPr>
        <p:spPr>
          <a:xfrm>
            <a:off x="8567959" y="2805301"/>
            <a:ext cx="1501780" cy="4535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12" dirty="0">
                <a:solidFill>
                  <a:schemeClr val="tx1"/>
                </a:solidFill>
              </a:rPr>
              <a:t>Task B</a:t>
            </a:r>
          </a:p>
          <a:p>
            <a:pPr algn="ctr"/>
            <a:r>
              <a:rPr lang="en-US" sz="1412" dirty="0">
                <a:solidFill>
                  <a:schemeClr val="tx1"/>
                </a:solidFill>
              </a:rPr>
              <a:t>Priority 3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A49B03E-8353-4521-B161-E2B6B7BF2FFC}"/>
              </a:ext>
            </a:extLst>
          </p:cNvPr>
          <p:cNvSpPr/>
          <p:nvPr/>
        </p:nvSpPr>
        <p:spPr>
          <a:xfrm>
            <a:off x="10487636" y="1447569"/>
            <a:ext cx="1501780" cy="45359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12" dirty="0"/>
              <a:t>Task E</a:t>
            </a:r>
          </a:p>
          <a:p>
            <a:pPr algn="ctr"/>
            <a:r>
              <a:rPr lang="en-US" sz="1412" dirty="0"/>
              <a:t>Priority 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5A86E38-E7B0-4D12-966D-F2968ACF30D1}"/>
              </a:ext>
            </a:extLst>
          </p:cNvPr>
          <p:cNvSpPr/>
          <p:nvPr/>
        </p:nvSpPr>
        <p:spPr>
          <a:xfrm>
            <a:off x="8567959" y="3454131"/>
            <a:ext cx="1501780" cy="4535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12" dirty="0">
                <a:solidFill>
                  <a:schemeClr val="tx1"/>
                </a:solidFill>
              </a:rPr>
              <a:t>Task F</a:t>
            </a:r>
          </a:p>
          <a:p>
            <a:pPr algn="ctr"/>
            <a:r>
              <a:rPr lang="en-US" sz="1412" dirty="0">
                <a:solidFill>
                  <a:schemeClr val="tx1"/>
                </a:solidFill>
              </a:rPr>
              <a:t>Priority 5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1E3D5E6-CBA0-4494-93B4-3798A1F273F4}"/>
              </a:ext>
            </a:extLst>
          </p:cNvPr>
          <p:cNvSpPr/>
          <p:nvPr/>
        </p:nvSpPr>
        <p:spPr>
          <a:xfrm>
            <a:off x="8567959" y="2126741"/>
            <a:ext cx="1501780" cy="4535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12" dirty="0">
                <a:solidFill>
                  <a:schemeClr val="tx1"/>
                </a:solidFill>
              </a:rPr>
              <a:t>Task D</a:t>
            </a:r>
          </a:p>
          <a:p>
            <a:pPr algn="ctr"/>
            <a:r>
              <a:rPr lang="en-US" sz="1412" dirty="0">
                <a:solidFill>
                  <a:schemeClr val="tx1"/>
                </a:solidFill>
              </a:rPr>
              <a:t>Priority 2</a:t>
            </a:r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3FCBFE74-9E01-4DB9-98FF-6E679D963CD9}"/>
              </a:ext>
            </a:extLst>
          </p:cNvPr>
          <p:cNvSpPr/>
          <p:nvPr/>
        </p:nvSpPr>
        <p:spPr>
          <a:xfrm>
            <a:off x="3308664" y="2770226"/>
            <a:ext cx="1287231" cy="940129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Prioritize for Q1</a:t>
            </a:r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796CA64B-0FBF-4F2A-9342-83F8181F8891}"/>
              </a:ext>
            </a:extLst>
          </p:cNvPr>
          <p:cNvSpPr/>
          <p:nvPr/>
        </p:nvSpPr>
        <p:spPr>
          <a:xfrm>
            <a:off x="6958044" y="2767161"/>
            <a:ext cx="1337125" cy="940129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Rationalize for Q1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4F53C19-2320-45D8-89B5-16C7B2FE034C}"/>
              </a:ext>
            </a:extLst>
          </p:cNvPr>
          <p:cNvSpPr txBox="1"/>
          <p:nvPr/>
        </p:nvSpPr>
        <p:spPr>
          <a:xfrm>
            <a:off x="8702519" y="780496"/>
            <a:ext cx="1176905" cy="575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69" dirty="0"/>
              <a:t>Committed to in Q1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2057465-794E-4857-87B6-D63470E967F1}"/>
              </a:ext>
            </a:extLst>
          </p:cNvPr>
          <p:cNvSpPr txBox="1"/>
          <p:nvPr/>
        </p:nvSpPr>
        <p:spPr>
          <a:xfrm>
            <a:off x="10526499" y="780496"/>
            <a:ext cx="1424055" cy="816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69" dirty="0"/>
              <a:t>Not committed to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8E51F83-8CB6-4384-8261-01691078A637}"/>
              </a:ext>
            </a:extLst>
          </p:cNvPr>
          <p:cNvSpPr txBox="1"/>
          <p:nvPr/>
        </p:nvSpPr>
        <p:spPr>
          <a:xfrm>
            <a:off x="5534031" y="1033250"/>
            <a:ext cx="653037" cy="575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69" i="1" dirty="0">
                <a:solidFill>
                  <a:schemeClr val="bg1"/>
                </a:solidFill>
              </a:rPr>
              <a:t>Have  to do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1A1647F-1CA1-418C-8024-744B0DEA2901}"/>
              </a:ext>
            </a:extLst>
          </p:cNvPr>
          <p:cNvSpPr txBox="1"/>
          <p:nvPr/>
        </p:nvSpPr>
        <p:spPr>
          <a:xfrm>
            <a:off x="5493021" y="5144326"/>
            <a:ext cx="708848" cy="5752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569" i="1" dirty="0">
                <a:solidFill>
                  <a:schemeClr val="bg1"/>
                </a:solidFill>
              </a:rPr>
              <a:t>Want </a:t>
            </a:r>
          </a:p>
          <a:p>
            <a:pPr algn="ctr"/>
            <a:r>
              <a:rPr lang="en-US" sz="1569" i="1" dirty="0">
                <a:solidFill>
                  <a:schemeClr val="bg1"/>
                </a:solidFill>
              </a:rPr>
              <a:t>to do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1B6356D-88E9-4735-9FDC-E8814F35A34A}"/>
              </a:ext>
            </a:extLst>
          </p:cNvPr>
          <p:cNvSpPr txBox="1"/>
          <p:nvPr/>
        </p:nvSpPr>
        <p:spPr>
          <a:xfrm>
            <a:off x="8498536" y="1469795"/>
            <a:ext cx="436338" cy="4302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96" dirty="0">
                <a:sym typeface="Wingdings" panose="05000000000000000000" pitchFamily="2" charset="2"/>
              </a:rPr>
              <a:t></a:t>
            </a:r>
            <a:endParaRPr lang="en-US" sz="2196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3374523-0CEA-4B3F-9372-74BB87CD4D05}"/>
              </a:ext>
            </a:extLst>
          </p:cNvPr>
          <p:cNvSpPr txBox="1"/>
          <p:nvPr/>
        </p:nvSpPr>
        <p:spPr>
          <a:xfrm>
            <a:off x="10440573" y="1469183"/>
            <a:ext cx="436338" cy="4302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96" dirty="0">
                <a:solidFill>
                  <a:schemeClr val="bg1"/>
                </a:solidFill>
                <a:sym typeface="Wingdings" panose="05000000000000000000" pitchFamily="2" charset="2"/>
              </a:rPr>
              <a:t></a:t>
            </a:r>
            <a:endParaRPr lang="en-US" sz="2196" dirty="0">
              <a:solidFill>
                <a:schemeClr val="bg1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93B9170-C73A-4D6B-8882-AA0F8658B93B}"/>
              </a:ext>
            </a:extLst>
          </p:cNvPr>
          <p:cNvSpPr txBox="1"/>
          <p:nvPr/>
        </p:nvSpPr>
        <p:spPr>
          <a:xfrm>
            <a:off x="8501604" y="2153261"/>
            <a:ext cx="436338" cy="4302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96" dirty="0">
                <a:sym typeface="Wingdings" panose="05000000000000000000" pitchFamily="2" charset="2"/>
              </a:rPr>
              <a:t></a:t>
            </a:r>
            <a:endParaRPr lang="en-US" sz="2196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D6264B4-828B-4589-963F-D1F627C82FA6}"/>
              </a:ext>
            </a:extLst>
          </p:cNvPr>
          <p:cNvSpPr txBox="1"/>
          <p:nvPr/>
        </p:nvSpPr>
        <p:spPr>
          <a:xfrm>
            <a:off x="10443641" y="2152649"/>
            <a:ext cx="436338" cy="4302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96" dirty="0">
                <a:solidFill>
                  <a:schemeClr val="bg1"/>
                </a:solidFill>
                <a:sym typeface="Wingdings" panose="05000000000000000000" pitchFamily="2" charset="2"/>
              </a:rPr>
              <a:t></a:t>
            </a:r>
            <a:endParaRPr lang="en-US" sz="2196" dirty="0">
              <a:solidFill>
                <a:schemeClr val="bg1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E4ADF31-5F6A-4CFD-988C-859FD9377FA9}"/>
              </a:ext>
            </a:extLst>
          </p:cNvPr>
          <p:cNvSpPr txBox="1"/>
          <p:nvPr/>
        </p:nvSpPr>
        <p:spPr>
          <a:xfrm>
            <a:off x="8504671" y="2836727"/>
            <a:ext cx="436338" cy="4302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96" dirty="0">
                <a:sym typeface="Wingdings" panose="05000000000000000000" pitchFamily="2" charset="2"/>
              </a:rPr>
              <a:t></a:t>
            </a:r>
            <a:endParaRPr lang="en-US" sz="2196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07A9ACB-4F7F-4623-9778-F34EC7E10C18}"/>
              </a:ext>
            </a:extLst>
          </p:cNvPr>
          <p:cNvSpPr txBox="1"/>
          <p:nvPr/>
        </p:nvSpPr>
        <p:spPr>
          <a:xfrm>
            <a:off x="8507739" y="3520193"/>
            <a:ext cx="436338" cy="4302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96" dirty="0">
                <a:sym typeface="Wingdings" panose="05000000000000000000" pitchFamily="2" charset="2"/>
              </a:rPr>
              <a:t></a:t>
            </a:r>
            <a:endParaRPr lang="en-US" sz="2196" dirty="0"/>
          </a:p>
        </p:txBody>
      </p:sp>
    </p:spTree>
    <p:extLst>
      <p:ext uri="{BB962C8B-B14F-4D97-AF65-F5344CB8AC3E}">
        <p14:creationId xmlns:p14="http://schemas.microsoft.com/office/powerpoint/2010/main" val="13052272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Curved Right Arrow 67">
            <a:extLst>
              <a:ext uri="{FF2B5EF4-FFF2-40B4-BE49-F238E27FC236}">
                <a16:creationId xmlns:a16="http://schemas.microsoft.com/office/drawing/2014/main" id="{E9AB5A0D-C5F0-46E6-833D-BF79AE3A0F50}"/>
              </a:ext>
            </a:extLst>
          </p:cNvPr>
          <p:cNvSpPr/>
          <p:nvPr/>
        </p:nvSpPr>
        <p:spPr>
          <a:xfrm rot="15634019" flipH="1">
            <a:off x="5420126" y="-1101283"/>
            <a:ext cx="1139974" cy="6281691"/>
          </a:xfrm>
          <a:prstGeom prst="curvedRightArrow">
            <a:avLst>
              <a:gd name="adj1" fmla="val 24603"/>
              <a:gd name="adj2" fmla="val 50000"/>
              <a:gd name="adj3" fmla="val 2500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3">
              <a:solidFill>
                <a:schemeClr val="tx1"/>
              </a:solidFill>
            </a:endParaRPr>
          </a:p>
        </p:txBody>
      </p:sp>
      <p:sp>
        <p:nvSpPr>
          <p:cNvPr id="99" name="Curved Right Arrow 79">
            <a:extLst>
              <a:ext uri="{FF2B5EF4-FFF2-40B4-BE49-F238E27FC236}">
                <a16:creationId xmlns:a16="http://schemas.microsoft.com/office/drawing/2014/main" id="{4052B386-1C4F-4A76-9669-DD64AD0C70E2}"/>
              </a:ext>
            </a:extLst>
          </p:cNvPr>
          <p:cNvSpPr/>
          <p:nvPr/>
        </p:nvSpPr>
        <p:spPr>
          <a:xfrm rot="4840916" flipH="1">
            <a:off x="5589504" y="1172129"/>
            <a:ext cx="1561096" cy="6888677"/>
          </a:xfrm>
          <a:prstGeom prst="curvedRightArrow">
            <a:avLst>
              <a:gd name="adj1" fmla="val 24603"/>
              <a:gd name="adj2" fmla="val 50000"/>
              <a:gd name="adj3" fmla="val 2500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59">
              <a:solidFill>
                <a:schemeClr val="tx1"/>
              </a:solidFill>
            </a:endParaRP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41CCD30C-16A1-4375-BC85-07871A4A7FD5}"/>
              </a:ext>
            </a:extLst>
          </p:cNvPr>
          <p:cNvSpPr/>
          <p:nvPr/>
        </p:nvSpPr>
        <p:spPr>
          <a:xfrm>
            <a:off x="8418291" y="3591833"/>
            <a:ext cx="1367208" cy="1258199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endParaRPr lang="en-US" sz="1129" b="1" dirty="0">
              <a:solidFill>
                <a:schemeClr val="tx1"/>
              </a:solidFill>
            </a:endParaRPr>
          </a:p>
          <a:p>
            <a:pPr algn="ctr"/>
            <a:r>
              <a:rPr lang="en-US" sz="1129" b="1" dirty="0">
                <a:solidFill>
                  <a:schemeClr val="tx1"/>
                </a:solidFill>
              </a:rPr>
              <a:t>Pizza Oven</a:t>
            </a:r>
          </a:p>
          <a:p>
            <a:pPr algn="ctr"/>
            <a:endParaRPr lang="en-US" sz="1129" b="1" dirty="0">
              <a:solidFill>
                <a:schemeClr val="tx1"/>
              </a:solidFill>
            </a:endParaRPr>
          </a:p>
          <a:p>
            <a:pPr algn="ctr"/>
            <a:endParaRPr lang="en-US" sz="1129" b="1" dirty="0">
              <a:solidFill>
                <a:schemeClr val="tx1"/>
              </a:solidFill>
            </a:endParaRPr>
          </a:p>
          <a:p>
            <a:pPr algn="ctr"/>
            <a:endParaRPr lang="en-US" sz="1129" b="1" dirty="0">
              <a:solidFill>
                <a:schemeClr val="tx1"/>
              </a:solidFill>
            </a:endParaRPr>
          </a:p>
          <a:p>
            <a:pPr algn="ctr"/>
            <a:endParaRPr lang="en-US" sz="1129" b="1" dirty="0">
              <a:solidFill>
                <a:schemeClr val="tx1"/>
              </a:solidFill>
            </a:endParaRPr>
          </a:p>
          <a:p>
            <a:pPr algn="ctr"/>
            <a:endParaRPr lang="en-US" sz="1129" b="1" dirty="0">
              <a:solidFill>
                <a:schemeClr val="tx1"/>
              </a:solidFill>
            </a:endParaRPr>
          </a:p>
          <a:p>
            <a:pPr algn="ctr"/>
            <a:endParaRPr lang="en-US" sz="1129" b="1" dirty="0">
              <a:solidFill>
                <a:schemeClr val="tx1"/>
              </a:solidFill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C475B1F6-20DB-4C54-924C-A04656886A23}"/>
              </a:ext>
            </a:extLst>
          </p:cNvPr>
          <p:cNvSpPr/>
          <p:nvPr/>
        </p:nvSpPr>
        <p:spPr>
          <a:xfrm>
            <a:off x="2708622" y="1501552"/>
            <a:ext cx="1208299" cy="751352"/>
          </a:xfrm>
          <a:prstGeom prst="rect">
            <a:avLst/>
          </a:prstGeom>
          <a:solidFill>
            <a:srgbClr val="ACD2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53098" indent="-253098" algn="ctr">
              <a:buAutoNum type="arabicPeriod"/>
            </a:pPr>
            <a:r>
              <a:rPr lang="en-US" sz="1318" b="1" dirty="0">
                <a:solidFill>
                  <a:schemeClr val="tx1"/>
                </a:solidFill>
              </a:rPr>
              <a:t>Measure</a:t>
            </a:r>
          </a:p>
          <a:p>
            <a:pPr algn="ctr"/>
            <a:r>
              <a:rPr lang="en-US" sz="1035" dirty="0">
                <a:solidFill>
                  <a:schemeClr val="tx1"/>
                </a:solidFill>
              </a:rPr>
              <a:t>See the Pepperoni slices are nearly gone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BE6537E6-CD01-4401-90CB-FE9529B0143D}"/>
              </a:ext>
            </a:extLst>
          </p:cNvPr>
          <p:cNvSpPr/>
          <p:nvPr/>
        </p:nvSpPr>
        <p:spPr>
          <a:xfrm>
            <a:off x="5976670" y="1949176"/>
            <a:ext cx="1125705" cy="765481"/>
          </a:xfrm>
          <a:prstGeom prst="rect">
            <a:avLst/>
          </a:prstGeom>
          <a:solidFill>
            <a:srgbClr val="ACD2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18" b="1" dirty="0">
                <a:solidFill>
                  <a:schemeClr val="tx1"/>
                </a:solidFill>
              </a:rPr>
              <a:t>2. Signal</a:t>
            </a:r>
          </a:p>
          <a:p>
            <a:pPr algn="ctr"/>
            <a:r>
              <a:rPr lang="en-US" sz="1318" dirty="0">
                <a:solidFill>
                  <a:schemeClr val="tx1"/>
                </a:solidFill>
              </a:rPr>
              <a:t>Request </a:t>
            </a:r>
            <a:r>
              <a:rPr lang="en-US" sz="1035" dirty="0">
                <a:solidFill>
                  <a:schemeClr val="tx1"/>
                </a:solidFill>
              </a:rPr>
              <a:t>pepperoni pizza from kitchen.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12B315AC-4C19-4ACB-9EF1-746BD685757B}"/>
              </a:ext>
            </a:extLst>
          </p:cNvPr>
          <p:cNvSpPr/>
          <p:nvPr/>
        </p:nvSpPr>
        <p:spPr>
          <a:xfrm>
            <a:off x="7222335" y="3249314"/>
            <a:ext cx="1125705" cy="680450"/>
          </a:xfrm>
          <a:prstGeom prst="rect">
            <a:avLst/>
          </a:prstGeom>
          <a:solidFill>
            <a:srgbClr val="ACD2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18" b="1" dirty="0">
                <a:solidFill>
                  <a:schemeClr val="tx1"/>
                </a:solidFill>
              </a:rPr>
              <a:t>3. Produce</a:t>
            </a:r>
          </a:p>
          <a:p>
            <a:pPr algn="ctr"/>
            <a:r>
              <a:rPr lang="en-US" sz="1035" dirty="0">
                <a:solidFill>
                  <a:schemeClr val="tx1"/>
                </a:solidFill>
              </a:rPr>
              <a:t>Prepare and bake pizza.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97CC0B8F-A8D4-4151-A712-3FD4EEB20B3A}"/>
              </a:ext>
            </a:extLst>
          </p:cNvPr>
          <p:cNvSpPr/>
          <p:nvPr/>
        </p:nvSpPr>
        <p:spPr>
          <a:xfrm>
            <a:off x="6098820" y="4023757"/>
            <a:ext cx="1125705" cy="615568"/>
          </a:xfrm>
          <a:prstGeom prst="rect">
            <a:avLst/>
          </a:prstGeom>
          <a:solidFill>
            <a:srgbClr val="ACD2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18" b="1" dirty="0">
                <a:solidFill>
                  <a:schemeClr val="tx1"/>
                </a:solidFill>
              </a:rPr>
              <a:t>4. Fulfill</a:t>
            </a:r>
          </a:p>
          <a:p>
            <a:pPr algn="ctr"/>
            <a:r>
              <a:rPr lang="en-US" sz="1035" dirty="0">
                <a:solidFill>
                  <a:schemeClr val="tx1"/>
                </a:solidFill>
              </a:rPr>
              <a:t>Take pizza to the buffet.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BD4CE5F4-3F71-4960-87EA-75CAD6CE30F6}"/>
              </a:ext>
            </a:extLst>
          </p:cNvPr>
          <p:cNvSpPr/>
          <p:nvPr/>
        </p:nvSpPr>
        <p:spPr>
          <a:xfrm>
            <a:off x="8428136" y="2073147"/>
            <a:ext cx="1367208" cy="14359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en-US" sz="1129" b="1" dirty="0">
                <a:solidFill>
                  <a:schemeClr val="tx1"/>
                </a:solidFill>
              </a:rPr>
              <a:t>     </a:t>
            </a:r>
          </a:p>
          <a:p>
            <a:pPr algn="ctr"/>
            <a:endParaRPr lang="en-US" sz="1129" b="1" dirty="0">
              <a:solidFill>
                <a:schemeClr val="tx1"/>
              </a:solidFill>
            </a:endParaRPr>
          </a:p>
          <a:p>
            <a:pPr algn="ctr"/>
            <a:endParaRPr lang="en-US" sz="1129" b="1" dirty="0">
              <a:solidFill>
                <a:schemeClr val="tx1"/>
              </a:solidFill>
            </a:endParaRPr>
          </a:p>
          <a:p>
            <a:pPr algn="ctr"/>
            <a:endParaRPr lang="en-US" sz="1129" b="1" dirty="0">
              <a:solidFill>
                <a:schemeClr val="tx1"/>
              </a:solidFill>
            </a:endParaRPr>
          </a:p>
          <a:p>
            <a:pPr algn="ctr"/>
            <a:endParaRPr lang="en-US" sz="1129" b="1" dirty="0">
              <a:solidFill>
                <a:schemeClr val="tx1"/>
              </a:solidFill>
            </a:endParaRPr>
          </a:p>
          <a:p>
            <a:pPr algn="ctr"/>
            <a:endParaRPr lang="en-US" sz="1129" b="1" dirty="0">
              <a:solidFill>
                <a:schemeClr val="tx1"/>
              </a:solidFill>
            </a:endParaRPr>
          </a:p>
          <a:p>
            <a:pPr algn="ctr"/>
            <a:endParaRPr lang="en-US" sz="1129" b="1" dirty="0">
              <a:solidFill>
                <a:schemeClr val="tx1"/>
              </a:solidFill>
            </a:endParaRPr>
          </a:p>
          <a:p>
            <a:pPr algn="ctr"/>
            <a:r>
              <a:rPr lang="en-US" sz="1129" b="1" dirty="0">
                <a:solidFill>
                  <a:schemeClr val="tx1"/>
                </a:solidFill>
              </a:rPr>
              <a:t>Pizza Prep Table </a:t>
            </a:r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3EADD389-8865-4427-A4F1-DCFB68858107}"/>
              </a:ext>
            </a:extLst>
          </p:cNvPr>
          <p:cNvSpPr/>
          <p:nvPr/>
        </p:nvSpPr>
        <p:spPr>
          <a:xfrm>
            <a:off x="8606294" y="2582066"/>
            <a:ext cx="481043" cy="452159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129" dirty="0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A8048DD6-74CA-47FE-B2C8-1CFDFB481DD2}"/>
              </a:ext>
            </a:extLst>
          </p:cNvPr>
          <p:cNvSpPr txBox="1"/>
          <p:nvPr/>
        </p:nvSpPr>
        <p:spPr>
          <a:xfrm>
            <a:off x="3946311" y="4920399"/>
            <a:ext cx="4091270" cy="55585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6000" b="1">
                <a:ln>
                  <a:solidFill>
                    <a:schemeClr val="tx1"/>
                  </a:solidFill>
                </a:ln>
                <a:solidFill>
                  <a:schemeClr val="bg1">
                    <a:lumMod val="85000"/>
                  </a:schemeClr>
                </a:solidFill>
                <a:effectLst>
                  <a:glow rad="101600">
                    <a:schemeClr val="tx1">
                      <a:lumMod val="50000"/>
                      <a:lumOff val="50000"/>
                      <a:alpha val="60000"/>
                    </a:schemeClr>
                  </a:glow>
                </a:effectLst>
              </a:defRPr>
            </a:lvl1pPr>
          </a:lstStyle>
          <a:p>
            <a:r>
              <a:rPr lang="en-US" sz="3012" dirty="0">
                <a:effectLst>
                  <a:glow rad="317500">
                    <a:schemeClr val="bg1">
                      <a:alpha val="81000"/>
                    </a:schemeClr>
                  </a:glow>
                </a:effectLst>
              </a:rPr>
              <a:t>Downstream Flow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0B2E6643-8D7B-45DC-B5CE-80A97CC88734}"/>
              </a:ext>
            </a:extLst>
          </p:cNvPr>
          <p:cNvSpPr/>
          <p:nvPr/>
        </p:nvSpPr>
        <p:spPr>
          <a:xfrm>
            <a:off x="2101434" y="3042763"/>
            <a:ext cx="3721751" cy="1385287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en-US" sz="1129" b="1" dirty="0">
                <a:solidFill>
                  <a:schemeClr val="tx1"/>
                </a:solidFill>
              </a:rPr>
              <a:t>     </a:t>
            </a:r>
          </a:p>
          <a:p>
            <a:pPr algn="ctr"/>
            <a:endParaRPr lang="en-US" sz="1129" b="1" dirty="0">
              <a:solidFill>
                <a:schemeClr val="tx1"/>
              </a:solidFill>
            </a:endParaRPr>
          </a:p>
          <a:p>
            <a:pPr algn="ctr"/>
            <a:endParaRPr lang="en-US" sz="1129" b="1" dirty="0">
              <a:solidFill>
                <a:schemeClr val="tx1"/>
              </a:solidFill>
            </a:endParaRPr>
          </a:p>
          <a:p>
            <a:pPr algn="ctr"/>
            <a:endParaRPr lang="en-US" sz="1129" b="1" dirty="0">
              <a:solidFill>
                <a:schemeClr val="tx1"/>
              </a:solidFill>
            </a:endParaRPr>
          </a:p>
          <a:p>
            <a:pPr algn="ctr"/>
            <a:endParaRPr lang="en-US" sz="1129" b="1" dirty="0">
              <a:solidFill>
                <a:schemeClr val="tx1"/>
              </a:solidFill>
            </a:endParaRPr>
          </a:p>
          <a:p>
            <a:pPr algn="ctr"/>
            <a:endParaRPr lang="en-US" sz="1129" b="1" dirty="0">
              <a:solidFill>
                <a:schemeClr val="tx1"/>
              </a:solidFill>
            </a:endParaRPr>
          </a:p>
          <a:p>
            <a:pPr algn="ctr"/>
            <a:endParaRPr lang="en-US" sz="659" b="1" dirty="0">
              <a:solidFill>
                <a:schemeClr val="tx1"/>
              </a:solidFill>
            </a:endParaRPr>
          </a:p>
          <a:p>
            <a:pPr algn="ctr"/>
            <a:r>
              <a:rPr lang="en-US" sz="1129" b="1" dirty="0">
                <a:solidFill>
                  <a:schemeClr val="tx1"/>
                </a:solidFill>
              </a:rPr>
              <a:t>Pizza Buffet</a:t>
            </a:r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A60A4C0C-7DA9-43AE-B7C7-778417F2214A}"/>
              </a:ext>
            </a:extLst>
          </p:cNvPr>
          <p:cNvSpPr/>
          <p:nvPr/>
        </p:nvSpPr>
        <p:spPr>
          <a:xfrm>
            <a:off x="2303978" y="3118125"/>
            <a:ext cx="481043" cy="452159"/>
          </a:xfrm>
          <a:prstGeom prst="ellipse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129" dirty="0"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514F2A47-C883-41CD-A84B-72989373372C}"/>
              </a:ext>
            </a:extLst>
          </p:cNvPr>
          <p:cNvSpPr txBox="1"/>
          <p:nvPr/>
        </p:nvSpPr>
        <p:spPr>
          <a:xfrm>
            <a:off x="2296676" y="3595405"/>
            <a:ext cx="495649" cy="1937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59" b="1" i="1" dirty="0"/>
              <a:t>Tomato</a:t>
            </a:r>
            <a:endParaRPr lang="en-US" sz="659" i="1" dirty="0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C3B99F22-16A8-434A-9409-6AA9EC305F01}"/>
              </a:ext>
            </a:extLst>
          </p:cNvPr>
          <p:cNvSpPr txBox="1"/>
          <p:nvPr/>
        </p:nvSpPr>
        <p:spPr>
          <a:xfrm>
            <a:off x="2978121" y="3595405"/>
            <a:ext cx="591829" cy="1937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59" b="1" i="1" dirty="0"/>
              <a:t>Pepperoni</a:t>
            </a:r>
            <a:endParaRPr lang="en-US" sz="659" i="1" dirty="0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BFCB2EBB-4C05-4CF7-A994-458FEFA2D0BF}"/>
              </a:ext>
            </a:extLst>
          </p:cNvPr>
          <p:cNvSpPr txBox="1"/>
          <p:nvPr/>
        </p:nvSpPr>
        <p:spPr>
          <a:xfrm>
            <a:off x="3788079" y="3595405"/>
            <a:ext cx="415499" cy="1937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59" b="1" i="1" dirty="0"/>
              <a:t>Onion</a:t>
            </a:r>
            <a:endParaRPr lang="en-US" sz="659" i="1" dirty="0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0EDFE137-9246-4B5C-B7A9-80BF3E2CA3CD}"/>
              </a:ext>
            </a:extLst>
          </p:cNvPr>
          <p:cNvSpPr txBox="1"/>
          <p:nvPr/>
        </p:nvSpPr>
        <p:spPr>
          <a:xfrm>
            <a:off x="4497700" y="3595405"/>
            <a:ext cx="452368" cy="1937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59" b="1" i="1" dirty="0"/>
              <a:t>Veggie</a:t>
            </a:r>
            <a:endParaRPr lang="en-US" sz="659" i="1" dirty="0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A5969687-A9BA-4753-BFCB-512681F59E6F}"/>
              </a:ext>
            </a:extLst>
          </p:cNvPr>
          <p:cNvSpPr txBox="1"/>
          <p:nvPr/>
        </p:nvSpPr>
        <p:spPr>
          <a:xfrm>
            <a:off x="5199086" y="3595405"/>
            <a:ext cx="502062" cy="1937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59" b="1" i="1" dirty="0"/>
              <a:t>Sausage</a:t>
            </a:r>
            <a:endParaRPr lang="en-US" sz="659" i="1" dirty="0"/>
          </a:p>
        </p:txBody>
      </p: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CCAF3FF4-B256-4763-ABAD-0FEF14EE96CB}"/>
              </a:ext>
            </a:extLst>
          </p:cNvPr>
          <p:cNvGrpSpPr/>
          <p:nvPr/>
        </p:nvGrpSpPr>
        <p:grpSpPr>
          <a:xfrm>
            <a:off x="3033395" y="3118125"/>
            <a:ext cx="481282" cy="452159"/>
            <a:chOff x="3784122" y="2057400"/>
            <a:chExt cx="1448518" cy="1371600"/>
          </a:xfrm>
        </p:grpSpPr>
        <p:sp>
          <p:nvSpPr>
            <p:cNvPr id="118" name="Pie 9">
              <a:extLst>
                <a:ext uri="{FF2B5EF4-FFF2-40B4-BE49-F238E27FC236}">
                  <a16:creationId xmlns:a16="http://schemas.microsoft.com/office/drawing/2014/main" id="{D085726E-3CF8-4198-8F65-FA32402EB3F9}"/>
                </a:ext>
              </a:extLst>
            </p:cNvPr>
            <p:cNvSpPr/>
            <p:nvPr/>
          </p:nvSpPr>
          <p:spPr>
            <a:xfrm>
              <a:off x="3784840" y="2057400"/>
              <a:ext cx="1447800" cy="1371600"/>
            </a:xfrm>
            <a:prstGeom prst="pie">
              <a:avLst>
                <a:gd name="adj1" fmla="val 13729096"/>
                <a:gd name="adj2" fmla="val 16200000"/>
              </a:avLst>
            </a:prstGeom>
            <a:solidFill>
              <a:schemeClr val="bg1">
                <a:lumMod val="5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129" dirty="0">
                <a:solidFill>
                  <a:schemeClr val="tx1"/>
                </a:solidFill>
              </a:endParaRPr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3AA9CD09-AAED-4503-B628-BADB5E2228AA}"/>
                </a:ext>
              </a:extLst>
            </p:cNvPr>
            <p:cNvSpPr/>
            <p:nvPr/>
          </p:nvSpPr>
          <p:spPr>
            <a:xfrm>
              <a:off x="3784122" y="2057400"/>
              <a:ext cx="1447800" cy="13716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129" dirty="0"/>
            </a:p>
          </p:txBody>
        </p:sp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5A87C6C9-E88A-4425-A120-60CA6FC4B843}"/>
              </a:ext>
            </a:extLst>
          </p:cNvPr>
          <p:cNvGrpSpPr/>
          <p:nvPr/>
        </p:nvGrpSpPr>
        <p:grpSpPr>
          <a:xfrm>
            <a:off x="3755228" y="3118125"/>
            <a:ext cx="481520" cy="452159"/>
            <a:chOff x="5968044" y="2057400"/>
            <a:chExt cx="1449235" cy="1371600"/>
          </a:xfrm>
        </p:grpSpPr>
        <p:sp>
          <p:nvSpPr>
            <p:cNvPr id="121" name="Pie 12">
              <a:extLst>
                <a:ext uri="{FF2B5EF4-FFF2-40B4-BE49-F238E27FC236}">
                  <a16:creationId xmlns:a16="http://schemas.microsoft.com/office/drawing/2014/main" id="{3192FEE2-C868-4D2F-A373-FCA8617AAB69}"/>
                </a:ext>
              </a:extLst>
            </p:cNvPr>
            <p:cNvSpPr/>
            <p:nvPr/>
          </p:nvSpPr>
          <p:spPr>
            <a:xfrm>
              <a:off x="5969479" y="2057400"/>
              <a:ext cx="1447800" cy="1371600"/>
            </a:xfrm>
            <a:prstGeom prst="pie">
              <a:avLst>
                <a:gd name="adj1" fmla="val 18486272"/>
                <a:gd name="adj2" fmla="val 16200000"/>
              </a:avLst>
            </a:prstGeom>
            <a:solidFill>
              <a:schemeClr val="bg1">
                <a:lumMod val="5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129" dirty="0">
                <a:solidFill>
                  <a:schemeClr val="tx1"/>
                </a:solidFill>
              </a:endParaRPr>
            </a:p>
          </p:txBody>
        </p:sp>
        <p:sp>
          <p:nvSpPr>
            <p:cNvPr id="122" name="Oval 121">
              <a:extLst>
                <a:ext uri="{FF2B5EF4-FFF2-40B4-BE49-F238E27FC236}">
                  <a16:creationId xmlns:a16="http://schemas.microsoft.com/office/drawing/2014/main" id="{4952EB09-7E6F-436C-BE2C-3EB4F3DC9C52}"/>
                </a:ext>
              </a:extLst>
            </p:cNvPr>
            <p:cNvSpPr/>
            <p:nvPr/>
          </p:nvSpPr>
          <p:spPr>
            <a:xfrm>
              <a:off x="5968044" y="2057400"/>
              <a:ext cx="1447800" cy="13716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129" dirty="0"/>
            </a:p>
          </p:txBody>
        </p:sp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07ABF0B0-5D9F-409C-86D9-806DD5358925}"/>
              </a:ext>
            </a:extLst>
          </p:cNvPr>
          <p:cNvGrpSpPr/>
          <p:nvPr/>
        </p:nvGrpSpPr>
        <p:grpSpPr>
          <a:xfrm>
            <a:off x="4480853" y="3118125"/>
            <a:ext cx="481758" cy="452159"/>
            <a:chOff x="8151966" y="2057400"/>
            <a:chExt cx="1449952" cy="1371600"/>
          </a:xfrm>
        </p:grpSpPr>
        <p:sp>
          <p:nvSpPr>
            <p:cNvPr id="124" name="Pie 15">
              <a:extLst>
                <a:ext uri="{FF2B5EF4-FFF2-40B4-BE49-F238E27FC236}">
                  <a16:creationId xmlns:a16="http://schemas.microsoft.com/office/drawing/2014/main" id="{C11A77A8-13B7-4ACD-9127-FB39BAEECC78}"/>
                </a:ext>
              </a:extLst>
            </p:cNvPr>
            <p:cNvSpPr/>
            <p:nvPr/>
          </p:nvSpPr>
          <p:spPr>
            <a:xfrm>
              <a:off x="8154118" y="2057400"/>
              <a:ext cx="1447800" cy="1371600"/>
            </a:xfrm>
            <a:prstGeom prst="pie">
              <a:avLst>
                <a:gd name="adj1" fmla="val 18486272"/>
                <a:gd name="adj2" fmla="val 9132652"/>
              </a:avLst>
            </a:prstGeom>
            <a:solidFill>
              <a:schemeClr val="bg1">
                <a:lumMod val="5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129" dirty="0">
                <a:solidFill>
                  <a:schemeClr val="tx1"/>
                </a:solidFill>
              </a:endParaRPr>
            </a:p>
          </p:txBody>
        </p:sp>
        <p:sp>
          <p:nvSpPr>
            <p:cNvPr id="125" name="Oval 124">
              <a:extLst>
                <a:ext uri="{FF2B5EF4-FFF2-40B4-BE49-F238E27FC236}">
                  <a16:creationId xmlns:a16="http://schemas.microsoft.com/office/drawing/2014/main" id="{3E715542-A89C-4E21-AEF8-31A88F36004A}"/>
                </a:ext>
              </a:extLst>
            </p:cNvPr>
            <p:cNvSpPr/>
            <p:nvPr/>
          </p:nvSpPr>
          <p:spPr>
            <a:xfrm>
              <a:off x="8151966" y="2057400"/>
              <a:ext cx="1447800" cy="13716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129" dirty="0"/>
            </a:p>
          </p:txBody>
        </p:sp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970080F4-CAC1-4895-BF87-27EC2911EFDF}"/>
              </a:ext>
            </a:extLst>
          </p:cNvPr>
          <p:cNvGrpSpPr/>
          <p:nvPr/>
        </p:nvGrpSpPr>
        <p:grpSpPr>
          <a:xfrm>
            <a:off x="5206478" y="3118125"/>
            <a:ext cx="481996" cy="452159"/>
            <a:chOff x="10335888" y="2057400"/>
            <a:chExt cx="1450670" cy="1371600"/>
          </a:xfrm>
        </p:grpSpPr>
        <p:sp>
          <p:nvSpPr>
            <p:cNvPr id="127" name="Pie 18">
              <a:extLst>
                <a:ext uri="{FF2B5EF4-FFF2-40B4-BE49-F238E27FC236}">
                  <a16:creationId xmlns:a16="http://schemas.microsoft.com/office/drawing/2014/main" id="{5603317C-A621-47AE-A7EC-7EBBA8BDE04F}"/>
                </a:ext>
              </a:extLst>
            </p:cNvPr>
            <p:cNvSpPr/>
            <p:nvPr/>
          </p:nvSpPr>
          <p:spPr>
            <a:xfrm>
              <a:off x="10338758" y="2057400"/>
              <a:ext cx="1447800" cy="1371600"/>
            </a:xfrm>
            <a:prstGeom prst="pie">
              <a:avLst>
                <a:gd name="adj1" fmla="val 18486272"/>
                <a:gd name="adj2" fmla="val 16200000"/>
              </a:avLst>
            </a:prstGeom>
            <a:solidFill>
              <a:schemeClr val="bg1">
                <a:lumMod val="5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129" dirty="0">
                <a:solidFill>
                  <a:schemeClr val="tx1"/>
                </a:solidFill>
              </a:endParaRPr>
            </a:p>
          </p:txBody>
        </p:sp>
        <p:sp>
          <p:nvSpPr>
            <p:cNvPr id="128" name="Oval 127">
              <a:extLst>
                <a:ext uri="{FF2B5EF4-FFF2-40B4-BE49-F238E27FC236}">
                  <a16:creationId xmlns:a16="http://schemas.microsoft.com/office/drawing/2014/main" id="{DFF66136-82A7-4413-BC6A-A02E3DAE59D9}"/>
                </a:ext>
              </a:extLst>
            </p:cNvPr>
            <p:cNvSpPr/>
            <p:nvPr/>
          </p:nvSpPr>
          <p:spPr>
            <a:xfrm>
              <a:off x="10335888" y="2057400"/>
              <a:ext cx="1447800" cy="13716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129" dirty="0"/>
            </a:p>
          </p:txBody>
        </p:sp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F1D0E885-5DC4-4101-B787-878613120CC3}"/>
              </a:ext>
            </a:extLst>
          </p:cNvPr>
          <p:cNvGrpSpPr/>
          <p:nvPr/>
        </p:nvGrpSpPr>
        <p:grpSpPr>
          <a:xfrm>
            <a:off x="3032469" y="3771245"/>
            <a:ext cx="483133" cy="452159"/>
            <a:chOff x="3801374" y="4038600"/>
            <a:chExt cx="1454090" cy="1371600"/>
          </a:xfrm>
        </p:grpSpPr>
        <p:sp>
          <p:nvSpPr>
            <p:cNvPr id="130" name="Pie 21">
              <a:extLst>
                <a:ext uri="{FF2B5EF4-FFF2-40B4-BE49-F238E27FC236}">
                  <a16:creationId xmlns:a16="http://schemas.microsoft.com/office/drawing/2014/main" id="{5AD16BFF-CB24-4205-8802-9BFC8F03583C}"/>
                </a:ext>
              </a:extLst>
            </p:cNvPr>
            <p:cNvSpPr/>
            <p:nvPr/>
          </p:nvSpPr>
          <p:spPr>
            <a:xfrm>
              <a:off x="3807664" y="4038600"/>
              <a:ext cx="1447800" cy="1371600"/>
            </a:xfrm>
            <a:prstGeom prst="pie">
              <a:avLst>
                <a:gd name="adj1" fmla="val 12349105"/>
                <a:gd name="adj2" fmla="val 16200000"/>
              </a:avLst>
            </a:prstGeom>
            <a:solidFill>
              <a:schemeClr val="bg1">
                <a:lumMod val="5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129" dirty="0">
                <a:solidFill>
                  <a:schemeClr val="tx1"/>
                </a:solidFill>
              </a:endParaRPr>
            </a:p>
          </p:txBody>
        </p:sp>
        <p:sp>
          <p:nvSpPr>
            <p:cNvPr id="131" name="Oval 130">
              <a:extLst>
                <a:ext uri="{FF2B5EF4-FFF2-40B4-BE49-F238E27FC236}">
                  <a16:creationId xmlns:a16="http://schemas.microsoft.com/office/drawing/2014/main" id="{0092969C-BAAA-4C8C-9B2F-5BC31C80EE33}"/>
                </a:ext>
              </a:extLst>
            </p:cNvPr>
            <p:cNvSpPr/>
            <p:nvPr/>
          </p:nvSpPr>
          <p:spPr>
            <a:xfrm>
              <a:off x="3801374" y="4038600"/>
              <a:ext cx="1447800" cy="13716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r"/>
              <a:endParaRPr lang="en-US" sz="1129" dirty="0"/>
            </a:p>
          </p:txBody>
        </p:sp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FF7F8BF4-9760-4A9B-9C29-ED2B8F05AAB9}"/>
              </a:ext>
            </a:extLst>
          </p:cNvPr>
          <p:cNvGrpSpPr/>
          <p:nvPr/>
        </p:nvGrpSpPr>
        <p:grpSpPr>
          <a:xfrm>
            <a:off x="3763468" y="3771245"/>
            <a:ext cx="481401" cy="452159"/>
            <a:chOff x="5992843" y="4038600"/>
            <a:chExt cx="1448879" cy="1371600"/>
          </a:xfrm>
        </p:grpSpPr>
        <p:sp>
          <p:nvSpPr>
            <p:cNvPr id="133" name="Pie 24">
              <a:extLst>
                <a:ext uri="{FF2B5EF4-FFF2-40B4-BE49-F238E27FC236}">
                  <a16:creationId xmlns:a16="http://schemas.microsoft.com/office/drawing/2014/main" id="{609F1D10-8742-481B-A830-ACD35593DBD2}"/>
                </a:ext>
              </a:extLst>
            </p:cNvPr>
            <p:cNvSpPr/>
            <p:nvPr/>
          </p:nvSpPr>
          <p:spPr>
            <a:xfrm>
              <a:off x="5992843" y="4038600"/>
              <a:ext cx="1447800" cy="1371600"/>
            </a:xfrm>
            <a:prstGeom prst="pie">
              <a:avLst>
                <a:gd name="adj1" fmla="val 98734"/>
                <a:gd name="adj2" fmla="val 16200000"/>
              </a:avLst>
            </a:prstGeom>
            <a:solidFill>
              <a:schemeClr val="bg1">
                <a:lumMod val="5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129" dirty="0">
                <a:solidFill>
                  <a:schemeClr val="tx1"/>
                </a:solidFill>
              </a:endParaRPr>
            </a:p>
          </p:txBody>
        </p:sp>
        <p:sp>
          <p:nvSpPr>
            <p:cNvPr id="134" name="Oval 133">
              <a:extLst>
                <a:ext uri="{FF2B5EF4-FFF2-40B4-BE49-F238E27FC236}">
                  <a16:creationId xmlns:a16="http://schemas.microsoft.com/office/drawing/2014/main" id="{DB03252E-5EBD-4238-BBE6-1A145C3AD63F}"/>
                </a:ext>
              </a:extLst>
            </p:cNvPr>
            <p:cNvSpPr/>
            <p:nvPr/>
          </p:nvSpPr>
          <p:spPr>
            <a:xfrm>
              <a:off x="5993922" y="4038600"/>
              <a:ext cx="1447800" cy="13716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129" dirty="0"/>
            </a:p>
          </p:txBody>
        </p:sp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461A1868-0322-4AC1-B3B1-E1A9290F5A36}"/>
              </a:ext>
            </a:extLst>
          </p:cNvPr>
          <p:cNvGrpSpPr/>
          <p:nvPr/>
        </p:nvGrpSpPr>
        <p:grpSpPr>
          <a:xfrm>
            <a:off x="4489451" y="3771245"/>
            <a:ext cx="481102" cy="452159"/>
            <a:chOff x="8177844" y="4038600"/>
            <a:chExt cx="1447978" cy="1371600"/>
          </a:xfrm>
        </p:grpSpPr>
        <p:sp>
          <p:nvSpPr>
            <p:cNvPr id="136" name="Pie 27">
              <a:extLst>
                <a:ext uri="{FF2B5EF4-FFF2-40B4-BE49-F238E27FC236}">
                  <a16:creationId xmlns:a16="http://schemas.microsoft.com/office/drawing/2014/main" id="{6C011ED8-6F4C-4559-A75C-EB24272867C6}"/>
                </a:ext>
              </a:extLst>
            </p:cNvPr>
            <p:cNvSpPr/>
            <p:nvPr/>
          </p:nvSpPr>
          <p:spPr>
            <a:xfrm>
              <a:off x="8178022" y="4038600"/>
              <a:ext cx="1447800" cy="1371600"/>
            </a:xfrm>
            <a:prstGeom prst="pie">
              <a:avLst>
                <a:gd name="adj1" fmla="val 9786744"/>
                <a:gd name="adj2" fmla="val 2898402"/>
              </a:avLst>
            </a:prstGeom>
            <a:solidFill>
              <a:schemeClr val="bg1">
                <a:lumMod val="5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129" dirty="0">
                <a:solidFill>
                  <a:schemeClr val="tx1"/>
                </a:solidFill>
              </a:endParaRPr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2735F075-A686-442F-A10E-C0888B2C104C}"/>
                </a:ext>
              </a:extLst>
            </p:cNvPr>
            <p:cNvSpPr/>
            <p:nvPr/>
          </p:nvSpPr>
          <p:spPr>
            <a:xfrm>
              <a:off x="8177844" y="4038600"/>
              <a:ext cx="1447800" cy="13716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129" dirty="0"/>
            </a:p>
          </p:txBody>
        </p:sp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32D3969B-FB51-4931-B37F-FA4A0888C1D7}"/>
              </a:ext>
            </a:extLst>
          </p:cNvPr>
          <p:cNvGrpSpPr/>
          <p:nvPr/>
        </p:nvGrpSpPr>
        <p:grpSpPr>
          <a:xfrm>
            <a:off x="5215076" y="3771245"/>
            <a:ext cx="481520" cy="452159"/>
            <a:chOff x="10361766" y="4038600"/>
            <a:chExt cx="1449234" cy="1371600"/>
          </a:xfrm>
        </p:grpSpPr>
        <p:sp>
          <p:nvSpPr>
            <p:cNvPr id="139" name="Pie 30">
              <a:extLst>
                <a:ext uri="{FF2B5EF4-FFF2-40B4-BE49-F238E27FC236}">
                  <a16:creationId xmlns:a16="http://schemas.microsoft.com/office/drawing/2014/main" id="{8D0C732D-2FC7-4C0F-A81A-F0F23C6700A3}"/>
                </a:ext>
              </a:extLst>
            </p:cNvPr>
            <p:cNvSpPr/>
            <p:nvPr/>
          </p:nvSpPr>
          <p:spPr>
            <a:xfrm>
              <a:off x="10363200" y="4038600"/>
              <a:ext cx="1447800" cy="1371600"/>
            </a:xfrm>
            <a:prstGeom prst="pie">
              <a:avLst>
                <a:gd name="adj1" fmla="val 18486272"/>
                <a:gd name="adj2" fmla="val 16200000"/>
              </a:avLst>
            </a:prstGeom>
            <a:solidFill>
              <a:schemeClr val="bg1">
                <a:lumMod val="5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129" dirty="0">
                <a:solidFill>
                  <a:schemeClr val="tx1"/>
                </a:solidFill>
              </a:endParaRPr>
            </a:p>
          </p:txBody>
        </p:sp>
        <p:sp>
          <p:nvSpPr>
            <p:cNvPr id="140" name="Oval 139">
              <a:extLst>
                <a:ext uri="{FF2B5EF4-FFF2-40B4-BE49-F238E27FC236}">
                  <a16:creationId xmlns:a16="http://schemas.microsoft.com/office/drawing/2014/main" id="{2CD635C3-F39D-4FBD-B496-8749D8A7E92C}"/>
                </a:ext>
              </a:extLst>
            </p:cNvPr>
            <p:cNvSpPr/>
            <p:nvPr/>
          </p:nvSpPr>
          <p:spPr>
            <a:xfrm>
              <a:off x="10361766" y="4038600"/>
              <a:ext cx="1447800" cy="13716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129" dirty="0"/>
            </a:p>
          </p:txBody>
        </p: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99A80059-8677-46CE-8545-56F07C8446AB}"/>
              </a:ext>
            </a:extLst>
          </p:cNvPr>
          <p:cNvGrpSpPr/>
          <p:nvPr/>
        </p:nvGrpSpPr>
        <p:grpSpPr>
          <a:xfrm>
            <a:off x="2311383" y="3771245"/>
            <a:ext cx="482236" cy="452159"/>
            <a:chOff x="1622485" y="4038600"/>
            <a:chExt cx="1451393" cy="1371600"/>
          </a:xfrm>
        </p:grpSpPr>
        <p:sp>
          <p:nvSpPr>
            <p:cNvPr id="142" name="Pie 33">
              <a:extLst>
                <a:ext uri="{FF2B5EF4-FFF2-40B4-BE49-F238E27FC236}">
                  <a16:creationId xmlns:a16="http://schemas.microsoft.com/office/drawing/2014/main" id="{2632DAD1-E831-4DE7-B3EF-491D2C616F20}"/>
                </a:ext>
              </a:extLst>
            </p:cNvPr>
            <p:cNvSpPr/>
            <p:nvPr/>
          </p:nvSpPr>
          <p:spPr>
            <a:xfrm>
              <a:off x="1622485" y="4038600"/>
              <a:ext cx="1447800" cy="1371600"/>
            </a:xfrm>
            <a:prstGeom prst="pie">
              <a:avLst>
                <a:gd name="adj1" fmla="val 2498726"/>
                <a:gd name="adj2" fmla="val 16200000"/>
              </a:avLst>
            </a:prstGeom>
            <a:solidFill>
              <a:schemeClr val="bg1">
                <a:lumMod val="5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129" dirty="0">
                <a:solidFill>
                  <a:schemeClr val="tx1"/>
                </a:solidFill>
              </a:endParaRPr>
            </a:p>
          </p:txBody>
        </p:sp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D5D531FA-6C90-466B-AE94-99576BDEAA50}"/>
                </a:ext>
              </a:extLst>
            </p:cNvPr>
            <p:cNvSpPr/>
            <p:nvPr/>
          </p:nvSpPr>
          <p:spPr>
            <a:xfrm>
              <a:off x="1626078" y="4038600"/>
              <a:ext cx="1447800" cy="13716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r"/>
              <a:endParaRPr lang="en-US" sz="1129" dirty="0"/>
            </a:p>
          </p:txBody>
        </p:sp>
      </p:grpSp>
      <p:sp>
        <p:nvSpPr>
          <p:cNvPr id="144" name="TextBox 143">
            <a:extLst>
              <a:ext uri="{FF2B5EF4-FFF2-40B4-BE49-F238E27FC236}">
                <a16:creationId xmlns:a16="http://schemas.microsoft.com/office/drawing/2014/main" id="{0B19FB62-ADC0-4585-BFBD-81633FA835D5}"/>
              </a:ext>
            </a:extLst>
          </p:cNvPr>
          <p:cNvSpPr txBox="1"/>
          <p:nvPr/>
        </p:nvSpPr>
        <p:spPr>
          <a:xfrm>
            <a:off x="5575725" y="906348"/>
            <a:ext cx="3384879" cy="55585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6000" b="1">
                <a:ln>
                  <a:solidFill>
                    <a:schemeClr val="tx1"/>
                  </a:solidFill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US" sz="3012" dirty="0">
                <a:effectLst>
                  <a:glow rad="317500">
                    <a:schemeClr val="bg1">
                      <a:alpha val="81000"/>
                    </a:schemeClr>
                  </a:glow>
                </a:effectLst>
              </a:rPr>
              <a:t>Upstream Signal</a:t>
            </a:r>
          </a:p>
        </p:txBody>
      </p:sp>
      <p:sp>
        <p:nvSpPr>
          <p:cNvPr id="145" name="Oval 144">
            <a:extLst>
              <a:ext uri="{FF2B5EF4-FFF2-40B4-BE49-F238E27FC236}">
                <a16:creationId xmlns:a16="http://schemas.microsoft.com/office/drawing/2014/main" id="{459B3169-1BCF-40B8-9719-5ED8577D733D}"/>
              </a:ext>
            </a:extLst>
          </p:cNvPr>
          <p:cNvSpPr/>
          <p:nvPr/>
        </p:nvSpPr>
        <p:spPr>
          <a:xfrm>
            <a:off x="8837618" y="4037808"/>
            <a:ext cx="481043" cy="452159"/>
          </a:xfrm>
          <a:prstGeom prst="ellipse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129" dirty="0"/>
          </a:p>
        </p:txBody>
      </p: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D1D7FD3C-CEA9-481D-BED2-D7AF284EFF00}"/>
              </a:ext>
            </a:extLst>
          </p:cNvPr>
          <p:cNvGrpSpPr/>
          <p:nvPr/>
        </p:nvGrpSpPr>
        <p:grpSpPr>
          <a:xfrm rot="15109118">
            <a:off x="7171925" y="4146557"/>
            <a:ext cx="1131551" cy="934454"/>
            <a:chOff x="1509427" y="6144170"/>
            <a:chExt cx="2272403" cy="1876590"/>
          </a:xfrm>
        </p:grpSpPr>
        <p:grpSp>
          <p:nvGrpSpPr>
            <p:cNvPr id="147" name="Group 146">
              <a:extLst>
                <a:ext uri="{FF2B5EF4-FFF2-40B4-BE49-F238E27FC236}">
                  <a16:creationId xmlns:a16="http://schemas.microsoft.com/office/drawing/2014/main" id="{C1CF08F1-7CD3-457C-8ECA-E181EBB96E10}"/>
                </a:ext>
              </a:extLst>
            </p:cNvPr>
            <p:cNvGrpSpPr/>
            <p:nvPr/>
          </p:nvGrpSpPr>
          <p:grpSpPr>
            <a:xfrm rot="10421189">
              <a:off x="1509427" y="6878307"/>
              <a:ext cx="2164429" cy="1142453"/>
              <a:chOff x="7440986" y="5760753"/>
              <a:chExt cx="2164429" cy="1142453"/>
            </a:xfrm>
          </p:grpSpPr>
          <p:sp>
            <p:nvSpPr>
              <p:cNvPr id="150" name="Oval 149">
                <a:extLst>
                  <a:ext uri="{FF2B5EF4-FFF2-40B4-BE49-F238E27FC236}">
                    <a16:creationId xmlns:a16="http://schemas.microsoft.com/office/drawing/2014/main" id="{646A9BA0-0825-415D-9931-4AD9E6A5A9B9}"/>
                  </a:ext>
                </a:extLst>
              </p:cNvPr>
              <p:cNvSpPr/>
              <p:nvPr/>
            </p:nvSpPr>
            <p:spPr>
              <a:xfrm>
                <a:off x="7440986" y="5994792"/>
                <a:ext cx="571277" cy="4358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659"/>
              </a:p>
            </p:txBody>
          </p:sp>
          <p:sp>
            <p:nvSpPr>
              <p:cNvPr id="151" name="Oval 150">
                <a:extLst>
                  <a:ext uri="{FF2B5EF4-FFF2-40B4-BE49-F238E27FC236}">
                    <a16:creationId xmlns:a16="http://schemas.microsoft.com/office/drawing/2014/main" id="{CE3DC130-8C9D-48CC-86E1-6ACA5A5DC87D}"/>
                  </a:ext>
                </a:extLst>
              </p:cNvPr>
              <p:cNvSpPr/>
              <p:nvPr/>
            </p:nvSpPr>
            <p:spPr>
              <a:xfrm>
                <a:off x="9024602" y="5994792"/>
                <a:ext cx="580813" cy="4358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659"/>
              </a:p>
            </p:txBody>
          </p:sp>
          <p:sp>
            <p:nvSpPr>
              <p:cNvPr id="152" name="Rounded Rectangle 71">
                <a:extLst>
                  <a:ext uri="{FF2B5EF4-FFF2-40B4-BE49-F238E27FC236}">
                    <a16:creationId xmlns:a16="http://schemas.microsoft.com/office/drawing/2014/main" id="{9DDCDB86-D83B-46FC-9B86-FE7A01FE731E}"/>
                  </a:ext>
                </a:extLst>
              </p:cNvPr>
              <p:cNvSpPr/>
              <p:nvPr/>
            </p:nvSpPr>
            <p:spPr>
              <a:xfrm>
                <a:off x="8756499" y="6212692"/>
                <a:ext cx="289434" cy="690514"/>
              </a:xfrm>
              <a:prstGeom prst="roundRect">
                <a:avLst>
                  <a:gd name="adj" fmla="val 50000"/>
                </a:avLst>
              </a:prstGeom>
              <a:solidFill>
                <a:schemeClr val="tx1">
                  <a:lumMod val="50000"/>
                  <a:lumOff val="50000"/>
                </a:schemeClr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659"/>
              </a:p>
            </p:txBody>
          </p:sp>
          <p:sp>
            <p:nvSpPr>
              <p:cNvPr id="153" name="Oval 152">
                <a:extLst>
                  <a:ext uri="{FF2B5EF4-FFF2-40B4-BE49-F238E27FC236}">
                    <a16:creationId xmlns:a16="http://schemas.microsoft.com/office/drawing/2014/main" id="{B2D3A80B-C1AB-42AA-BA35-736A3BB60543}"/>
                  </a:ext>
                </a:extLst>
              </p:cNvPr>
              <p:cNvSpPr/>
              <p:nvPr/>
            </p:nvSpPr>
            <p:spPr>
              <a:xfrm>
                <a:off x="7759941" y="5864954"/>
                <a:ext cx="1562519" cy="839037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659"/>
              </a:p>
            </p:txBody>
          </p:sp>
          <p:sp>
            <p:nvSpPr>
              <p:cNvPr id="154" name="Oval 153">
                <a:extLst>
                  <a:ext uri="{FF2B5EF4-FFF2-40B4-BE49-F238E27FC236}">
                    <a16:creationId xmlns:a16="http://schemas.microsoft.com/office/drawing/2014/main" id="{51D896D4-773E-4898-B381-F32EAFA78AB8}"/>
                  </a:ext>
                </a:extLst>
              </p:cNvPr>
              <p:cNvSpPr/>
              <p:nvPr/>
            </p:nvSpPr>
            <p:spPr>
              <a:xfrm>
                <a:off x="7620001" y="5809503"/>
                <a:ext cx="1828800" cy="850547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659"/>
              </a:p>
            </p:txBody>
          </p:sp>
          <p:sp>
            <p:nvSpPr>
              <p:cNvPr id="155" name="Oval 154">
                <a:extLst>
                  <a:ext uri="{FF2B5EF4-FFF2-40B4-BE49-F238E27FC236}">
                    <a16:creationId xmlns:a16="http://schemas.microsoft.com/office/drawing/2014/main" id="{BB6A950F-18B8-42F8-80F8-09AD9FFC22D9}"/>
                  </a:ext>
                </a:extLst>
              </p:cNvPr>
              <p:cNvSpPr/>
              <p:nvPr/>
            </p:nvSpPr>
            <p:spPr>
              <a:xfrm>
                <a:off x="8097756" y="5760753"/>
                <a:ext cx="816964" cy="816965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659"/>
              </a:p>
            </p:txBody>
          </p:sp>
        </p:grpSp>
        <p:sp>
          <p:nvSpPr>
            <p:cNvPr id="148" name="Rounded Rectangle 83">
              <a:extLst>
                <a:ext uri="{FF2B5EF4-FFF2-40B4-BE49-F238E27FC236}">
                  <a16:creationId xmlns:a16="http://schemas.microsoft.com/office/drawing/2014/main" id="{260E21EA-B8D2-44CF-BC42-FF8F4C29BD57}"/>
                </a:ext>
              </a:extLst>
            </p:cNvPr>
            <p:cNvSpPr/>
            <p:nvPr/>
          </p:nvSpPr>
          <p:spPr>
            <a:xfrm rot="7876418">
              <a:off x="3065374" y="6588565"/>
              <a:ext cx="308986" cy="1123927"/>
            </a:xfrm>
            <a:custGeom>
              <a:avLst/>
              <a:gdLst>
                <a:gd name="connsiteX0" fmla="*/ 0 w 289434"/>
                <a:gd name="connsiteY0" fmla="*/ 144717 h 1123927"/>
                <a:gd name="connsiteX1" fmla="*/ 144717 w 289434"/>
                <a:gd name="connsiteY1" fmla="*/ 0 h 1123927"/>
                <a:gd name="connsiteX2" fmla="*/ 144717 w 289434"/>
                <a:gd name="connsiteY2" fmla="*/ 0 h 1123927"/>
                <a:gd name="connsiteX3" fmla="*/ 289434 w 289434"/>
                <a:gd name="connsiteY3" fmla="*/ 144717 h 1123927"/>
                <a:gd name="connsiteX4" fmla="*/ 289434 w 289434"/>
                <a:gd name="connsiteY4" fmla="*/ 979210 h 1123927"/>
                <a:gd name="connsiteX5" fmla="*/ 144717 w 289434"/>
                <a:gd name="connsiteY5" fmla="*/ 1123927 h 1123927"/>
                <a:gd name="connsiteX6" fmla="*/ 144717 w 289434"/>
                <a:gd name="connsiteY6" fmla="*/ 1123927 h 1123927"/>
                <a:gd name="connsiteX7" fmla="*/ 0 w 289434"/>
                <a:gd name="connsiteY7" fmla="*/ 979210 h 1123927"/>
                <a:gd name="connsiteX8" fmla="*/ 0 w 289434"/>
                <a:gd name="connsiteY8" fmla="*/ 144717 h 1123927"/>
                <a:gd name="connsiteX0" fmla="*/ 56073 w 345507"/>
                <a:gd name="connsiteY0" fmla="*/ 144717 h 1123927"/>
                <a:gd name="connsiteX1" fmla="*/ 200790 w 345507"/>
                <a:gd name="connsiteY1" fmla="*/ 0 h 1123927"/>
                <a:gd name="connsiteX2" fmla="*/ 200790 w 345507"/>
                <a:gd name="connsiteY2" fmla="*/ 0 h 1123927"/>
                <a:gd name="connsiteX3" fmla="*/ 345507 w 345507"/>
                <a:gd name="connsiteY3" fmla="*/ 144717 h 1123927"/>
                <a:gd name="connsiteX4" fmla="*/ 345507 w 345507"/>
                <a:gd name="connsiteY4" fmla="*/ 979210 h 1123927"/>
                <a:gd name="connsiteX5" fmla="*/ 200790 w 345507"/>
                <a:gd name="connsiteY5" fmla="*/ 1123927 h 1123927"/>
                <a:gd name="connsiteX6" fmla="*/ 200790 w 345507"/>
                <a:gd name="connsiteY6" fmla="*/ 1123927 h 1123927"/>
                <a:gd name="connsiteX7" fmla="*/ 56073 w 345507"/>
                <a:gd name="connsiteY7" fmla="*/ 979210 h 1123927"/>
                <a:gd name="connsiteX8" fmla="*/ 0 w 345507"/>
                <a:gd name="connsiteY8" fmla="*/ 413785 h 1123927"/>
                <a:gd name="connsiteX9" fmla="*/ 56073 w 345507"/>
                <a:gd name="connsiteY9" fmla="*/ 144717 h 1123927"/>
                <a:gd name="connsiteX0" fmla="*/ 19552 w 308986"/>
                <a:gd name="connsiteY0" fmla="*/ 144717 h 1123927"/>
                <a:gd name="connsiteX1" fmla="*/ 164269 w 308986"/>
                <a:gd name="connsiteY1" fmla="*/ 0 h 1123927"/>
                <a:gd name="connsiteX2" fmla="*/ 164269 w 308986"/>
                <a:gd name="connsiteY2" fmla="*/ 0 h 1123927"/>
                <a:gd name="connsiteX3" fmla="*/ 308986 w 308986"/>
                <a:gd name="connsiteY3" fmla="*/ 144717 h 1123927"/>
                <a:gd name="connsiteX4" fmla="*/ 308986 w 308986"/>
                <a:gd name="connsiteY4" fmla="*/ 979210 h 1123927"/>
                <a:gd name="connsiteX5" fmla="*/ 164269 w 308986"/>
                <a:gd name="connsiteY5" fmla="*/ 1123927 h 1123927"/>
                <a:gd name="connsiteX6" fmla="*/ 164269 w 308986"/>
                <a:gd name="connsiteY6" fmla="*/ 1123927 h 1123927"/>
                <a:gd name="connsiteX7" fmla="*/ 19552 w 308986"/>
                <a:gd name="connsiteY7" fmla="*/ 979210 h 1123927"/>
                <a:gd name="connsiteX8" fmla="*/ 0 w 308986"/>
                <a:gd name="connsiteY8" fmla="*/ 464167 h 1123927"/>
                <a:gd name="connsiteX9" fmla="*/ 19552 w 308986"/>
                <a:gd name="connsiteY9" fmla="*/ 144717 h 1123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8986" h="1123927">
                  <a:moveTo>
                    <a:pt x="19552" y="144717"/>
                  </a:moveTo>
                  <a:cubicBezTo>
                    <a:pt x="19552" y="64792"/>
                    <a:pt x="84344" y="0"/>
                    <a:pt x="164269" y="0"/>
                  </a:cubicBezTo>
                  <a:lnTo>
                    <a:pt x="164269" y="0"/>
                  </a:lnTo>
                  <a:cubicBezTo>
                    <a:pt x="244194" y="0"/>
                    <a:pt x="308986" y="64792"/>
                    <a:pt x="308986" y="144717"/>
                  </a:cubicBezTo>
                  <a:lnTo>
                    <a:pt x="308986" y="979210"/>
                  </a:lnTo>
                  <a:cubicBezTo>
                    <a:pt x="308986" y="1059135"/>
                    <a:pt x="244194" y="1123927"/>
                    <a:pt x="164269" y="1123927"/>
                  </a:cubicBezTo>
                  <a:lnTo>
                    <a:pt x="164269" y="1123927"/>
                  </a:lnTo>
                  <a:cubicBezTo>
                    <a:pt x="84344" y="1123927"/>
                    <a:pt x="19552" y="1059135"/>
                    <a:pt x="19552" y="979210"/>
                  </a:cubicBezTo>
                  <a:cubicBezTo>
                    <a:pt x="15208" y="793261"/>
                    <a:pt x="4344" y="650116"/>
                    <a:pt x="0" y="464167"/>
                  </a:cubicBezTo>
                  <a:cubicBezTo>
                    <a:pt x="4344" y="371952"/>
                    <a:pt x="15208" y="236932"/>
                    <a:pt x="19552" y="144717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59"/>
            </a:p>
          </p:txBody>
        </p: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10782A54-7E99-4662-9915-D5ABA8887C1E}"/>
                </a:ext>
              </a:extLst>
            </p:cNvPr>
            <p:cNvSpPr/>
            <p:nvPr/>
          </p:nvSpPr>
          <p:spPr>
            <a:xfrm rot="9777672">
              <a:off x="2124953" y="6144170"/>
              <a:ext cx="966040" cy="908037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129" dirty="0"/>
            </a:p>
          </p:txBody>
        </p:sp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6562DCF9-8F44-49F6-9788-BA43C4622E8B}"/>
              </a:ext>
            </a:extLst>
          </p:cNvPr>
          <p:cNvGrpSpPr/>
          <p:nvPr/>
        </p:nvGrpSpPr>
        <p:grpSpPr>
          <a:xfrm rot="15911344">
            <a:off x="5124349" y="2109530"/>
            <a:ext cx="1077785" cy="568888"/>
            <a:chOff x="7440986" y="5760753"/>
            <a:chExt cx="2164429" cy="1142453"/>
          </a:xfrm>
        </p:grpSpPr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CDCFA42F-2008-4B0B-8FFC-8FF34722464C}"/>
                </a:ext>
              </a:extLst>
            </p:cNvPr>
            <p:cNvSpPr/>
            <p:nvPr/>
          </p:nvSpPr>
          <p:spPr>
            <a:xfrm>
              <a:off x="7440986" y="5994792"/>
              <a:ext cx="571277" cy="43580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59"/>
            </a:p>
          </p:txBody>
        </p:sp>
        <p:sp>
          <p:nvSpPr>
            <p:cNvPr id="158" name="Oval 157">
              <a:extLst>
                <a:ext uri="{FF2B5EF4-FFF2-40B4-BE49-F238E27FC236}">
                  <a16:creationId xmlns:a16="http://schemas.microsoft.com/office/drawing/2014/main" id="{A924D603-BF66-4ED6-AA16-411FE1880A09}"/>
                </a:ext>
              </a:extLst>
            </p:cNvPr>
            <p:cNvSpPr/>
            <p:nvPr/>
          </p:nvSpPr>
          <p:spPr>
            <a:xfrm>
              <a:off x="9024602" y="5994792"/>
              <a:ext cx="580813" cy="43580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59"/>
            </a:p>
          </p:txBody>
        </p:sp>
        <p:sp>
          <p:nvSpPr>
            <p:cNvPr id="159" name="Rounded Rectangle 90">
              <a:extLst>
                <a:ext uri="{FF2B5EF4-FFF2-40B4-BE49-F238E27FC236}">
                  <a16:creationId xmlns:a16="http://schemas.microsoft.com/office/drawing/2014/main" id="{7FAB9C35-66C7-4998-8CE1-B3E767721682}"/>
                </a:ext>
              </a:extLst>
            </p:cNvPr>
            <p:cNvSpPr/>
            <p:nvPr/>
          </p:nvSpPr>
          <p:spPr>
            <a:xfrm>
              <a:off x="7922726" y="6198875"/>
              <a:ext cx="289434" cy="690514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50000"/>
                <a:lumOff val="50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59"/>
            </a:p>
          </p:txBody>
        </p:sp>
        <p:sp>
          <p:nvSpPr>
            <p:cNvPr id="160" name="Rounded Rectangle 91">
              <a:extLst>
                <a:ext uri="{FF2B5EF4-FFF2-40B4-BE49-F238E27FC236}">
                  <a16:creationId xmlns:a16="http://schemas.microsoft.com/office/drawing/2014/main" id="{1C25D182-8E16-4084-8DFD-7743BB8183BE}"/>
                </a:ext>
              </a:extLst>
            </p:cNvPr>
            <p:cNvSpPr/>
            <p:nvPr/>
          </p:nvSpPr>
          <p:spPr>
            <a:xfrm>
              <a:off x="8756499" y="6212692"/>
              <a:ext cx="289434" cy="690514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50000"/>
                <a:lumOff val="50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59"/>
            </a:p>
          </p:txBody>
        </p:sp>
        <p:sp>
          <p:nvSpPr>
            <p:cNvPr id="161" name="Oval 160">
              <a:extLst>
                <a:ext uri="{FF2B5EF4-FFF2-40B4-BE49-F238E27FC236}">
                  <a16:creationId xmlns:a16="http://schemas.microsoft.com/office/drawing/2014/main" id="{C40C0C98-0B91-40CB-9FBE-7FD8B21DC769}"/>
                </a:ext>
              </a:extLst>
            </p:cNvPr>
            <p:cNvSpPr/>
            <p:nvPr/>
          </p:nvSpPr>
          <p:spPr>
            <a:xfrm>
              <a:off x="7759941" y="5864954"/>
              <a:ext cx="1562519" cy="839037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59"/>
            </a:p>
          </p:txBody>
        </p:sp>
        <p:sp>
          <p:nvSpPr>
            <p:cNvPr id="162" name="Oval 161">
              <a:extLst>
                <a:ext uri="{FF2B5EF4-FFF2-40B4-BE49-F238E27FC236}">
                  <a16:creationId xmlns:a16="http://schemas.microsoft.com/office/drawing/2014/main" id="{20C694A8-C118-47B3-BA93-99930D2D1FB5}"/>
                </a:ext>
              </a:extLst>
            </p:cNvPr>
            <p:cNvSpPr/>
            <p:nvPr/>
          </p:nvSpPr>
          <p:spPr>
            <a:xfrm>
              <a:off x="7620001" y="5809503"/>
              <a:ext cx="1828800" cy="850547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59"/>
            </a:p>
          </p:txBody>
        </p:sp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9B8CDB33-B833-4C19-92BE-B93462402862}"/>
                </a:ext>
              </a:extLst>
            </p:cNvPr>
            <p:cNvSpPr/>
            <p:nvPr/>
          </p:nvSpPr>
          <p:spPr>
            <a:xfrm>
              <a:off x="8097756" y="5760753"/>
              <a:ext cx="816964" cy="816965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59"/>
            </a:p>
          </p:txBody>
        </p:sp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DA8C2A7F-9561-4FFA-9689-99EA755CD705}"/>
              </a:ext>
            </a:extLst>
          </p:cNvPr>
          <p:cNvGrpSpPr/>
          <p:nvPr/>
        </p:nvGrpSpPr>
        <p:grpSpPr>
          <a:xfrm rot="1342741">
            <a:off x="7798443" y="2216443"/>
            <a:ext cx="566557" cy="1010829"/>
            <a:chOff x="215010" y="3257008"/>
            <a:chExt cx="1137771" cy="2029968"/>
          </a:xfrm>
        </p:grpSpPr>
        <p:grpSp>
          <p:nvGrpSpPr>
            <p:cNvPr id="165" name="Group 164">
              <a:extLst>
                <a:ext uri="{FF2B5EF4-FFF2-40B4-BE49-F238E27FC236}">
                  <a16:creationId xmlns:a16="http://schemas.microsoft.com/office/drawing/2014/main" id="{80DDC89B-257A-4B0C-A7FA-60F9805C869E}"/>
                </a:ext>
              </a:extLst>
            </p:cNvPr>
            <p:cNvGrpSpPr/>
            <p:nvPr/>
          </p:nvGrpSpPr>
          <p:grpSpPr>
            <a:xfrm rot="14903593">
              <a:off x="-165123" y="3769072"/>
              <a:ext cx="2029968" cy="1005840"/>
              <a:chOff x="7440986" y="5760753"/>
              <a:chExt cx="2164429" cy="1098237"/>
            </a:xfrm>
          </p:grpSpPr>
          <p:sp>
            <p:nvSpPr>
              <p:cNvPr id="167" name="Rounded Rectangle 96">
                <a:extLst>
                  <a:ext uri="{FF2B5EF4-FFF2-40B4-BE49-F238E27FC236}">
                    <a16:creationId xmlns:a16="http://schemas.microsoft.com/office/drawing/2014/main" id="{270BCD4D-FE10-4B3A-B862-5C66B84C860D}"/>
                  </a:ext>
                </a:extLst>
              </p:cNvPr>
              <p:cNvSpPr/>
              <p:nvPr/>
            </p:nvSpPr>
            <p:spPr>
              <a:xfrm>
                <a:off x="7922725" y="6129434"/>
                <a:ext cx="316919" cy="715739"/>
              </a:xfrm>
              <a:prstGeom prst="roundRect">
                <a:avLst>
                  <a:gd name="adj" fmla="val 50000"/>
                </a:avLst>
              </a:prstGeom>
              <a:solidFill>
                <a:schemeClr val="tx1">
                  <a:lumMod val="50000"/>
                  <a:lumOff val="50000"/>
                </a:schemeClr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659"/>
              </a:p>
            </p:txBody>
          </p:sp>
          <p:sp>
            <p:nvSpPr>
              <p:cNvPr id="168" name="Rounded Rectangle 97">
                <a:extLst>
                  <a:ext uri="{FF2B5EF4-FFF2-40B4-BE49-F238E27FC236}">
                    <a16:creationId xmlns:a16="http://schemas.microsoft.com/office/drawing/2014/main" id="{8B484526-36CC-4F7F-9B60-5B2A43E78BD8}"/>
                  </a:ext>
                </a:extLst>
              </p:cNvPr>
              <p:cNvSpPr/>
              <p:nvPr/>
            </p:nvSpPr>
            <p:spPr>
              <a:xfrm>
                <a:off x="8756502" y="6143248"/>
                <a:ext cx="316920" cy="715742"/>
              </a:xfrm>
              <a:prstGeom prst="roundRect">
                <a:avLst>
                  <a:gd name="adj" fmla="val 50000"/>
                </a:avLst>
              </a:prstGeom>
              <a:solidFill>
                <a:schemeClr val="tx1">
                  <a:lumMod val="50000"/>
                  <a:lumOff val="50000"/>
                </a:schemeClr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659"/>
              </a:p>
            </p:txBody>
          </p:sp>
          <p:sp>
            <p:nvSpPr>
              <p:cNvPr id="169" name="Oval 305">
                <a:extLst>
                  <a:ext uri="{FF2B5EF4-FFF2-40B4-BE49-F238E27FC236}">
                    <a16:creationId xmlns:a16="http://schemas.microsoft.com/office/drawing/2014/main" id="{D2E1961D-F97B-4E9B-8C46-478393B41491}"/>
                  </a:ext>
                </a:extLst>
              </p:cNvPr>
              <p:cNvSpPr/>
              <p:nvPr/>
            </p:nvSpPr>
            <p:spPr>
              <a:xfrm>
                <a:off x="7759941" y="5864954"/>
                <a:ext cx="1562519" cy="734264"/>
              </a:xfrm>
              <a:custGeom>
                <a:avLst/>
                <a:gdLst>
                  <a:gd name="connsiteX0" fmla="*/ 0 w 1399674"/>
                  <a:gd name="connsiteY0" fmla="*/ 342477 h 684953"/>
                  <a:gd name="connsiteX1" fmla="*/ 699837 w 1399674"/>
                  <a:gd name="connsiteY1" fmla="*/ 0 h 684953"/>
                  <a:gd name="connsiteX2" fmla="*/ 1399674 w 1399674"/>
                  <a:gd name="connsiteY2" fmla="*/ 342477 h 684953"/>
                  <a:gd name="connsiteX3" fmla="*/ 699837 w 1399674"/>
                  <a:gd name="connsiteY3" fmla="*/ 684954 h 684953"/>
                  <a:gd name="connsiteX4" fmla="*/ 0 w 1399674"/>
                  <a:gd name="connsiteY4" fmla="*/ 342477 h 684953"/>
                  <a:gd name="connsiteX0" fmla="*/ 0 w 1399674"/>
                  <a:gd name="connsiteY0" fmla="*/ 342477 h 552607"/>
                  <a:gd name="connsiteX1" fmla="*/ 699837 w 1399674"/>
                  <a:gd name="connsiteY1" fmla="*/ 0 h 552607"/>
                  <a:gd name="connsiteX2" fmla="*/ 1399674 w 1399674"/>
                  <a:gd name="connsiteY2" fmla="*/ 342477 h 552607"/>
                  <a:gd name="connsiteX3" fmla="*/ 699840 w 1399674"/>
                  <a:gd name="connsiteY3" fmla="*/ 552607 h 552607"/>
                  <a:gd name="connsiteX4" fmla="*/ 0 w 1399674"/>
                  <a:gd name="connsiteY4" fmla="*/ 342477 h 552607"/>
                  <a:gd name="connsiteX0" fmla="*/ 0 w 1399674"/>
                  <a:gd name="connsiteY0" fmla="*/ 342477 h 572681"/>
                  <a:gd name="connsiteX1" fmla="*/ 699837 w 1399674"/>
                  <a:gd name="connsiteY1" fmla="*/ 0 h 572681"/>
                  <a:gd name="connsiteX2" fmla="*/ 1399674 w 1399674"/>
                  <a:gd name="connsiteY2" fmla="*/ 342477 h 572681"/>
                  <a:gd name="connsiteX3" fmla="*/ 699840 w 1399674"/>
                  <a:gd name="connsiteY3" fmla="*/ 552607 h 572681"/>
                  <a:gd name="connsiteX4" fmla="*/ 0 w 1399674"/>
                  <a:gd name="connsiteY4" fmla="*/ 342477 h 572681"/>
                  <a:gd name="connsiteX0" fmla="*/ 0 w 1399674"/>
                  <a:gd name="connsiteY0" fmla="*/ 342477 h 553385"/>
                  <a:gd name="connsiteX1" fmla="*/ 699837 w 1399674"/>
                  <a:gd name="connsiteY1" fmla="*/ 0 h 553385"/>
                  <a:gd name="connsiteX2" fmla="*/ 1399674 w 1399674"/>
                  <a:gd name="connsiteY2" fmla="*/ 342477 h 553385"/>
                  <a:gd name="connsiteX3" fmla="*/ 699840 w 1399674"/>
                  <a:gd name="connsiteY3" fmla="*/ 552607 h 553385"/>
                  <a:gd name="connsiteX4" fmla="*/ 0 w 1399674"/>
                  <a:gd name="connsiteY4" fmla="*/ 342477 h 553385"/>
                  <a:gd name="connsiteX0" fmla="*/ 0 w 1399674"/>
                  <a:gd name="connsiteY0" fmla="*/ 342477 h 589342"/>
                  <a:gd name="connsiteX1" fmla="*/ 699837 w 1399674"/>
                  <a:gd name="connsiteY1" fmla="*/ 0 h 589342"/>
                  <a:gd name="connsiteX2" fmla="*/ 1399674 w 1399674"/>
                  <a:gd name="connsiteY2" fmla="*/ 342477 h 589342"/>
                  <a:gd name="connsiteX3" fmla="*/ 699843 w 1399674"/>
                  <a:gd name="connsiteY3" fmla="*/ 588702 h 589342"/>
                  <a:gd name="connsiteX4" fmla="*/ 0 w 1399674"/>
                  <a:gd name="connsiteY4" fmla="*/ 342477 h 589342"/>
                  <a:gd name="connsiteX0" fmla="*/ 0 w 1399674"/>
                  <a:gd name="connsiteY0" fmla="*/ 342477 h 589342"/>
                  <a:gd name="connsiteX1" fmla="*/ 699837 w 1399674"/>
                  <a:gd name="connsiteY1" fmla="*/ 0 h 589342"/>
                  <a:gd name="connsiteX2" fmla="*/ 1399674 w 1399674"/>
                  <a:gd name="connsiteY2" fmla="*/ 342477 h 589342"/>
                  <a:gd name="connsiteX3" fmla="*/ 699843 w 1399674"/>
                  <a:gd name="connsiteY3" fmla="*/ 588702 h 589342"/>
                  <a:gd name="connsiteX4" fmla="*/ 0 w 1399674"/>
                  <a:gd name="connsiteY4" fmla="*/ 342477 h 589342"/>
                  <a:gd name="connsiteX0" fmla="*/ 0 w 1399674"/>
                  <a:gd name="connsiteY0" fmla="*/ 342477 h 596353"/>
                  <a:gd name="connsiteX1" fmla="*/ 699837 w 1399674"/>
                  <a:gd name="connsiteY1" fmla="*/ 0 h 596353"/>
                  <a:gd name="connsiteX2" fmla="*/ 1399674 w 1399674"/>
                  <a:gd name="connsiteY2" fmla="*/ 342477 h 596353"/>
                  <a:gd name="connsiteX3" fmla="*/ 699843 w 1399674"/>
                  <a:gd name="connsiteY3" fmla="*/ 588702 h 596353"/>
                  <a:gd name="connsiteX4" fmla="*/ 0 w 1399674"/>
                  <a:gd name="connsiteY4" fmla="*/ 342477 h 596353"/>
                  <a:gd name="connsiteX0" fmla="*/ 0 w 1399674"/>
                  <a:gd name="connsiteY0" fmla="*/ 342477 h 599421"/>
                  <a:gd name="connsiteX1" fmla="*/ 699837 w 1399674"/>
                  <a:gd name="connsiteY1" fmla="*/ 0 h 599421"/>
                  <a:gd name="connsiteX2" fmla="*/ 1399674 w 1399674"/>
                  <a:gd name="connsiteY2" fmla="*/ 342477 h 599421"/>
                  <a:gd name="connsiteX3" fmla="*/ 699843 w 1399674"/>
                  <a:gd name="connsiteY3" fmla="*/ 588702 h 599421"/>
                  <a:gd name="connsiteX4" fmla="*/ 0 w 1399674"/>
                  <a:gd name="connsiteY4" fmla="*/ 342477 h 5994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99674" h="599421">
                    <a:moveTo>
                      <a:pt x="0" y="342477"/>
                    </a:moveTo>
                    <a:cubicBezTo>
                      <a:pt x="-1" y="244360"/>
                      <a:pt x="313328" y="0"/>
                      <a:pt x="699837" y="0"/>
                    </a:cubicBezTo>
                    <a:cubicBezTo>
                      <a:pt x="1086346" y="0"/>
                      <a:pt x="1399674" y="153332"/>
                      <a:pt x="1399674" y="342477"/>
                    </a:cubicBezTo>
                    <a:cubicBezTo>
                      <a:pt x="1399674" y="531622"/>
                      <a:pt x="1170574" y="624796"/>
                      <a:pt x="699843" y="588702"/>
                    </a:cubicBezTo>
                    <a:cubicBezTo>
                      <a:pt x="265210" y="648860"/>
                      <a:pt x="1" y="440594"/>
                      <a:pt x="0" y="342477"/>
                    </a:cubicBezTo>
                    <a:close/>
                  </a:path>
                </a:pathLst>
              </a:custGeom>
              <a:solidFill>
                <a:schemeClr val="tx1">
                  <a:lumMod val="50000"/>
                  <a:lumOff val="50000"/>
                </a:schemeClr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659"/>
              </a:p>
            </p:txBody>
          </p:sp>
          <p:sp>
            <p:nvSpPr>
              <p:cNvPr id="170" name="Oval 306">
                <a:extLst>
                  <a:ext uri="{FF2B5EF4-FFF2-40B4-BE49-F238E27FC236}">
                    <a16:creationId xmlns:a16="http://schemas.microsoft.com/office/drawing/2014/main" id="{FB71DBF5-08C0-4C83-8975-58B6C1D6ED62}"/>
                  </a:ext>
                </a:extLst>
              </p:cNvPr>
              <p:cNvSpPr/>
              <p:nvPr/>
            </p:nvSpPr>
            <p:spPr>
              <a:xfrm>
                <a:off x="7620004" y="5809505"/>
                <a:ext cx="1828801" cy="813955"/>
              </a:xfrm>
              <a:custGeom>
                <a:avLst/>
                <a:gdLst>
                  <a:gd name="connsiteX0" fmla="*/ 0 w 1638203"/>
                  <a:gd name="connsiteY0" fmla="*/ 313569 h 627137"/>
                  <a:gd name="connsiteX1" fmla="*/ 819102 w 1638203"/>
                  <a:gd name="connsiteY1" fmla="*/ 0 h 627137"/>
                  <a:gd name="connsiteX2" fmla="*/ 1638204 w 1638203"/>
                  <a:gd name="connsiteY2" fmla="*/ 313569 h 627137"/>
                  <a:gd name="connsiteX3" fmla="*/ 819102 w 1638203"/>
                  <a:gd name="connsiteY3" fmla="*/ 627138 h 627137"/>
                  <a:gd name="connsiteX4" fmla="*/ 0 w 1638203"/>
                  <a:gd name="connsiteY4" fmla="*/ 313569 h 627137"/>
                  <a:gd name="connsiteX0" fmla="*/ 0 w 1638204"/>
                  <a:gd name="connsiteY0" fmla="*/ 313569 h 653540"/>
                  <a:gd name="connsiteX1" fmla="*/ 819102 w 1638204"/>
                  <a:gd name="connsiteY1" fmla="*/ 0 h 653540"/>
                  <a:gd name="connsiteX2" fmla="*/ 1638204 w 1638204"/>
                  <a:gd name="connsiteY2" fmla="*/ 313569 h 653540"/>
                  <a:gd name="connsiteX3" fmla="*/ 819102 w 1638204"/>
                  <a:gd name="connsiteY3" fmla="*/ 627138 h 653540"/>
                  <a:gd name="connsiteX4" fmla="*/ 0 w 1638204"/>
                  <a:gd name="connsiteY4" fmla="*/ 313569 h 653540"/>
                  <a:gd name="connsiteX0" fmla="*/ 0 w 1638204"/>
                  <a:gd name="connsiteY0" fmla="*/ 313569 h 653540"/>
                  <a:gd name="connsiteX1" fmla="*/ 819102 w 1638204"/>
                  <a:gd name="connsiteY1" fmla="*/ 0 h 653540"/>
                  <a:gd name="connsiteX2" fmla="*/ 1638204 w 1638204"/>
                  <a:gd name="connsiteY2" fmla="*/ 313569 h 653540"/>
                  <a:gd name="connsiteX3" fmla="*/ 819102 w 1638204"/>
                  <a:gd name="connsiteY3" fmla="*/ 627138 h 653540"/>
                  <a:gd name="connsiteX4" fmla="*/ 0 w 1638204"/>
                  <a:gd name="connsiteY4" fmla="*/ 313569 h 653540"/>
                  <a:gd name="connsiteX0" fmla="*/ 0 w 1638204"/>
                  <a:gd name="connsiteY0" fmla="*/ 313569 h 666667"/>
                  <a:gd name="connsiteX1" fmla="*/ 819102 w 1638204"/>
                  <a:gd name="connsiteY1" fmla="*/ 0 h 666667"/>
                  <a:gd name="connsiteX2" fmla="*/ 1638204 w 1638204"/>
                  <a:gd name="connsiteY2" fmla="*/ 313569 h 666667"/>
                  <a:gd name="connsiteX3" fmla="*/ 819102 w 1638204"/>
                  <a:gd name="connsiteY3" fmla="*/ 627138 h 666667"/>
                  <a:gd name="connsiteX4" fmla="*/ 0 w 1638204"/>
                  <a:gd name="connsiteY4" fmla="*/ 313569 h 666667"/>
                  <a:gd name="connsiteX0" fmla="*/ 0 w 1638204"/>
                  <a:gd name="connsiteY0" fmla="*/ 313569 h 675842"/>
                  <a:gd name="connsiteX1" fmla="*/ 819102 w 1638204"/>
                  <a:gd name="connsiteY1" fmla="*/ 0 h 675842"/>
                  <a:gd name="connsiteX2" fmla="*/ 1638204 w 1638204"/>
                  <a:gd name="connsiteY2" fmla="*/ 313569 h 675842"/>
                  <a:gd name="connsiteX3" fmla="*/ 819102 w 1638204"/>
                  <a:gd name="connsiteY3" fmla="*/ 627138 h 675842"/>
                  <a:gd name="connsiteX4" fmla="*/ 0 w 1638204"/>
                  <a:gd name="connsiteY4" fmla="*/ 313569 h 675842"/>
                  <a:gd name="connsiteX0" fmla="*/ 0 w 1638204"/>
                  <a:gd name="connsiteY0" fmla="*/ 313569 h 680525"/>
                  <a:gd name="connsiteX1" fmla="*/ 819102 w 1638204"/>
                  <a:gd name="connsiteY1" fmla="*/ 0 h 680525"/>
                  <a:gd name="connsiteX2" fmla="*/ 1638204 w 1638204"/>
                  <a:gd name="connsiteY2" fmla="*/ 313569 h 680525"/>
                  <a:gd name="connsiteX3" fmla="*/ 819102 w 1638204"/>
                  <a:gd name="connsiteY3" fmla="*/ 627138 h 680525"/>
                  <a:gd name="connsiteX4" fmla="*/ 0 w 1638204"/>
                  <a:gd name="connsiteY4" fmla="*/ 313569 h 680525"/>
                  <a:gd name="connsiteX0" fmla="*/ 0 w 1638204"/>
                  <a:gd name="connsiteY0" fmla="*/ 313569 h 680525"/>
                  <a:gd name="connsiteX1" fmla="*/ 819102 w 1638204"/>
                  <a:gd name="connsiteY1" fmla="*/ 0 h 680525"/>
                  <a:gd name="connsiteX2" fmla="*/ 1638204 w 1638204"/>
                  <a:gd name="connsiteY2" fmla="*/ 313569 h 680525"/>
                  <a:gd name="connsiteX3" fmla="*/ 819102 w 1638204"/>
                  <a:gd name="connsiteY3" fmla="*/ 627138 h 680525"/>
                  <a:gd name="connsiteX4" fmla="*/ 0 w 1638204"/>
                  <a:gd name="connsiteY4" fmla="*/ 313569 h 680525"/>
                  <a:gd name="connsiteX0" fmla="*/ 0 w 1638204"/>
                  <a:gd name="connsiteY0" fmla="*/ 313569 h 664478"/>
                  <a:gd name="connsiteX1" fmla="*/ 819102 w 1638204"/>
                  <a:gd name="connsiteY1" fmla="*/ 0 h 664478"/>
                  <a:gd name="connsiteX2" fmla="*/ 1638204 w 1638204"/>
                  <a:gd name="connsiteY2" fmla="*/ 313569 h 664478"/>
                  <a:gd name="connsiteX3" fmla="*/ 819102 w 1638204"/>
                  <a:gd name="connsiteY3" fmla="*/ 627138 h 664478"/>
                  <a:gd name="connsiteX4" fmla="*/ 0 w 1638204"/>
                  <a:gd name="connsiteY4" fmla="*/ 313569 h 6644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38204" h="664478">
                    <a:moveTo>
                      <a:pt x="0" y="313569"/>
                    </a:moveTo>
                    <a:cubicBezTo>
                      <a:pt x="0" y="140390"/>
                      <a:pt x="366724" y="0"/>
                      <a:pt x="819102" y="0"/>
                    </a:cubicBezTo>
                    <a:cubicBezTo>
                      <a:pt x="1271480" y="0"/>
                      <a:pt x="1638204" y="140390"/>
                      <a:pt x="1638204" y="313569"/>
                    </a:cubicBezTo>
                    <a:cubicBezTo>
                      <a:pt x="1638204" y="486748"/>
                      <a:pt x="1229785" y="765657"/>
                      <a:pt x="819102" y="627138"/>
                    </a:cubicBezTo>
                    <a:cubicBezTo>
                      <a:pt x="458349" y="745920"/>
                      <a:pt x="0" y="486748"/>
                      <a:pt x="0" y="313569"/>
                    </a:cubicBezTo>
                    <a:close/>
                  </a:path>
                </a:pathLst>
              </a:custGeom>
              <a:solidFill>
                <a:schemeClr val="tx1">
                  <a:lumMod val="50000"/>
                  <a:lumOff val="50000"/>
                </a:schemeClr>
              </a:solidFill>
              <a:ln w="952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659" dirty="0"/>
              </a:p>
            </p:txBody>
          </p:sp>
          <p:sp>
            <p:nvSpPr>
              <p:cNvPr id="171" name="Oval 170">
                <a:extLst>
                  <a:ext uri="{FF2B5EF4-FFF2-40B4-BE49-F238E27FC236}">
                    <a16:creationId xmlns:a16="http://schemas.microsoft.com/office/drawing/2014/main" id="{0187DAC1-24A4-45D9-B0E6-74D4147BD524}"/>
                  </a:ext>
                </a:extLst>
              </p:cNvPr>
              <p:cNvSpPr/>
              <p:nvPr/>
            </p:nvSpPr>
            <p:spPr>
              <a:xfrm>
                <a:off x="8097756" y="5760753"/>
                <a:ext cx="816964" cy="816965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659"/>
              </a:p>
            </p:txBody>
          </p:sp>
          <p:sp>
            <p:nvSpPr>
              <p:cNvPr id="172" name="Oval 171">
                <a:extLst>
                  <a:ext uri="{FF2B5EF4-FFF2-40B4-BE49-F238E27FC236}">
                    <a16:creationId xmlns:a16="http://schemas.microsoft.com/office/drawing/2014/main" id="{0B925DBA-0F23-4366-8BC1-5BEBFD9E68E4}"/>
                  </a:ext>
                </a:extLst>
              </p:cNvPr>
              <p:cNvSpPr/>
              <p:nvPr/>
            </p:nvSpPr>
            <p:spPr>
              <a:xfrm>
                <a:off x="7440986" y="5994792"/>
                <a:ext cx="571277" cy="4358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659"/>
              </a:p>
            </p:txBody>
          </p:sp>
          <p:sp>
            <p:nvSpPr>
              <p:cNvPr id="173" name="Oval 172">
                <a:extLst>
                  <a:ext uri="{FF2B5EF4-FFF2-40B4-BE49-F238E27FC236}">
                    <a16:creationId xmlns:a16="http://schemas.microsoft.com/office/drawing/2014/main" id="{A266886A-11CA-4FC9-B6F2-E848DE55EC15}"/>
                  </a:ext>
                </a:extLst>
              </p:cNvPr>
              <p:cNvSpPr/>
              <p:nvPr/>
            </p:nvSpPr>
            <p:spPr>
              <a:xfrm>
                <a:off x="9024602" y="5994792"/>
                <a:ext cx="580813" cy="4358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659"/>
              </a:p>
            </p:txBody>
          </p:sp>
        </p:grpSp>
        <p:sp>
          <p:nvSpPr>
            <p:cNvPr id="166" name="Oval 165">
              <a:extLst>
                <a:ext uri="{FF2B5EF4-FFF2-40B4-BE49-F238E27FC236}">
                  <a16:creationId xmlns:a16="http://schemas.microsoft.com/office/drawing/2014/main" id="{01F77A69-038F-46A9-8E8E-8C0904259B07}"/>
                </a:ext>
              </a:extLst>
            </p:cNvPr>
            <p:cNvSpPr/>
            <p:nvPr/>
          </p:nvSpPr>
          <p:spPr>
            <a:xfrm rot="15478413">
              <a:off x="211489" y="4296378"/>
              <a:ext cx="372298" cy="365255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59"/>
            </a:p>
          </p:txBody>
        </p:sp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5128FAFF-DFCD-4492-B25B-9FAF0B84FB6F}"/>
              </a:ext>
            </a:extLst>
          </p:cNvPr>
          <p:cNvGrpSpPr/>
          <p:nvPr/>
        </p:nvGrpSpPr>
        <p:grpSpPr>
          <a:xfrm rot="4112319">
            <a:off x="2008111" y="1684165"/>
            <a:ext cx="566557" cy="1010830"/>
            <a:chOff x="215010" y="3257008"/>
            <a:chExt cx="1137771" cy="2029968"/>
          </a:xfrm>
        </p:grpSpPr>
        <p:grpSp>
          <p:nvGrpSpPr>
            <p:cNvPr id="175" name="Group 174">
              <a:extLst>
                <a:ext uri="{FF2B5EF4-FFF2-40B4-BE49-F238E27FC236}">
                  <a16:creationId xmlns:a16="http://schemas.microsoft.com/office/drawing/2014/main" id="{2B3F855C-83EF-4A48-926A-B080022C3C80}"/>
                </a:ext>
              </a:extLst>
            </p:cNvPr>
            <p:cNvGrpSpPr/>
            <p:nvPr/>
          </p:nvGrpSpPr>
          <p:grpSpPr>
            <a:xfrm rot="14903593">
              <a:off x="-165123" y="3769072"/>
              <a:ext cx="2029968" cy="1005840"/>
              <a:chOff x="7440986" y="5760753"/>
              <a:chExt cx="2164429" cy="1098237"/>
            </a:xfrm>
          </p:grpSpPr>
          <p:sp>
            <p:nvSpPr>
              <p:cNvPr id="177" name="Rounded Rectangle 114">
                <a:extLst>
                  <a:ext uri="{FF2B5EF4-FFF2-40B4-BE49-F238E27FC236}">
                    <a16:creationId xmlns:a16="http://schemas.microsoft.com/office/drawing/2014/main" id="{342BCB3B-AF5D-45DD-81A6-E4406274BC71}"/>
                  </a:ext>
                </a:extLst>
              </p:cNvPr>
              <p:cNvSpPr/>
              <p:nvPr/>
            </p:nvSpPr>
            <p:spPr>
              <a:xfrm>
                <a:off x="7922725" y="6129434"/>
                <a:ext cx="316919" cy="715739"/>
              </a:xfrm>
              <a:prstGeom prst="roundRect">
                <a:avLst>
                  <a:gd name="adj" fmla="val 50000"/>
                </a:avLst>
              </a:prstGeom>
              <a:solidFill>
                <a:schemeClr val="tx1">
                  <a:lumMod val="50000"/>
                  <a:lumOff val="50000"/>
                </a:schemeClr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659"/>
              </a:p>
            </p:txBody>
          </p:sp>
          <p:sp>
            <p:nvSpPr>
              <p:cNvPr id="178" name="Rounded Rectangle 115">
                <a:extLst>
                  <a:ext uri="{FF2B5EF4-FFF2-40B4-BE49-F238E27FC236}">
                    <a16:creationId xmlns:a16="http://schemas.microsoft.com/office/drawing/2014/main" id="{C0B7298B-AC21-47B4-A25A-410BA3763093}"/>
                  </a:ext>
                </a:extLst>
              </p:cNvPr>
              <p:cNvSpPr/>
              <p:nvPr/>
            </p:nvSpPr>
            <p:spPr>
              <a:xfrm>
                <a:off x="8756502" y="6143248"/>
                <a:ext cx="316920" cy="715742"/>
              </a:xfrm>
              <a:prstGeom prst="roundRect">
                <a:avLst>
                  <a:gd name="adj" fmla="val 50000"/>
                </a:avLst>
              </a:prstGeom>
              <a:solidFill>
                <a:schemeClr val="tx1">
                  <a:lumMod val="50000"/>
                  <a:lumOff val="50000"/>
                </a:schemeClr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659"/>
              </a:p>
            </p:txBody>
          </p:sp>
          <p:sp>
            <p:nvSpPr>
              <p:cNvPr id="179" name="Oval 305">
                <a:extLst>
                  <a:ext uri="{FF2B5EF4-FFF2-40B4-BE49-F238E27FC236}">
                    <a16:creationId xmlns:a16="http://schemas.microsoft.com/office/drawing/2014/main" id="{E8038CD5-B730-484D-AD99-B7D0F0ABC094}"/>
                  </a:ext>
                </a:extLst>
              </p:cNvPr>
              <p:cNvSpPr/>
              <p:nvPr/>
            </p:nvSpPr>
            <p:spPr>
              <a:xfrm>
                <a:off x="7759941" y="5864954"/>
                <a:ext cx="1562519" cy="734264"/>
              </a:xfrm>
              <a:custGeom>
                <a:avLst/>
                <a:gdLst>
                  <a:gd name="connsiteX0" fmla="*/ 0 w 1399674"/>
                  <a:gd name="connsiteY0" fmla="*/ 342477 h 684953"/>
                  <a:gd name="connsiteX1" fmla="*/ 699837 w 1399674"/>
                  <a:gd name="connsiteY1" fmla="*/ 0 h 684953"/>
                  <a:gd name="connsiteX2" fmla="*/ 1399674 w 1399674"/>
                  <a:gd name="connsiteY2" fmla="*/ 342477 h 684953"/>
                  <a:gd name="connsiteX3" fmla="*/ 699837 w 1399674"/>
                  <a:gd name="connsiteY3" fmla="*/ 684954 h 684953"/>
                  <a:gd name="connsiteX4" fmla="*/ 0 w 1399674"/>
                  <a:gd name="connsiteY4" fmla="*/ 342477 h 684953"/>
                  <a:gd name="connsiteX0" fmla="*/ 0 w 1399674"/>
                  <a:gd name="connsiteY0" fmla="*/ 342477 h 552607"/>
                  <a:gd name="connsiteX1" fmla="*/ 699837 w 1399674"/>
                  <a:gd name="connsiteY1" fmla="*/ 0 h 552607"/>
                  <a:gd name="connsiteX2" fmla="*/ 1399674 w 1399674"/>
                  <a:gd name="connsiteY2" fmla="*/ 342477 h 552607"/>
                  <a:gd name="connsiteX3" fmla="*/ 699840 w 1399674"/>
                  <a:gd name="connsiteY3" fmla="*/ 552607 h 552607"/>
                  <a:gd name="connsiteX4" fmla="*/ 0 w 1399674"/>
                  <a:gd name="connsiteY4" fmla="*/ 342477 h 552607"/>
                  <a:gd name="connsiteX0" fmla="*/ 0 w 1399674"/>
                  <a:gd name="connsiteY0" fmla="*/ 342477 h 572681"/>
                  <a:gd name="connsiteX1" fmla="*/ 699837 w 1399674"/>
                  <a:gd name="connsiteY1" fmla="*/ 0 h 572681"/>
                  <a:gd name="connsiteX2" fmla="*/ 1399674 w 1399674"/>
                  <a:gd name="connsiteY2" fmla="*/ 342477 h 572681"/>
                  <a:gd name="connsiteX3" fmla="*/ 699840 w 1399674"/>
                  <a:gd name="connsiteY3" fmla="*/ 552607 h 572681"/>
                  <a:gd name="connsiteX4" fmla="*/ 0 w 1399674"/>
                  <a:gd name="connsiteY4" fmla="*/ 342477 h 572681"/>
                  <a:gd name="connsiteX0" fmla="*/ 0 w 1399674"/>
                  <a:gd name="connsiteY0" fmla="*/ 342477 h 553385"/>
                  <a:gd name="connsiteX1" fmla="*/ 699837 w 1399674"/>
                  <a:gd name="connsiteY1" fmla="*/ 0 h 553385"/>
                  <a:gd name="connsiteX2" fmla="*/ 1399674 w 1399674"/>
                  <a:gd name="connsiteY2" fmla="*/ 342477 h 553385"/>
                  <a:gd name="connsiteX3" fmla="*/ 699840 w 1399674"/>
                  <a:gd name="connsiteY3" fmla="*/ 552607 h 553385"/>
                  <a:gd name="connsiteX4" fmla="*/ 0 w 1399674"/>
                  <a:gd name="connsiteY4" fmla="*/ 342477 h 553385"/>
                  <a:gd name="connsiteX0" fmla="*/ 0 w 1399674"/>
                  <a:gd name="connsiteY0" fmla="*/ 342477 h 589342"/>
                  <a:gd name="connsiteX1" fmla="*/ 699837 w 1399674"/>
                  <a:gd name="connsiteY1" fmla="*/ 0 h 589342"/>
                  <a:gd name="connsiteX2" fmla="*/ 1399674 w 1399674"/>
                  <a:gd name="connsiteY2" fmla="*/ 342477 h 589342"/>
                  <a:gd name="connsiteX3" fmla="*/ 699843 w 1399674"/>
                  <a:gd name="connsiteY3" fmla="*/ 588702 h 589342"/>
                  <a:gd name="connsiteX4" fmla="*/ 0 w 1399674"/>
                  <a:gd name="connsiteY4" fmla="*/ 342477 h 589342"/>
                  <a:gd name="connsiteX0" fmla="*/ 0 w 1399674"/>
                  <a:gd name="connsiteY0" fmla="*/ 342477 h 589342"/>
                  <a:gd name="connsiteX1" fmla="*/ 699837 w 1399674"/>
                  <a:gd name="connsiteY1" fmla="*/ 0 h 589342"/>
                  <a:gd name="connsiteX2" fmla="*/ 1399674 w 1399674"/>
                  <a:gd name="connsiteY2" fmla="*/ 342477 h 589342"/>
                  <a:gd name="connsiteX3" fmla="*/ 699843 w 1399674"/>
                  <a:gd name="connsiteY3" fmla="*/ 588702 h 589342"/>
                  <a:gd name="connsiteX4" fmla="*/ 0 w 1399674"/>
                  <a:gd name="connsiteY4" fmla="*/ 342477 h 589342"/>
                  <a:gd name="connsiteX0" fmla="*/ 0 w 1399674"/>
                  <a:gd name="connsiteY0" fmla="*/ 342477 h 596353"/>
                  <a:gd name="connsiteX1" fmla="*/ 699837 w 1399674"/>
                  <a:gd name="connsiteY1" fmla="*/ 0 h 596353"/>
                  <a:gd name="connsiteX2" fmla="*/ 1399674 w 1399674"/>
                  <a:gd name="connsiteY2" fmla="*/ 342477 h 596353"/>
                  <a:gd name="connsiteX3" fmla="*/ 699843 w 1399674"/>
                  <a:gd name="connsiteY3" fmla="*/ 588702 h 596353"/>
                  <a:gd name="connsiteX4" fmla="*/ 0 w 1399674"/>
                  <a:gd name="connsiteY4" fmla="*/ 342477 h 596353"/>
                  <a:gd name="connsiteX0" fmla="*/ 0 w 1399674"/>
                  <a:gd name="connsiteY0" fmla="*/ 342477 h 599421"/>
                  <a:gd name="connsiteX1" fmla="*/ 699837 w 1399674"/>
                  <a:gd name="connsiteY1" fmla="*/ 0 h 599421"/>
                  <a:gd name="connsiteX2" fmla="*/ 1399674 w 1399674"/>
                  <a:gd name="connsiteY2" fmla="*/ 342477 h 599421"/>
                  <a:gd name="connsiteX3" fmla="*/ 699843 w 1399674"/>
                  <a:gd name="connsiteY3" fmla="*/ 588702 h 599421"/>
                  <a:gd name="connsiteX4" fmla="*/ 0 w 1399674"/>
                  <a:gd name="connsiteY4" fmla="*/ 342477 h 5994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99674" h="599421">
                    <a:moveTo>
                      <a:pt x="0" y="342477"/>
                    </a:moveTo>
                    <a:cubicBezTo>
                      <a:pt x="-1" y="244360"/>
                      <a:pt x="313328" y="0"/>
                      <a:pt x="699837" y="0"/>
                    </a:cubicBezTo>
                    <a:cubicBezTo>
                      <a:pt x="1086346" y="0"/>
                      <a:pt x="1399674" y="153332"/>
                      <a:pt x="1399674" y="342477"/>
                    </a:cubicBezTo>
                    <a:cubicBezTo>
                      <a:pt x="1399674" y="531622"/>
                      <a:pt x="1170574" y="624796"/>
                      <a:pt x="699843" y="588702"/>
                    </a:cubicBezTo>
                    <a:cubicBezTo>
                      <a:pt x="265210" y="648860"/>
                      <a:pt x="1" y="440594"/>
                      <a:pt x="0" y="342477"/>
                    </a:cubicBezTo>
                    <a:close/>
                  </a:path>
                </a:pathLst>
              </a:custGeom>
              <a:solidFill>
                <a:schemeClr val="tx1">
                  <a:lumMod val="50000"/>
                  <a:lumOff val="50000"/>
                </a:schemeClr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659"/>
              </a:p>
            </p:txBody>
          </p:sp>
          <p:sp>
            <p:nvSpPr>
              <p:cNvPr id="180" name="Oval 306">
                <a:extLst>
                  <a:ext uri="{FF2B5EF4-FFF2-40B4-BE49-F238E27FC236}">
                    <a16:creationId xmlns:a16="http://schemas.microsoft.com/office/drawing/2014/main" id="{CABF6DEA-31D7-4118-A641-8C8DCA2AFC1F}"/>
                  </a:ext>
                </a:extLst>
              </p:cNvPr>
              <p:cNvSpPr/>
              <p:nvPr/>
            </p:nvSpPr>
            <p:spPr>
              <a:xfrm>
                <a:off x="7620004" y="5809505"/>
                <a:ext cx="1828801" cy="813955"/>
              </a:xfrm>
              <a:custGeom>
                <a:avLst/>
                <a:gdLst>
                  <a:gd name="connsiteX0" fmla="*/ 0 w 1638203"/>
                  <a:gd name="connsiteY0" fmla="*/ 313569 h 627137"/>
                  <a:gd name="connsiteX1" fmla="*/ 819102 w 1638203"/>
                  <a:gd name="connsiteY1" fmla="*/ 0 h 627137"/>
                  <a:gd name="connsiteX2" fmla="*/ 1638204 w 1638203"/>
                  <a:gd name="connsiteY2" fmla="*/ 313569 h 627137"/>
                  <a:gd name="connsiteX3" fmla="*/ 819102 w 1638203"/>
                  <a:gd name="connsiteY3" fmla="*/ 627138 h 627137"/>
                  <a:gd name="connsiteX4" fmla="*/ 0 w 1638203"/>
                  <a:gd name="connsiteY4" fmla="*/ 313569 h 627137"/>
                  <a:gd name="connsiteX0" fmla="*/ 0 w 1638204"/>
                  <a:gd name="connsiteY0" fmla="*/ 313569 h 653540"/>
                  <a:gd name="connsiteX1" fmla="*/ 819102 w 1638204"/>
                  <a:gd name="connsiteY1" fmla="*/ 0 h 653540"/>
                  <a:gd name="connsiteX2" fmla="*/ 1638204 w 1638204"/>
                  <a:gd name="connsiteY2" fmla="*/ 313569 h 653540"/>
                  <a:gd name="connsiteX3" fmla="*/ 819102 w 1638204"/>
                  <a:gd name="connsiteY3" fmla="*/ 627138 h 653540"/>
                  <a:gd name="connsiteX4" fmla="*/ 0 w 1638204"/>
                  <a:gd name="connsiteY4" fmla="*/ 313569 h 653540"/>
                  <a:gd name="connsiteX0" fmla="*/ 0 w 1638204"/>
                  <a:gd name="connsiteY0" fmla="*/ 313569 h 653540"/>
                  <a:gd name="connsiteX1" fmla="*/ 819102 w 1638204"/>
                  <a:gd name="connsiteY1" fmla="*/ 0 h 653540"/>
                  <a:gd name="connsiteX2" fmla="*/ 1638204 w 1638204"/>
                  <a:gd name="connsiteY2" fmla="*/ 313569 h 653540"/>
                  <a:gd name="connsiteX3" fmla="*/ 819102 w 1638204"/>
                  <a:gd name="connsiteY3" fmla="*/ 627138 h 653540"/>
                  <a:gd name="connsiteX4" fmla="*/ 0 w 1638204"/>
                  <a:gd name="connsiteY4" fmla="*/ 313569 h 653540"/>
                  <a:gd name="connsiteX0" fmla="*/ 0 w 1638204"/>
                  <a:gd name="connsiteY0" fmla="*/ 313569 h 666667"/>
                  <a:gd name="connsiteX1" fmla="*/ 819102 w 1638204"/>
                  <a:gd name="connsiteY1" fmla="*/ 0 h 666667"/>
                  <a:gd name="connsiteX2" fmla="*/ 1638204 w 1638204"/>
                  <a:gd name="connsiteY2" fmla="*/ 313569 h 666667"/>
                  <a:gd name="connsiteX3" fmla="*/ 819102 w 1638204"/>
                  <a:gd name="connsiteY3" fmla="*/ 627138 h 666667"/>
                  <a:gd name="connsiteX4" fmla="*/ 0 w 1638204"/>
                  <a:gd name="connsiteY4" fmla="*/ 313569 h 666667"/>
                  <a:gd name="connsiteX0" fmla="*/ 0 w 1638204"/>
                  <a:gd name="connsiteY0" fmla="*/ 313569 h 675842"/>
                  <a:gd name="connsiteX1" fmla="*/ 819102 w 1638204"/>
                  <a:gd name="connsiteY1" fmla="*/ 0 h 675842"/>
                  <a:gd name="connsiteX2" fmla="*/ 1638204 w 1638204"/>
                  <a:gd name="connsiteY2" fmla="*/ 313569 h 675842"/>
                  <a:gd name="connsiteX3" fmla="*/ 819102 w 1638204"/>
                  <a:gd name="connsiteY3" fmla="*/ 627138 h 675842"/>
                  <a:gd name="connsiteX4" fmla="*/ 0 w 1638204"/>
                  <a:gd name="connsiteY4" fmla="*/ 313569 h 675842"/>
                  <a:gd name="connsiteX0" fmla="*/ 0 w 1638204"/>
                  <a:gd name="connsiteY0" fmla="*/ 313569 h 680525"/>
                  <a:gd name="connsiteX1" fmla="*/ 819102 w 1638204"/>
                  <a:gd name="connsiteY1" fmla="*/ 0 h 680525"/>
                  <a:gd name="connsiteX2" fmla="*/ 1638204 w 1638204"/>
                  <a:gd name="connsiteY2" fmla="*/ 313569 h 680525"/>
                  <a:gd name="connsiteX3" fmla="*/ 819102 w 1638204"/>
                  <a:gd name="connsiteY3" fmla="*/ 627138 h 680525"/>
                  <a:gd name="connsiteX4" fmla="*/ 0 w 1638204"/>
                  <a:gd name="connsiteY4" fmla="*/ 313569 h 680525"/>
                  <a:gd name="connsiteX0" fmla="*/ 0 w 1638204"/>
                  <a:gd name="connsiteY0" fmla="*/ 313569 h 680525"/>
                  <a:gd name="connsiteX1" fmla="*/ 819102 w 1638204"/>
                  <a:gd name="connsiteY1" fmla="*/ 0 h 680525"/>
                  <a:gd name="connsiteX2" fmla="*/ 1638204 w 1638204"/>
                  <a:gd name="connsiteY2" fmla="*/ 313569 h 680525"/>
                  <a:gd name="connsiteX3" fmla="*/ 819102 w 1638204"/>
                  <a:gd name="connsiteY3" fmla="*/ 627138 h 680525"/>
                  <a:gd name="connsiteX4" fmla="*/ 0 w 1638204"/>
                  <a:gd name="connsiteY4" fmla="*/ 313569 h 680525"/>
                  <a:gd name="connsiteX0" fmla="*/ 0 w 1638204"/>
                  <a:gd name="connsiteY0" fmla="*/ 313569 h 664478"/>
                  <a:gd name="connsiteX1" fmla="*/ 819102 w 1638204"/>
                  <a:gd name="connsiteY1" fmla="*/ 0 h 664478"/>
                  <a:gd name="connsiteX2" fmla="*/ 1638204 w 1638204"/>
                  <a:gd name="connsiteY2" fmla="*/ 313569 h 664478"/>
                  <a:gd name="connsiteX3" fmla="*/ 819102 w 1638204"/>
                  <a:gd name="connsiteY3" fmla="*/ 627138 h 664478"/>
                  <a:gd name="connsiteX4" fmla="*/ 0 w 1638204"/>
                  <a:gd name="connsiteY4" fmla="*/ 313569 h 6644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38204" h="664478">
                    <a:moveTo>
                      <a:pt x="0" y="313569"/>
                    </a:moveTo>
                    <a:cubicBezTo>
                      <a:pt x="0" y="140390"/>
                      <a:pt x="366724" y="0"/>
                      <a:pt x="819102" y="0"/>
                    </a:cubicBezTo>
                    <a:cubicBezTo>
                      <a:pt x="1271480" y="0"/>
                      <a:pt x="1638204" y="140390"/>
                      <a:pt x="1638204" y="313569"/>
                    </a:cubicBezTo>
                    <a:cubicBezTo>
                      <a:pt x="1638204" y="486748"/>
                      <a:pt x="1229785" y="765657"/>
                      <a:pt x="819102" y="627138"/>
                    </a:cubicBezTo>
                    <a:cubicBezTo>
                      <a:pt x="458349" y="745920"/>
                      <a:pt x="0" y="486748"/>
                      <a:pt x="0" y="313569"/>
                    </a:cubicBezTo>
                    <a:close/>
                  </a:path>
                </a:pathLst>
              </a:custGeom>
              <a:solidFill>
                <a:schemeClr val="tx1">
                  <a:lumMod val="50000"/>
                  <a:lumOff val="50000"/>
                </a:schemeClr>
              </a:solidFill>
              <a:ln w="952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659" dirty="0"/>
              </a:p>
            </p:txBody>
          </p:sp>
          <p:sp>
            <p:nvSpPr>
              <p:cNvPr id="181" name="Oval 180">
                <a:extLst>
                  <a:ext uri="{FF2B5EF4-FFF2-40B4-BE49-F238E27FC236}">
                    <a16:creationId xmlns:a16="http://schemas.microsoft.com/office/drawing/2014/main" id="{F34E92C6-62B4-42F5-A145-4386A45FC8D2}"/>
                  </a:ext>
                </a:extLst>
              </p:cNvPr>
              <p:cNvSpPr/>
              <p:nvPr/>
            </p:nvSpPr>
            <p:spPr>
              <a:xfrm>
                <a:off x="8097756" y="5760753"/>
                <a:ext cx="816964" cy="816965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659"/>
              </a:p>
            </p:txBody>
          </p:sp>
          <p:sp>
            <p:nvSpPr>
              <p:cNvPr id="182" name="Oval 181">
                <a:extLst>
                  <a:ext uri="{FF2B5EF4-FFF2-40B4-BE49-F238E27FC236}">
                    <a16:creationId xmlns:a16="http://schemas.microsoft.com/office/drawing/2014/main" id="{4BA0A97D-B921-4A86-A2C7-5E4FD7298354}"/>
                  </a:ext>
                </a:extLst>
              </p:cNvPr>
              <p:cNvSpPr/>
              <p:nvPr/>
            </p:nvSpPr>
            <p:spPr>
              <a:xfrm>
                <a:off x="7440986" y="5994792"/>
                <a:ext cx="571277" cy="4358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659"/>
              </a:p>
            </p:txBody>
          </p:sp>
          <p:sp>
            <p:nvSpPr>
              <p:cNvPr id="183" name="Oval 182">
                <a:extLst>
                  <a:ext uri="{FF2B5EF4-FFF2-40B4-BE49-F238E27FC236}">
                    <a16:creationId xmlns:a16="http://schemas.microsoft.com/office/drawing/2014/main" id="{DFAA21D0-4B35-4341-ACF0-27E03ED379A6}"/>
                  </a:ext>
                </a:extLst>
              </p:cNvPr>
              <p:cNvSpPr/>
              <p:nvPr/>
            </p:nvSpPr>
            <p:spPr>
              <a:xfrm>
                <a:off x="9024602" y="5994792"/>
                <a:ext cx="580813" cy="4358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659"/>
              </a:p>
            </p:txBody>
          </p:sp>
        </p:grpSp>
        <p:sp>
          <p:nvSpPr>
            <p:cNvPr id="176" name="Oval 175">
              <a:extLst>
                <a:ext uri="{FF2B5EF4-FFF2-40B4-BE49-F238E27FC236}">
                  <a16:creationId xmlns:a16="http://schemas.microsoft.com/office/drawing/2014/main" id="{A81D3202-D523-4EAE-B290-9AEEDD3BFD89}"/>
                </a:ext>
              </a:extLst>
            </p:cNvPr>
            <p:cNvSpPr/>
            <p:nvPr/>
          </p:nvSpPr>
          <p:spPr>
            <a:xfrm rot="15478413">
              <a:off x="211489" y="4296378"/>
              <a:ext cx="372298" cy="365255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59"/>
            </a:p>
          </p:txBody>
        </p:sp>
      </p:grp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7277EA96-95A9-4597-AF39-8981ABC44EEE}"/>
              </a:ext>
            </a:extLst>
          </p:cNvPr>
          <p:cNvCxnSpPr/>
          <p:nvPr/>
        </p:nvCxnSpPr>
        <p:spPr>
          <a:xfrm rot="2880948" flipH="1">
            <a:off x="7331960" y="4574858"/>
            <a:ext cx="369389" cy="2607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id="{057559F6-B7AF-4CCE-879A-8B6C46D97C78}"/>
              </a:ext>
            </a:extLst>
          </p:cNvPr>
          <p:cNvCxnSpPr>
            <a:cxnSpLocks/>
          </p:cNvCxnSpPr>
          <p:nvPr/>
        </p:nvCxnSpPr>
        <p:spPr>
          <a:xfrm>
            <a:off x="7375730" y="4510351"/>
            <a:ext cx="277427" cy="39298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D9F073CC-4058-4410-BB8A-E1D189479921}"/>
              </a:ext>
            </a:extLst>
          </p:cNvPr>
          <p:cNvGrpSpPr/>
          <p:nvPr/>
        </p:nvGrpSpPr>
        <p:grpSpPr>
          <a:xfrm rot="2880948">
            <a:off x="7331960" y="4508750"/>
            <a:ext cx="369389" cy="392984"/>
            <a:chOff x="10908770" y="6525233"/>
            <a:chExt cx="741814" cy="789199"/>
          </a:xfrm>
        </p:grpSpPr>
        <p:cxnSp>
          <p:nvCxnSpPr>
            <p:cNvPr id="189" name="Straight Connector 188">
              <a:extLst>
                <a:ext uri="{FF2B5EF4-FFF2-40B4-BE49-F238E27FC236}">
                  <a16:creationId xmlns:a16="http://schemas.microsoft.com/office/drawing/2014/main" id="{9AD8FB6F-0333-4A98-A2C4-BB2EF3BCC0D7}"/>
                </a:ext>
              </a:extLst>
            </p:cNvPr>
            <p:cNvCxnSpPr/>
            <p:nvPr/>
          </p:nvCxnSpPr>
          <p:spPr>
            <a:xfrm>
              <a:off x="11001109" y="6525233"/>
              <a:ext cx="557135" cy="78919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189">
              <a:extLst>
                <a:ext uri="{FF2B5EF4-FFF2-40B4-BE49-F238E27FC236}">
                  <a16:creationId xmlns:a16="http://schemas.microsoft.com/office/drawing/2014/main" id="{ACF6B0FD-452C-46E0-9FAB-5FF54D8DC391}"/>
                </a:ext>
              </a:extLst>
            </p:cNvPr>
            <p:cNvCxnSpPr/>
            <p:nvPr/>
          </p:nvCxnSpPr>
          <p:spPr>
            <a:xfrm flipH="1">
              <a:off x="10908770" y="6657991"/>
              <a:ext cx="741814" cy="52368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E93A5774-E3BC-4001-BD89-4E4ACF869904}"/>
              </a:ext>
            </a:extLst>
          </p:cNvPr>
          <p:cNvCxnSpPr/>
          <p:nvPr/>
        </p:nvCxnSpPr>
        <p:spPr>
          <a:xfrm flipH="1">
            <a:off x="7329749" y="4576458"/>
            <a:ext cx="369389" cy="2607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6C8EE610-4E0A-4376-A3D3-FB2F3F4A012F}"/>
              </a:ext>
            </a:extLst>
          </p:cNvPr>
          <p:cNvCxnSpPr>
            <a:cxnSpLocks/>
          </p:cNvCxnSpPr>
          <p:nvPr/>
        </p:nvCxnSpPr>
        <p:spPr>
          <a:xfrm>
            <a:off x="2308798" y="2357487"/>
            <a:ext cx="767495" cy="1197692"/>
          </a:xfrm>
          <a:prstGeom prst="straightConnector1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25B5FF30-9148-42FC-BFC0-3A6C13B77877}"/>
              </a:ext>
            </a:extLst>
          </p:cNvPr>
          <p:cNvCxnSpPr>
            <a:cxnSpLocks/>
            <a:stCxn id="181" idx="5"/>
            <a:endCxn id="119" idx="7"/>
          </p:cNvCxnSpPr>
          <p:nvPr/>
        </p:nvCxnSpPr>
        <p:spPr>
          <a:xfrm>
            <a:off x="2442322" y="2182822"/>
            <a:ext cx="1001669" cy="1001520"/>
          </a:xfrm>
          <a:prstGeom prst="straightConnector1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824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>
            <a:extLst>
              <a:ext uri="{FF2B5EF4-FFF2-40B4-BE49-F238E27FC236}">
                <a16:creationId xmlns:a16="http://schemas.microsoft.com/office/drawing/2014/main" id="{648183F7-7D86-4F6A-8C3C-D2572E2A477B}"/>
              </a:ext>
            </a:extLst>
          </p:cNvPr>
          <p:cNvGrpSpPr/>
          <p:nvPr/>
        </p:nvGrpSpPr>
        <p:grpSpPr>
          <a:xfrm>
            <a:off x="1042125" y="1701697"/>
            <a:ext cx="10431608" cy="4687203"/>
            <a:chOff x="167481" y="1510866"/>
            <a:chExt cx="14817164" cy="6657752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59FB7E40-54C3-4C2B-9BB5-77C942301901}"/>
                </a:ext>
              </a:extLst>
            </p:cNvPr>
            <p:cNvSpPr/>
            <p:nvPr/>
          </p:nvSpPr>
          <p:spPr>
            <a:xfrm>
              <a:off x="3765955" y="1514007"/>
              <a:ext cx="1965891" cy="534399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altLang="en-US" sz="1600" dirty="0">
                  <a:solidFill>
                    <a:schemeClr val="tx1"/>
                  </a:solidFill>
                </a:rPr>
                <a:t>Next Up</a:t>
              </a:r>
            </a:p>
            <a:p>
              <a:pPr algn="ctr"/>
              <a:endParaRPr lang="en-US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76C93E6-F6D0-4429-A36F-1FF26681AF25}"/>
                </a:ext>
              </a:extLst>
            </p:cNvPr>
            <p:cNvSpPr/>
            <p:nvPr/>
          </p:nvSpPr>
          <p:spPr>
            <a:xfrm>
              <a:off x="3913886" y="2033624"/>
              <a:ext cx="1645133" cy="154892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5400" dirty="0"/>
                <a:t>3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726511F-0C86-422E-A598-B74D7CEA4843}"/>
                </a:ext>
              </a:extLst>
            </p:cNvPr>
            <p:cNvSpPr/>
            <p:nvPr/>
          </p:nvSpPr>
          <p:spPr>
            <a:xfrm>
              <a:off x="3924912" y="5243765"/>
              <a:ext cx="1645133" cy="155305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5400" dirty="0"/>
                <a:t>3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A294357-A90B-4AB1-A1AE-B69EB591386B}"/>
                </a:ext>
              </a:extLst>
            </p:cNvPr>
            <p:cNvSpPr/>
            <p:nvPr/>
          </p:nvSpPr>
          <p:spPr>
            <a:xfrm>
              <a:off x="3919399" y="3693123"/>
              <a:ext cx="1645133" cy="145190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5400" dirty="0"/>
                <a:t>3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63598C5-787C-4127-BCF4-3A9734E666C4}"/>
                </a:ext>
              </a:extLst>
            </p:cNvPr>
            <p:cNvSpPr/>
            <p:nvPr/>
          </p:nvSpPr>
          <p:spPr>
            <a:xfrm>
              <a:off x="167481" y="1514006"/>
              <a:ext cx="3406903" cy="534399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altLang="en-US" sz="1600" dirty="0">
                  <a:solidFill>
                    <a:schemeClr val="tx1"/>
                  </a:solidFill>
                </a:rPr>
                <a:t>Backlog</a:t>
              </a:r>
              <a:endParaRPr lang="en-US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7" name="Right Arrow 28">
              <a:extLst>
                <a:ext uri="{FF2B5EF4-FFF2-40B4-BE49-F238E27FC236}">
                  <a16:creationId xmlns:a16="http://schemas.microsoft.com/office/drawing/2014/main" id="{FC5B601D-9B47-4A02-BC97-8AA2754C220C}"/>
                </a:ext>
              </a:extLst>
            </p:cNvPr>
            <p:cNvSpPr/>
            <p:nvPr/>
          </p:nvSpPr>
          <p:spPr>
            <a:xfrm>
              <a:off x="7966921" y="7222845"/>
              <a:ext cx="6240880" cy="945773"/>
            </a:xfrm>
            <a:prstGeom prst="notchedRightArrow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Downstream Flow</a:t>
              </a:r>
            </a:p>
          </p:txBody>
        </p:sp>
        <p:sp>
          <p:nvSpPr>
            <p:cNvPr id="8" name="Right Arrow 21">
              <a:extLst>
                <a:ext uri="{FF2B5EF4-FFF2-40B4-BE49-F238E27FC236}">
                  <a16:creationId xmlns:a16="http://schemas.microsoft.com/office/drawing/2014/main" id="{AAA2B1B0-FD22-45F7-9ECC-84388A61A193}"/>
                </a:ext>
              </a:extLst>
            </p:cNvPr>
            <p:cNvSpPr/>
            <p:nvPr/>
          </p:nvSpPr>
          <p:spPr>
            <a:xfrm>
              <a:off x="1914913" y="7222843"/>
              <a:ext cx="6240880" cy="945773"/>
            </a:xfrm>
            <a:prstGeom prst="rightArrow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Upstream Signals</a:t>
              </a:r>
            </a:p>
          </p:txBody>
        </p:sp>
        <p:sp>
          <p:nvSpPr>
            <p:cNvPr id="9" name="Octagon 8">
              <a:extLst>
                <a:ext uri="{FF2B5EF4-FFF2-40B4-BE49-F238E27FC236}">
                  <a16:creationId xmlns:a16="http://schemas.microsoft.com/office/drawing/2014/main" id="{559CE435-D021-46AC-A1AE-305D27EE409F}"/>
                </a:ext>
              </a:extLst>
            </p:cNvPr>
            <p:cNvSpPr/>
            <p:nvPr/>
          </p:nvSpPr>
          <p:spPr>
            <a:xfrm>
              <a:off x="4386732" y="6576659"/>
              <a:ext cx="754151" cy="722668"/>
            </a:xfrm>
            <a:prstGeom prst="octagon">
              <a:avLst/>
            </a:prstGeom>
            <a:solidFill>
              <a:srgbClr val="FF0000"/>
            </a:solidFill>
            <a:ln w="19050">
              <a:solidFill>
                <a:schemeClr val="tx1"/>
              </a:solidFill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lIns="0" rIns="0" rtlCol="0" anchor="ctr" anchorCtr="0"/>
            <a:lstStyle/>
            <a:p>
              <a:pPr algn="ctr"/>
              <a:r>
                <a:rPr lang="en-US" sz="1400" b="1" dirty="0">
                  <a:solidFill>
                    <a:schemeClr val="bg1"/>
                  </a:solidFill>
                </a:rPr>
                <a:t>Stop</a:t>
              </a:r>
              <a:endParaRPr lang="en-US" sz="1050" b="1" dirty="0">
                <a:solidFill>
                  <a:schemeClr val="bg1"/>
                </a:solidFill>
              </a:endParaRPr>
            </a:p>
            <a:p>
              <a:pPr algn="ctr"/>
              <a:r>
                <a:rPr lang="en-US" sz="1050" b="1" dirty="0">
                  <a:solidFill>
                    <a:schemeClr val="bg1"/>
                  </a:solidFill>
                </a:rPr>
                <a:t>=&gt;3</a:t>
              </a: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B4DF5D4F-2ECC-4D56-9248-E6E45F657F66}"/>
                </a:ext>
              </a:extLst>
            </p:cNvPr>
            <p:cNvGrpSpPr/>
            <p:nvPr/>
          </p:nvGrpSpPr>
          <p:grpSpPr>
            <a:xfrm rot="337866">
              <a:off x="299717" y="2682271"/>
              <a:ext cx="1626116" cy="1405226"/>
              <a:chOff x="7153220" y="2662429"/>
              <a:chExt cx="1520002" cy="1407832"/>
            </a:xfrm>
            <a:solidFill>
              <a:srgbClr val="FFFFCC"/>
            </a:solidFill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D3FEAEDF-3BB5-4B70-84CD-F00AFF0D1991}"/>
                  </a:ext>
                </a:extLst>
              </p:cNvPr>
              <p:cNvSpPr/>
              <p:nvPr/>
            </p:nvSpPr>
            <p:spPr>
              <a:xfrm rot="20467554">
                <a:off x="7626053" y="3827866"/>
                <a:ext cx="1047169" cy="202430"/>
              </a:xfrm>
              <a:custGeom>
                <a:avLst/>
                <a:gdLst>
                  <a:gd name="connsiteX0" fmla="*/ 0 w 997799"/>
                  <a:gd name="connsiteY0" fmla="*/ 0 h 190624"/>
                  <a:gd name="connsiteX1" fmla="*/ 997799 w 997799"/>
                  <a:gd name="connsiteY1" fmla="*/ 0 h 190624"/>
                  <a:gd name="connsiteX2" fmla="*/ 997799 w 997799"/>
                  <a:gd name="connsiteY2" fmla="*/ 190624 h 190624"/>
                  <a:gd name="connsiteX3" fmla="*/ 0 w 997799"/>
                  <a:gd name="connsiteY3" fmla="*/ 190624 h 190624"/>
                  <a:gd name="connsiteX4" fmla="*/ 0 w 997799"/>
                  <a:gd name="connsiteY4" fmla="*/ 0 h 190624"/>
                  <a:gd name="connsiteX0" fmla="*/ 0 w 997799"/>
                  <a:gd name="connsiteY0" fmla="*/ 0 h 190624"/>
                  <a:gd name="connsiteX1" fmla="*/ 997799 w 997799"/>
                  <a:gd name="connsiteY1" fmla="*/ 0 h 190624"/>
                  <a:gd name="connsiteX2" fmla="*/ 997799 w 997799"/>
                  <a:gd name="connsiteY2" fmla="*/ 190624 h 190624"/>
                  <a:gd name="connsiteX3" fmla="*/ 0 w 997799"/>
                  <a:gd name="connsiteY3" fmla="*/ 0 h 190624"/>
                  <a:gd name="connsiteX0" fmla="*/ 0 w 1006687"/>
                  <a:gd name="connsiteY0" fmla="*/ 53621 h 190624"/>
                  <a:gd name="connsiteX1" fmla="*/ 1006687 w 1006687"/>
                  <a:gd name="connsiteY1" fmla="*/ 0 h 190624"/>
                  <a:gd name="connsiteX2" fmla="*/ 1006687 w 1006687"/>
                  <a:gd name="connsiteY2" fmla="*/ 190624 h 190624"/>
                  <a:gd name="connsiteX3" fmla="*/ 0 w 1006687"/>
                  <a:gd name="connsiteY3" fmla="*/ 53621 h 190624"/>
                  <a:gd name="connsiteX0" fmla="*/ 0 w 1069156"/>
                  <a:gd name="connsiteY0" fmla="*/ 53621 h 195629"/>
                  <a:gd name="connsiteX1" fmla="*/ 1006687 w 1069156"/>
                  <a:gd name="connsiteY1" fmla="*/ 0 h 195629"/>
                  <a:gd name="connsiteX2" fmla="*/ 1069156 w 1069156"/>
                  <a:gd name="connsiteY2" fmla="*/ 195629 h 195629"/>
                  <a:gd name="connsiteX3" fmla="*/ 0 w 1069156"/>
                  <a:gd name="connsiteY3" fmla="*/ 53621 h 195629"/>
                  <a:gd name="connsiteX0" fmla="*/ 0 w 1069156"/>
                  <a:gd name="connsiteY0" fmla="*/ 53621 h 195629"/>
                  <a:gd name="connsiteX1" fmla="*/ 1006687 w 1069156"/>
                  <a:gd name="connsiteY1" fmla="*/ 0 h 195629"/>
                  <a:gd name="connsiteX2" fmla="*/ 1069156 w 1069156"/>
                  <a:gd name="connsiteY2" fmla="*/ 195629 h 195629"/>
                  <a:gd name="connsiteX3" fmla="*/ 0 w 1069156"/>
                  <a:gd name="connsiteY3" fmla="*/ 53621 h 195629"/>
                  <a:gd name="connsiteX0" fmla="*/ 0 w 1069156"/>
                  <a:gd name="connsiteY0" fmla="*/ 53621 h 195629"/>
                  <a:gd name="connsiteX1" fmla="*/ 1006687 w 1069156"/>
                  <a:gd name="connsiteY1" fmla="*/ 0 h 195629"/>
                  <a:gd name="connsiteX2" fmla="*/ 1069156 w 1069156"/>
                  <a:gd name="connsiteY2" fmla="*/ 195629 h 195629"/>
                  <a:gd name="connsiteX3" fmla="*/ 0 w 1069156"/>
                  <a:gd name="connsiteY3" fmla="*/ 53621 h 195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69156" h="195629">
                    <a:moveTo>
                      <a:pt x="0" y="53621"/>
                    </a:moveTo>
                    <a:lnTo>
                      <a:pt x="1006687" y="0"/>
                    </a:lnTo>
                    <a:lnTo>
                      <a:pt x="1069156" y="195629"/>
                    </a:lnTo>
                    <a:cubicBezTo>
                      <a:pt x="696047" y="194596"/>
                      <a:pt x="375028" y="173914"/>
                      <a:pt x="0" y="53621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en-US" sz="2400">
                  <a:solidFill>
                    <a:schemeClr val="tx1"/>
                  </a:solidFill>
                  <a:latin typeface="Segoe Script" panose="030B0504020000000003" pitchFamily="66" charset="0"/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AF55612-A6F8-4ACD-9792-C2B2B73F2C6D}"/>
                  </a:ext>
                </a:extLst>
              </p:cNvPr>
              <p:cNvSpPr/>
              <p:nvPr/>
            </p:nvSpPr>
            <p:spPr>
              <a:xfrm rot="21164825">
                <a:off x="7153220" y="2662429"/>
                <a:ext cx="1441490" cy="1407832"/>
              </a:xfrm>
              <a:custGeom>
                <a:avLst/>
                <a:gdLst>
                  <a:gd name="connsiteX0" fmla="*/ 0 w 1344524"/>
                  <a:gd name="connsiteY0" fmla="*/ 0 h 1422228"/>
                  <a:gd name="connsiteX1" fmla="*/ 1344524 w 1344524"/>
                  <a:gd name="connsiteY1" fmla="*/ 0 h 1422228"/>
                  <a:gd name="connsiteX2" fmla="*/ 1344524 w 1344524"/>
                  <a:gd name="connsiteY2" fmla="*/ 1422228 h 1422228"/>
                  <a:gd name="connsiteX3" fmla="*/ 0 w 1344524"/>
                  <a:gd name="connsiteY3" fmla="*/ 1422228 h 1422228"/>
                  <a:gd name="connsiteX4" fmla="*/ 0 w 1344524"/>
                  <a:gd name="connsiteY4" fmla="*/ 0 h 1422228"/>
                  <a:gd name="connsiteX0" fmla="*/ 0 w 1441490"/>
                  <a:gd name="connsiteY0" fmla="*/ 0 h 1422228"/>
                  <a:gd name="connsiteX1" fmla="*/ 1344524 w 1441490"/>
                  <a:gd name="connsiteY1" fmla="*/ 0 h 1422228"/>
                  <a:gd name="connsiteX2" fmla="*/ 1441490 w 1441490"/>
                  <a:gd name="connsiteY2" fmla="*/ 1179354 h 1422228"/>
                  <a:gd name="connsiteX3" fmla="*/ 0 w 1441490"/>
                  <a:gd name="connsiteY3" fmla="*/ 1422228 h 1422228"/>
                  <a:gd name="connsiteX4" fmla="*/ 0 w 1441490"/>
                  <a:gd name="connsiteY4" fmla="*/ 0 h 1422228"/>
                  <a:gd name="connsiteX0" fmla="*/ 0 w 1441490"/>
                  <a:gd name="connsiteY0" fmla="*/ 0 h 1422228"/>
                  <a:gd name="connsiteX1" fmla="*/ 1344524 w 1441490"/>
                  <a:gd name="connsiteY1" fmla="*/ 0 h 1422228"/>
                  <a:gd name="connsiteX2" fmla="*/ 1441490 w 1441490"/>
                  <a:gd name="connsiteY2" fmla="*/ 1179354 h 1422228"/>
                  <a:gd name="connsiteX3" fmla="*/ 0 w 1441490"/>
                  <a:gd name="connsiteY3" fmla="*/ 1422228 h 1422228"/>
                  <a:gd name="connsiteX4" fmla="*/ 0 w 1441490"/>
                  <a:gd name="connsiteY4" fmla="*/ 0 h 1422228"/>
                  <a:gd name="connsiteX0" fmla="*/ 0 w 1441490"/>
                  <a:gd name="connsiteY0" fmla="*/ 0 h 1407832"/>
                  <a:gd name="connsiteX1" fmla="*/ 1344524 w 1441490"/>
                  <a:gd name="connsiteY1" fmla="*/ 0 h 1407832"/>
                  <a:gd name="connsiteX2" fmla="*/ 1441490 w 1441490"/>
                  <a:gd name="connsiteY2" fmla="*/ 1179354 h 1407832"/>
                  <a:gd name="connsiteX3" fmla="*/ 4836 w 1441490"/>
                  <a:gd name="connsiteY3" fmla="*/ 1407832 h 1407832"/>
                  <a:gd name="connsiteX4" fmla="*/ 0 w 1441490"/>
                  <a:gd name="connsiteY4" fmla="*/ 0 h 1407832"/>
                  <a:gd name="connsiteX0" fmla="*/ 0 w 1441490"/>
                  <a:gd name="connsiteY0" fmla="*/ 0 h 1407832"/>
                  <a:gd name="connsiteX1" fmla="*/ 1344524 w 1441490"/>
                  <a:gd name="connsiteY1" fmla="*/ 0 h 1407832"/>
                  <a:gd name="connsiteX2" fmla="*/ 1441490 w 1441490"/>
                  <a:gd name="connsiteY2" fmla="*/ 1179354 h 1407832"/>
                  <a:gd name="connsiteX3" fmla="*/ 4836 w 1441490"/>
                  <a:gd name="connsiteY3" fmla="*/ 1407832 h 1407832"/>
                  <a:gd name="connsiteX4" fmla="*/ 0 w 1441490"/>
                  <a:gd name="connsiteY4" fmla="*/ 0 h 1407832"/>
                  <a:gd name="connsiteX0" fmla="*/ 0 w 1441490"/>
                  <a:gd name="connsiteY0" fmla="*/ 0 h 1407832"/>
                  <a:gd name="connsiteX1" fmla="*/ 1344524 w 1441490"/>
                  <a:gd name="connsiteY1" fmla="*/ 0 h 1407832"/>
                  <a:gd name="connsiteX2" fmla="*/ 1441490 w 1441490"/>
                  <a:gd name="connsiteY2" fmla="*/ 1179354 h 1407832"/>
                  <a:gd name="connsiteX3" fmla="*/ 4836 w 1441490"/>
                  <a:gd name="connsiteY3" fmla="*/ 1407832 h 1407832"/>
                  <a:gd name="connsiteX4" fmla="*/ 0 w 1441490"/>
                  <a:gd name="connsiteY4" fmla="*/ 0 h 14078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41490" h="1407832">
                    <a:moveTo>
                      <a:pt x="0" y="0"/>
                    </a:moveTo>
                    <a:lnTo>
                      <a:pt x="1344524" y="0"/>
                    </a:lnTo>
                    <a:cubicBezTo>
                      <a:pt x="1376846" y="393118"/>
                      <a:pt x="1337235" y="903188"/>
                      <a:pt x="1441490" y="1179354"/>
                    </a:cubicBezTo>
                    <a:cubicBezTo>
                      <a:pt x="1081761" y="1443823"/>
                      <a:pt x="556514" y="1380972"/>
                      <a:pt x="4836" y="1407832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 w="3175">
                <a:solidFill>
                  <a:srgbClr val="F4B284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182880" bIns="182880" rtlCol="0" anchor="t"/>
              <a:lstStyle/>
              <a:p>
                <a:pPr algn="ctr"/>
                <a:r>
                  <a:rPr lang="en-US" sz="1100" dirty="0">
                    <a:solidFill>
                      <a:schemeClr val="tx1"/>
                    </a:solidFill>
                    <a:latin typeface="Segoe Script" panose="030B0504020000000003" pitchFamily="66" charset="0"/>
                  </a:rPr>
                  <a:t>Customize Website for Red House team.</a:t>
                </a: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5A3DA8AB-4A4F-44A5-8BFF-28AC19E594CB}"/>
                </a:ext>
              </a:extLst>
            </p:cNvPr>
            <p:cNvGrpSpPr/>
            <p:nvPr/>
          </p:nvGrpSpPr>
          <p:grpSpPr>
            <a:xfrm rot="337866">
              <a:off x="1647962" y="2349646"/>
              <a:ext cx="1626117" cy="1405225"/>
              <a:chOff x="7153219" y="2662429"/>
              <a:chExt cx="1520003" cy="1407831"/>
            </a:xfrm>
            <a:solidFill>
              <a:srgbClr val="FFFFCC"/>
            </a:solidFill>
          </p:grpSpPr>
          <p:sp>
            <p:nvSpPr>
              <p:cNvPr id="14" name="Rectangle 10">
                <a:extLst>
                  <a:ext uri="{FF2B5EF4-FFF2-40B4-BE49-F238E27FC236}">
                    <a16:creationId xmlns:a16="http://schemas.microsoft.com/office/drawing/2014/main" id="{B76F603E-9BB0-44D7-824D-C5631C36C082}"/>
                  </a:ext>
                </a:extLst>
              </p:cNvPr>
              <p:cNvSpPr/>
              <p:nvPr/>
            </p:nvSpPr>
            <p:spPr>
              <a:xfrm rot="20467554">
                <a:off x="7626053" y="3827866"/>
                <a:ext cx="1047169" cy="202430"/>
              </a:xfrm>
              <a:custGeom>
                <a:avLst/>
                <a:gdLst>
                  <a:gd name="connsiteX0" fmla="*/ 0 w 997799"/>
                  <a:gd name="connsiteY0" fmla="*/ 0 h 190624"/>
                  <a:gd name="connsiteX1" fmla="*/ 997799 w 997799"/>
                  <a:gd name="connsiteY1" fmla="*/ 0 h 190624"/>
                  <a:gd name="connsiteX2" fmla="*/ 997799 w 997799"/>
                  <a:gd name="connsiteY2" fmla="*/ 190624 h 190624"/>
                  <a:gd name="connsiteX3" fmla="*/ 0 w 997799"/>
                  <a:gd name="connsiteY3" fmla="*/ 190624 h 190624"/>
                  <a:gd name="connsiteX4" fmla="*/ 0 w 997799"/>
                  <a:gd name="connsiteY4" fmla="*/ 0 h 190624"/>
                  <a:gd name="connsiteX0" fmla="*/ 0 w 997799"/>
                  <a:gd name="connsiteY0" fmla="*/ 0 h 190624"/>
                  <a:gd name="connsiteX1" fmla="*/ 997799 w 997799"/>
                  <a:gd name="connsiteY1" fmla="*/ 0 h 190624"/>
                  <a:gd name="connsiteX2" fmla="*/ 997799 w 997799"/>
                  <a:gd name="connsiteY2" fmla="*/ 190624 h 190624"/>
                  <a:gd name="connsiteX3" fmla="*/ 0 w 997799"/>
                  <a:gd name="connsiteY3" fmla="*/ 0 h 190624"/>
                  <a:gd name="connsiteX0" fmla="*/ 0 w 1006687"/>
                  <a:gd name="connsiteY0" fmla="*/ 53621 h 190624"/>
                  <a:gd name="connsiteX1" fmla="*/ 1006687 w 1006687"/>
                  <a:gd name="connsiteY1" fmla="*/ 0 h 190624"/>
                  <a:gd name="connsiteX2" fmla="*/ 1006687 w 1006687"/>
                  <a:gd name="connsiteY2" fmla="*/ 190624 h 190624"/>
                  <a:gd name="connsiteX3" fmla="*/ 0 w 1006687"/>
                  <a:gd name="connsiteY3" fmla="*/ 53621 h 190624"/>
                  <a:gd name="connsiteX0" fmla="*/ 0 w 1069156"/>
                  <a:gd name="connsiteY0" fmla="*/ 53621 h 195629"/>
                  <a:gd name="connsiteX1" fmla="*/ 1006687 w 1069156"/>
                  <a:gd name="connsiteY1" fmla="*/ 0 h 195629"/>
                  <a:gd name="connsiteX2" fmla="*/ 1069156 w 1069156"/>
                  <a:gd name="connsiteY2" fmla="*/ 195629 h 195629"/>
                  <a:gd name="connsiteX3" fmla="*/ 0 w 1069156"/>
                  <a:gd name="connsiteY3" fmla="*/ 53621 h 195629"/>
                  <a:gd name="connsiteX0" fmla="*/ 0 w 1069156"/>
                  <a:gd name="connsiteY0" fmla="*/ 53621 h 195629"/>
                  <a:gd name="connsiteX1" fmla="*/ 1006687 w 1069156"/>
                  <a:gd name="connsiteY1" fmla="*/ 0 h 195629"/>
                  <a:gd name="connsiteX2" fmla="*/ 1069156 w 1069156"/>
                  <a:gd name="connsiteY2" fmla="*/ 195629 h 195629"/>
                  <a:gd name="connsiteX3" fmla="*/ 0 w 1069156"/>
                  <a:gd name="connsiteY3" fmla="*/ 53621 h 195629"/>
                  <a:gd name="connsiteX0" fmla="*/ 0 w 1069156"/>
                  <a:gd name="connsiteY0" fmla="*/ 53621 h 195629"/>
                  <a:gd name="connsiteX1" fmla="*/ 1006687 w 1069156"/>
                  <a:gd name="connsiteY1" fmla="*/ 0 h 195629"/>
                  <a:gd name="connsiteX2" fmla="*/ 1069156 w 1069156"/>
                  <a:gd name="connsiteY2" fmla="*/ 195629 h 195629"/>
                  <a:gd name="connsiteX3" fmla="*/ 0 w 1069156"/>
                  <a:gd name="connsiteY3" fmla="*/ 53621 h 195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69156" h="195629">
                    <a:moveTo>
                      <a:pt x="0" y="53621"/>
                    </a:moveTo>
                    <a:lnTo>
                      <a:pt x="1006687" y="0"/>
                    </a:lnTo>
                    <a:lnTo>
                      <a:pt x="1069156" y="195629"/>
                    </a:lnTo>
                    <a:cubicBezTo>
                      <a:pt x="696047" y="194596"/>
                      <a:pt x="375028" y="173914"/>
                      <a:pt x="0" y="53621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en-US" sz="2400" dirty="0">
                  <a:solidFill>
                    <a:schemeClr val="tx1"/>
                  </a:solidFill>
                  <a:latin typeface="Segoe Script" panose="030B0504020000000003" pitchFamily="66" charset="0"/>
                </a:endParaRPr>
              </a:p>
            </p:txBody>
          </p:sp>
          <p:sp>
            <p:nvSpPr>
              <p:cNvPr id="15" name="Rectangle 11">
                <a:extLst>
                  <a:ext uri="{FF2B5EF4-FFF2-40B4-BE49-F238E27FC236}">
                    <a16:creationId xmlns:a16="http://schemas.microsoft.com/office/drawing/2014/main" id="{7099D601-2B95-49F8-B44C-2042E994E1EC}"/>
                  </a:ext>
                </a:extLst>
              </p:cNvPr>
              <p:cNvSpPr/>
              <p:nvPr/>
            </p:nvSpPr>
            <p:spPr>
              <a:xfrm rot="21164825">
                <a:off x="7153219" y="2662429"/>
                <a:ext cx="1441491" cy="1407831"/>
              </a:xfrm>
              <a:custGeom>
                <a:avLst/>
                <a:gdLst>
                  <a:gd name="connsiteX0" fmla="*/ 0 w 1344524"/>
                  <a:gd name="connsiteY0" fmla="*/ 0 h 1422228"/>
                  <a:gd name="connsiteX1" fmla="*/ 1344524 w 1344524"/>
                  <a:gd name="connsiteY1" fmla="*/ 0 h 1422228"/>
                  <a:gd name="connsiteX2" fmla="*/ 1344524 w 1344524"/>
                  <a:gd name="connsiteY2" fmla="*/ 1422228 h 1422228"/>
                  <a:gd name="connsiteX3" fmla="*/ 0 w 1344524"/>
                  <a:gd name="connsiteY3" fmla="*/ 1422228 h 1422228"/>
                  <a:gd name="connsiteX4" fmla="*/ 0 w 1344524"/>
                  <a:gd name="connsiteY4" fmla="*/ 0 h 1422228"/>
                  <a:gd name="connsiteX0" fmla="*/ 0 w 1441490"/>
                  <a:gd name="connsiteY0" fmla="*/ 0 h 1422228"/>
                  <a:gd name="connsiteX1" fmla="*/ 1344524 w 1441490"/>
                  <a:gd name="connsiteY1" fmla="*/ 0 h 1422228"/>
                  <a:gd name="connsiteX2" fmla="*/ 1441490 w 1441490"/>
                  <a:gd name="connsiteY2" fmla="*/ 1179354 h 1422228"/>
                  <a:gd name="connsiteX3" fmla="*/ 0 w 1441490"/>
                  <a:gd name="connsiteY3" fmla="*/ 1422228 h 1422228"/>
                  <a:gd name="connsiteX4" fmla="*/ 0 w 1441490"/>
                  <a:gd name="connsiteY4" fmla="*/ 0 h 1422228"/>
                  <a:gd name="connsiteX0" fmla="*/ 0 w 1441490"/>
                  <a:gd name="connsiteY0" fmla="*/ 0 h 1422228"/>
                  <a:gd name="connsiteX1" fmla="*/ 1344524 w 1441490"/>
                  <a:gd name="connsiteY1" fmla="*/ 0 h 1422228"/>
                  <a:gd name="connsiteX2" fmla="*/ 1441490 w 1441490"/>
                  <a:gd name="connsiteY2" fmla="*/ 1179354 h 1422228"/>
                  <a:gd name="connsiteX3" fmla="*/ 0 w 1441490"/>
                  <a:gd name="connsiteY3" fmla="*/ 1422228 h 1422228"/>
                  <a:gd name="connsiteX4" fmla="*/ 0 w 1441490"/>
                  <a:gd name="connsiteY4" fmla="*/ 0 h 1422228"/>
                  <a:gd name="connsiteX0" fmla="*/ 0 w 1441490"/>
                  <a:gd name="connsiteY0" fmla="*/ 0 h 1407832"/>
                  <a:gd name="connsiteX1" fmla="*/ 1344524 w 1441490"/>
                  <a:gd name="connsiteY1" fmla="*/ 0 h 1407832"/>
                  <a:gd name="connsiteX2" fmla="*/ 1441490 w 1441490"/>
                  <a:gd name="connsiteY2" fmla="*/ 1179354 h 1407832"/>
                  <a:gd name="connsiteX3" fmla="*/ 4836 w 1441490"/>
                  <a:gd name="connsiteY3" fmla="*/ 1407832 h 1407832"/>
                  <a:gd name="connsiteX4" fmla="*/ 0 w 1441490"/>
                  <a:gd name="connsiteY4" fmla="*/ 0 h 1407832"/>
                  <a:gd name="connsiteX0" fmla="*/ 0 w 1441490"/>
                  <a:gd name="connsiteY0" fmla="*/ 0 h 1407832"/>
                  <a:gd name="connsiteX1" fmla="*/ 1344524 w 1441490"/>
                  <a:gd name="connsiteY1" fmla="*/ 0 h 1407832"/>
                  <a:gd name="connsiteX2" fmla="*/ 1441490 w 1441490"/>
                  <a:gd name="connsiteY2" fmla="*/ 1179354 h 1407832"/>
                  <a:gd name="connsiteX3" fmla="*/ 4836 w 1441490"/>
                  <a:gd name="connsiteY3" fmla="*/ 1407832 h 1407832"/>
                  <a:gd name="connsiteX4" fmla="*/ 0 w 1441490"/>
                  <a:gd name="connsiteY4" fmla="*/ 0 h 1407832"/>
                  <a:gd name="connsiteX0" fmla="*/ 0 w 1441490"/>
                  <a:gd name="connsiteY0" fmla="*/ 0 h 1407832"/>
                  <a:gd name="connsiteX1" fmla="*/ 1344524 w 1441490"/>
                  <a:gd name="connsiteY1" fmla="*/ 0 h 1407832"/>
                  <a:gd name="connsiteX2" fmla="*/ 1441490 w 1441490"/>
                  <a:gd name="connsiteY2" fmla="*/ 1179354 h 1407832"/>
                  <a:gd name="connsiteX3" fmla="*/ 4836 w 1441490"/>
                  <a:gd name="connsiteY3" fmla="*/ 1407832 h 1407832"/>
                  <a:gd name="connsiteX4" fmla="*/ 0 w 1441490"/>
                  <a:gd name="connsiteY4" fmla="*/ 0 h 14078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41490" h="1407832">
                    <a:moveTo>
                      <a:pt x="0" y="0"/>
                    </a:moveTo>
                    <a:lnTo>
                      <a:pt x="1344524" y="0"/>
                    </a:lnTo>
                    <a:cubicBezTo>
                      <a:pt x="1376846" y="393118"/>
                      <a:pt x="1337235" y="903188"/>
                      <a:pt x="1441490" y="1179354"/>
                    </a:cubicBezTo>
                    <a:cubicBezTo>
                      <a:pt x="1081761" y="1443823"/>
                      <a:pt x="556514" y="1380972"/>
                      <a:pt x="4836" y="1407832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 w="3175">
                <a:solidFill>
                  <a:srgbClr val="F4B284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182880" bIns="182880" rtlCol="0" anchor="t"/>
              <a:lstStyle/>
              <a:p>
                <a:pPr algn="ctr"/>
                <a:r>
                  <a:rPr lang="en-US" sz="1100" dirty="0">
                    <a:solidFill>
                      <a:schemeClr val="tx1"/>
                    </a:solidFill>
                    <a:latin typeface="Segoe Script" panose="030B0504020000000003" pitchFamily="66" charset="0"/>
                  </a:rPr>
                  <a:t>Run security check—EU, Mid East, Africa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293DC985-5A5B-4F5F-B67D-AA89E49DBDC4}"/>
                </a:ext>
              </a:extLst>
            </p:cNvPr>
            <p:cNvGrpSpPr/>
            <p:nvPr/>
          </p:nvGrpSpPr>
          <p:grpSpPr>
            <a:xfrm rot="337866">
              <a:off x="1990202" y="3792550"/>
              <a:ext cx="1626116" cy="1405226"/>
              <a:chOff x="7153220" y="2662429"/>
              <a:chExt cx="1520002" cy="1407832"/>
            </a:xfrm>
            <a:solidFill>
              <a:srgbClr val="FFFFCC"/>
            </a:solidFill>
          </p:grpSpPr>
          <p:sp>
            <p:nvSpPr>
              <p:cNvPr id="17" name="Rectangle 10">
                <a:extLst>
                  <a:ext uri="{FF2B5EF4-FFF2-40B4-BE49-F238E27FC236}">
                    <a16:creationId xmlns:a16="http://schemas.microsoft.com/office/drawing/2014/main" id="{54510EC9-1356-40E1-A6A6-3318BE590E53}"/>
                  </a:ext>
                </a:extLst>
              </p:cNvPr>
              <p:cNvSpPr/>
              <p:nvPr/>
            </p:nvSpPr>
            <p:spPr>
              <a:xfrm rot="20467554">
                <a:off x="7626053" y="3827866"/>
                <a:ext cx="1047169" cy="202430"/>
              </a:xfrm>
              <a:custGeom>
                <a:avLst/>
                <a:gdLst>
                  <a:gd name="connsiteX0" fmla="*/ 0 w 997799"/>
                  <a:gd name="connsiteY0" fmla="*/ 0 h 190624"/>
                  <a:gd name="connsiteX1" fmla="*/ 997799 w 997799"/>
                  <a:gd name="connsiteY1" fmla="*/ 0 h 190624"/>
                  <a:gd name="connsiteX2" fmla="*/ 997799 w 997799"/>
                  <a:gd name="connsiteY2" fmla="*/ 190624 h 190624"/>
                  <a:gd name="connsiteX3" fmla="*/ 0 w 997799"/>
                  <a:gd name="connsiteY3" fmla="*/ 190624 h 190624"/>
                  <a:gd name="connsiteX4" fmla="*/ 0 w 997799"/>
                  <a:gd name="connsiteY4" fmla="*/ 0 h 190624"/>
                  <a:gd name="connsiteX0" fmla="*/ 0 w 997799"/>
                  <a:gd name="connsiteY0" fmla="*/ 0 h 190624"/>
                  <a:gd name="connsiteX1" fmla="*/ 997799 w 997799"/>
                  <a:gd name="connsiteY1" fmla="*/ 0 h 190624"/>
                  <a:gd name="connsiteX2" fmla="*/ 997799 w 997799"/>
                  <a:gd name="connsiteY2" fmla="*/ 190624 h 190624"/>
                  <a:gd name="connsiteX3" fmla="*/ 0 w 997799"/>
                  <a:gd name="connsiteY3" fmla="*/ 0 h 190624"/>
                  <a:gd name="connsiteX0" fmla="*/ 0 w 1006687"/>
                  <a:gd name="connsiteY0" fmla="*/ 53621 h 190624"/>
                  <a:gd name="connsiteX1" fmla="*/ 1006687 w 1006687"/>
                  <a:gd name="connsiteY1" fmla="*/ 0 h 190624"/>
                  <a:gd name="connsiteX2" fmla="*/ 1006687 w 1006687"/>
                  <a:gd name="connsiteY2" fmla="*/ 190624 h 190624"/>
                  <a:gd name="connsiteX3" fmla="*/ 0 w 1006687"/>
                  <a:gd name="connsiteY3" fmla="*/ 53621 h 190624"/>
                  <a:gd name="connsiteX0" fmla="*/ 0 w 1069156"/>
                  <a:gd name="connsiteY0" fmla="*/ 53621 h 195629"/>
                  <a:gd name="connsiteX1" fmla="*/ 1006687 w 1069156"/>
                  <a:gd name="connsiteY1" fmla="*/ 0 h 195629"/>
                  <a:gd name="connsiteX2" fmla="*/ 1069156 w 1069156"/>
                  <a:gd name="connsiteY2" fmla="*/ 195629 h 195629"/>
                  <a:gd name="connsiteX3" fmla="*/ 0 w 1069156"/>
                  <a:gd name="connsiteY3" fmla="*/ 53621 h 195629"/>
                  <a:gd name="connsiteX0" fmla="*/ 0 w 1069156"/>
                  <a:gd name="connsiteY0" fmla="*/ 53621 h 195629"/>
                  <a:gd name="connsiteX1" fmla="*/ 1006687 w 1069156"/>
                  <a:gd name="connsiteY1" fmla="*/ 0 h 195629"/>
                  <a:gd name="connsiteX2" fmla="*/ 1069156 w 1069156"/>
                  <a:gd name="connsiteY2" fmla="*/ 195629 h 195629"/>
                  <a:gd name="connsiteX3" fmla="*/ 0 w 1069156"/>
                  <a:gd name="connsiteY3" fmla="*/ 53621 h 195629"/>
                  <a:gd name="connsiteX0" fmla="*/ 0 w 1069156"/>
                  <a:gd name="connsiteY0" fmla="*/ 53621 h 195629"/>
                  <a:gd name="connsiteX1" fmla="*/ 1006687 w 1069156"/>
                  <a:gd name="connsiteY1" fmla="*/ 0 h 195629"/>
                  <a:gd name="connsiteX2" fmla="*/ 1069156 w 1069156"/>
                  <a:gd name="connsiteY2" fmla="*/ 195629 h 195629"/>
                  <a:gd name="connsiteX3" fmla="*/ 0 w 1069156"/>
                  <a:gd name="connsiteY3" fmla="*/ 53621 h 195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69156" h="195629">
                    <a:moveTo>
                      <a:pt x="0" y="53621"/>
                    </a:moveTo>
                    <a:lnTo>
                      <a:pt x="1006687" y="0"/>
                    </a:lnTo>
                    <a:lnTo>
                      <a:pt x="1069156" y="195629"/>
                    </a:lnTo>
                    <a:cubicBezTo>
                      <a:pt x="696047" y="194596"/>
                      <a:pt x="375028" y="173914"/>
                      <a:pt x="0" y="53621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en-US" sz="2400" dirty="0">
                  <a:solidFill>
                    <a:schemeClr val="tx1"/>
                  </a:solidFill>
                  <a:latin typeface="Segoe Script" panose="030B0504020000000003" pitchFamily="66" charset="0"/>
                </a:endParaRPr>
              </a:p>
            </p:txBody>
          </p:sp>
          <p:sp>
            <p:nvSpPr>
              <p:cNvPr id="18" name="Rectangle 11">
                <a:extLst>
                  <a:ext uri="{FF2B5EF4-FFF2-40B4-BE49-F238E27FC236}">
                    <a16:creationId xmlns:a16="http://schemas.microsoft.com/office/drawing/2014/main" id="{CD21EE07-92AA-418D-BBA9-489F275054CF}"/>
                  </a:ext>
                </a:extLst>
              </p:cNvPr>
              <p:cNvSpPr/>
              <p:nvPr/>
            </p:nvSpPr>
            <p:spPr>
              <a:xfrm rot="21164825">
                <a:off x="7153220" y="2662429"/>
                <a:ext cx="1441490" cy="1407832"/>
              </a:xfrm>
              <a:custGeom>
                <a:avLst/>
                <a:gdLst>
                  <a:gd name="connsiteX0" fmla="*/ 0 w 1344524"/>
                  <a:gd name="connsiteY0" fmla="*/ 0 h 1422228"/>
                  <a:gd name="connsiteX1" fmla="*/ 1344524 w 1344524"/>
                  <a:gd name="connsiteY1" fmla="*/ 0 h 1422228"/>
                  <a:gd name="connsiteX2" fmla="*/ 1344524 w 1344524"/>
                  <a:gd name="connsiteY2" fmla="*/ 1422228 h 1422228"/>
                  <a:gd name="connsiteX3" fmla="*/ 0 w 1344524"/>
                  <a:gd name="connsiteY3" fmla="*/ 1422228 h 1422228"/>
                  <a:gd name="connsiteX4" fmla="*/ 0 w 1344524"/>
                  <a:gd name="connsiteY4" fmla="*/ 0 h 1422228"/>
                  <a:gd name="connsiteX0" fmla="*/ 0 w 1441490"/>
                  <a:gd name="connsiteY0" fmla="*/ 0 h 1422228"/>
                  <a:gd name="connsiteX1" fmla="*/ 1344524 w 1441490"/>
                  <a:gd name="connsiteY1" fmla="*/ 0 h 1422228"/>
                  <a:gd name="connsiteX2" fmla="*/ 1441490 w 1441490"/>
                  <a:gd name="connsiteY2" fmla="*/ 1179354 h 1422228"/>
                  <a:gd name="connsiteX3" fmla="*/ 0 w 1441490"/>
                  <a:gd name="connsiteY3" fmla="*/ 1422228 h 1422228"/>
                  <a:gd name="connsiteX4" fmla="*/ 0 w 1441490"/>
                  <a:gd name="connsiteY4" fmla="*/ 0 h 1422228"/>
                  <a:gd name="connsiteX0" fmla="*/ 0 w 1441490"/>
                  <a:gd name="connsiteY0" fmla="*/ 0 h 1422228"/>
                  <a:gd name="connsiteX1" fmla="*/ 1344524 w 1441490"/>
                  <a:gd name="connsiteY1" fmla="*/ 0 h 1422228"/>
                  <a:gd name="connsiteX2" fmla="*/ 1441490 w 1441490"/>
                  <a:gd name="connsiteY2" fmla="*/ 1179354 h 1422228"/>
                  <a:gd name="connsiteX3" fmla="*/ 0 w 1441490"/>
                  <a:gd name="connsiteY3" fmla="*/ 1422228 h 1422228"/>
                  <a:gd name="connsiteX4" fmla="*/ 0 w 1441490"/>
                  <a:gd name="connsiteY4" fmla="*/ 0 h 1422228"/>
                  <a:gd name="connsiteX0" fmla="*/ 0 w 1441490"/>
                  <a:gd name="connsiteY0" fmla="*/ 0 h 1407832"/>
                  <a:gd name="connsiteX1" fmla="*/ 1344524 w 1441490"/>
                  <a:gd name="connsiteY1" fmla="*/ 0 h 1407832"/>
                  <a:gd name="connsiteX2" fmla="*/ 1441490 w 1441490"/>
                  <a:gd name="connsiteY2" fmla="*/ 1179354 h 1407832"/>
                  <a:gd name="connsiteX3" fmla="*/ 4836 w 1441490"/>
                  <a:gd name="connsiteY3" fmla="*/ 1407832 h 1407832"/>
                  <a:gd name="connsiteX4" fmla="*/ 0 w 1441490"/>
                  <a:gd name="connsiteY4" fmla="*/ 0 h 1407832"/>
                  <a:gd name="connsiteX0" fmla="*/ 0 w 1441490"/>
                  <a:gd name="connsiteY0" fmla="*/ 0 h 1407832"/>
                  <a:gd name="connsiteX1" fmla="*/ 1344524 w 1441490"/>
                  <a:gd name="connsiteY1" fmla="*/ 0 h 1407832"/>
                  <a:gd name="connsiteX2" fmla="*/ 1441490 w 1441490"/>
                  <a:gd name="connsiteY2" fmla="*/ 1179354 h 1407832"/>
                  <a:gd name="connsiteX3" fmla="*/ 4836 w 1441490"/>
                  <a:gd name="connsiteY3" fmla="*/ 1407832 h 1407832"/>
                  <a:gd name="connsiteX4" fmla="*/ 0 w 1441490"/>
                  <a:gd name="connsiteY4" fmla="*/ 0 h 1407832"/>
                  <a:gd name="connsiteX0" fmla="*/ 0 w 1441490"/>
                  <a:gd name="connsiteY0" fmla="*/ 0 h 1407832"/>
                  <a:gd name="connsiteX1" fmla="*/ 1344524 w 1441490"/>
                  <a:gd name="connsiteY1" fmla="*/ 0 h 1407832"/>
                  <a:gd name="connsiteX2" fmla="*/ 1441490 w 1441490"/>
                  <a:gd name="connsiteY2" fmla="*/ 1179354 h 1407832"/>
                  <a:gd name="connsiteX3" fmla="*/ 4836 w 1441490"/>
                  <a:gd name="connsiteY3" fmla="*/ 1407832 h 1407832"/>
                  <a:gd name="connsiteX4" fmla="*/ 0 w 1441490"/>
                  <a:gd name="connsiteY4" fmla="*/ 0 h 14078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41490" h="1407832">
                    <a:moveTo>
                      <a:pt x="0" y="0"/>
                    </a:moveTo>
                    <a:lnTo>
                      <a:pt x="1344524" y="0"/>
                    </a:lnTo>
                    <a:cubicBezTo>
                      <a:pt x="1376846" y="393118"/>
                      <a:pt x="1337235" y="903188"/>
                      <a:pt x="1441490" y="1179354"/>
                    </a:cubicBezTo>
                    <a:cubicBezTo>
                      <a:pt x="1081761" y="1443823"/>
                      <a:pt x="556514" y="1380972"/>
                      <a:pt x="4836" y="1407832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 w="3175">
                <a:solidFill>
                  <a:srgbClr val="F4B284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182880" bIns="182880" rtlCol="0" anchor="t"/>
              <a:lstStyle/>
              <a:p>
                <a:pPr algn="ctr"/>
                <a:r>
                  <a:rPr lang="en-US" sz="1100" dirty="0">
                    <a:solidFill>
                      <a:schemeClr val="tx1"/>
                    </a:solidFill>
                    <a:latin typeface="Segoe Script" panose="030B0504020000000003" pitchFamily="66" charset="0"/>
                  </a:rPr>
                  <a:t>Customize Website for Widgets, Inc.</a:t>
                </a:r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32B7890C-BEDE-40E3-B570-6ED13D4F1237}"/>
                </a:ext>
              </a:extLst>
            </p:cNvPr>
            <p:cNvGrpSpPr/>
            <p:nvPr/>
          </p:nvGrpSpPr>
          <p:grpSpPr>
            <a:xfrm rot="337866">
              <a:off x="413430" y="4148039"/>
              <a:ext cx="1626116" cy="1405226"/>
              <a:chOff x="7153220" y="2662429"/>
              <a:chExt cx="1520002" cy="1407832"/>
            </a:xfrm>
            <a:solidFill>
              <a:srgbClr val="FFFFCC"/>
            </a:solidFill>
          </p:grpSpPr>
          <p:sp>
            <p:nvSpPr>
              <p:cNvPr id="20" name="Rectangle 10">
                <a:extLst>
                  <a:ext uri="{FF2B5EF4-FFF2-40B4-BE49-F238E27FC236}">
                    <a16:creationId xmlns:a16="http://schemas.microsoft.com/office/drawing/2014/main" id="{53A12057-2F98-4227-9C16-620660A6D14B}"/>
                  </a:ext>
                </a:extLst>
              </p:cNvPr>
              <p:cNvSpPr/>
              <p:nvPr/>
            </p:nvSpPr>
            <p:spPr>
              <a:xfrm rot="20467554">
                <a:off x="7626053" y="3827866"/>
                <a:ext cx="1047169" cy="202430"/>
              </a:xfrm>
              <a:custGeom>
                <a:avLst/>
                <a:gdLst>
                  <a:gd name="connsiteX0" fmla="*/ 0 w 997799"/>
                  <a:gd name="connsiteY0" fmla="*/ 0 h 190624"/>
                  <a:gd name="connsiteX1" fmla="*/ 997799 w 997799"/>
                  <a:gd name="connsiteY1" fmla="*/ 0 h 190624"/>
                  <a:gd name="connsiteX2" fmla="*/ 997799 w 997799"/>
                  <a:gd name="connsiteY2" fmla="*/ 190624 h 190624"/>
                  <a:gd name="connsiteX3" fmla="*/ 0 w 997799"/>
                  <a:gd name="connsiteY3" fmla="*/ 190624 h 190624"/>
                  <a:gd name="connsiteX4" fmla="*/ 0 w 997799"/>
                  <a:gd name="connsiteY4" fmla="*/ 0 h 190624"/>
                  <a:gd name="connsiteX0" fmla="*/ 0 w 997799"/>
                  <a:gd name="connsiteY0" fmla="*/ 0 h 190624"/>
                  <a:gd name="connsiteX1" fmla="*/ 997799 w 997799"/>
                  <a:gd name="connsiteY1" fmla="*/ 0 h 190624"/>
                  <a:gd name="connsiteX2" fmla="*/ 997799 w 997799"/>
                  <a:gd name="connsiteY2" fmla="*/ 190624 h 190624"/>
                  <a:gd name="connsiteX3" fmla="*/ 0 w 997799"/>
                  <a:gd name="connsiteY3" fmla="*/ 0 h 190624"/>
                  <a:gd name="connsiteX0" fmla="*/ 0 w 1006687"/>
                  <a:gd name="connsiteY0" fmla="*/ 53621 h 190624"/>
                  <a:gd name="connsiteX1" fmla="*/ 1006687 w 1006687"/>
                  <a:gd name="connsiteY1" fmla="*/ 0 h 190624"/>
                  <a:gd name="connsiteX2" fmla="*/ 1006687 w 1006687"/>
                  <a:gd name="connsiteY2" fmla="*/ 190624 h 190624"/>
                  <a:gd name="connsiteX3" fmla="*/ 0 w 1006687"/>
                  <a:gd name="connsiteY3" fmla="*/ 53621 h 190624"/>
                  <a:gd name="connsiteX0" fmla="*/ 0 w 1069156"/>
                  <a:gd name="connsiteY0" fmla="*/ 53621 h 195629"/>
                  <a:gd name="connsiteX1" fmla="*/ 1006687 w 1069156"/>
                  <a:gd name="connsiteY1" fmla="*/ 0 h 195629"/>
                  <a:gd name="connsiteX2" fmla="*/ 1069156 w 1069156"/>
                  <a:gd name="connsiteY2" fmla="*/ 195629 h 195629"/>
                  <a:gd name="connsiteX3" fmla="*/ 0 w 1069156"/>
                  <a:gd name="connsiteY3" fmla="*/ 53621 h 195629"/>
                  <a:gd name="connsiteX0" fmla="*/ 0 w 1069156"/>
                  <a:gd name="connsiteY0" fmla="*/ 53621 h 195629"/>
                  <a:gd name="connsiteX1" fmla="*/ 1006687 w 1069156"/>
                  <a:gd name="connsiteY1" fmla="*/ 0 h 195629"/>
                  <a:gd name="connsiteX2" fmla="*/ 1069156 w 1069156"/>
                  <a:gd name="connsiteY2" fmla="*/ 195629 h 195629"/>
                  <a:gd name="connsiteX3" fmla="*/ 0 w 1069156"/>
                  <a:gd name="connsiteY3" fmla="*/ 53621 h 195629"/>
                  <a:gd name="connsiteX0" fmla="*/ 0 w 1069156"/>
                  <a:gd name="connsiteY0" fmla="*/ 53621 h 195629"/>
                  <a:gd name="connsiteX1" fmla="*/ 1006687 w 1069156"/>
                  <a:gd name="connsiteY1" fmla="*/ 0 h 195629"/>
                  <a:gd name="connsiteX2" fmla="*/ 1069156 w 1069156"/>
                  <a:gd name="connsiteY2" fmla="*/ 195629 h 195629"/>
                  <a:gd name="connsiteX3" fmla="*/ 0 w 1069156"/>
                  <a:gd name="connsiteY3" fmla="*/ 53621 h 195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69156" h="195629">
                    <a:moveTo>
                      <a:pt x="0" y="53621"/>
                    </a:moveTo>
                    <a:lnTo>
                      <a:pt x="1006687" y="0"/>
                    </a:lnTo>
                    <a:lnTo>
                      <a:pt x="1069156" y="195629"/>
                    </a:lnTo>
                    <a:cubicBezTo>
                      <a:pt x="696047" y="194596"/>
                      <a:pt x="375028" y="173914"/>
                      <a:pt x="0" y="53621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en-US" sz="2400" dirty="0">
                  <a:solidFill>
                    <a:schemeClr val="tx1"/>
                  </a:solidFill>
                  <a:latin typeface="Segoe Script" panose="030B0504020000000003" pitchFamily="66" charset="0"/>
                </a:endParaRPr>
              </a:p>
            </p:txBody>
          </p:sp>
          <p:sp>
            <p:nvSpPr>
              <p:cNvPr id="21" name="Rectangle 11">
                <a:extLst>
                  <a:ext uri="{FF2B5EF4-FFF2-40B4-BE49-F238E27FC236}">
                    <a16:creationId xmlns:a16="http://schemas.microsoft.com/office/drawing/2014/main" id="{75CEB355-7BF2-4A0B-8C9B-8BB20C8C7F86}"/>
                  </a:ext>
                </a:extLst>
              </p:cNvPr>
              <p:cNvSpPr/>
              <p:nvPr/>
            </p:nvSpPr>
            <p:spPr>
              <a:xfrm rot="21164825">
                <a:off x="7153220" y="2662429"/>
                <a:ext cx="1441490" cy="1407832"/>
              </a:xfrm>
              <a:custGeom>
                <a:avLst/>
                <a:gdLst>
                  <a:gd name="connsiteX0" fmla="*/ 0 w 1344524"/>
                  <a:gd name="connsiteY0" fmla="*/ 0 h 1422228"/>
                  <a:gd name="connsiteX1" fmla="*/ 1344524 w 1344524"/>
                  <a:gd name="connsiteY1" fmla="*/ 0 h 1422228"/>
                  <a:gd name="connsiteX2" fmla="*/ 1344524 w 1344524"/>
                  <a:gd name="connsiteY2" fmla="*/ 1422228 h 1422228"/>
                  <a:gd name="connsiteX3" fmla="*/ 0 w 1344524"/>
                  <a:gd name="connsiteY3" fmla="*/ 1422228 h 1422228"/>
                  <a:gd name="connsiteX4" fmla="*/ 0 w 1344524"/>
                  <a:gd name="connsiteY4" fmla="*/ 0 h 1422228"/>
                  <a:gd name="connsiteX0" fmla="*/ 0 w 1441490"/>
                  <a:gd name="connsiteY0" fmla="*/ 0 h 1422228"/>
                  <a:gd name="connsiteX1" fmla="*/ 1344524 w 1441490"/>
                  <a:gd name="connsiteY1" fmla="*/ 0 h 1422228"/>
                  <a:gd name="connsiteX2" fmla="*/ 1441490 w 1441490"/>
                  <a:gd name="connsiteY2" fmla="*/ 1179354 h 1422228"/>
                  <a:gd name="connsiteX3" fmla="*/ 0 w 1441490"/>
                  <a:gd name="connsiteY3" fmla="*/ 1422228 h 1422228"/>
                  <a:gd name="connsiteX4" fmla="*/ 0 w 1441490"/>
                  <a:gd name="connsiteY4" fmla="*/ 0 h 1422228"/>
                  <a:gd name="connsiteX0" fmla="*/ 0 w 1441490"/>
                  <a:gd name="connsiteY0" fmla="*/ 0 h 1422228"/>
                  <a:gd name="connsiteX1" fmla="*/ 1344524 w 1441490"/>
                  <a:gd name="connsiteY1" fmla="*/ 0 h 1422228"/>
                  <a:gd name="connsiteX2" fmla="*/ 1441490 w 1441490"/>
                  <a:gd name="connsiteY2" fmla="*/ 1179354 h 1422228"/>
                  <a:gd name="connsiteX3" fmla="*/ 0 w 1441490"/>
                  <a:gd name="connsiteY3" fmla="*/ 1422228 h 1422228"/>
                  <a:gd name="connsiteX4" fmla="*/ 0 w 1441490"/>
                  <a:gd name="connsiteY4" fmla="*/ 0 h 1422228"/>
                  <a:gd name="connsiteX0" fmla="*/ 0 w 1441490"/>
                  <a:gd name="connsiteY0" fmla="*/ 0 h 1407832"/>
                  <a:gd name="connsiteX1" fmla="*/ 1344524 w 1441490"/>
                  <a:gd name="connsiteY1" fmla="*/ 0 h 1407832"/>
                  <a:gd name="connsiteX2" fmla="*/ 1441490 w 1441490"/>
                  <a:gd name="connsiteY2" fmla="*/ 1179354 h 1407832"/>
                  <a:gd name="connsiteX3" fmla="*/ 4836 w 1441490"/>
                  <a:gd name="connsiteY3" fmla="*/ 1407832 h 1407832"/>
                  <a:gd name="connsiteX4" fmla="*/ 0 w 1441490"/>
                  <a:gd name="connsiteY4" fmla="*/ 0 h 1407832"/>
                  <a:gd name="connsiteX0" fmla="*/ 0 w 1441490"/>
                  <a:gd name="connsiteY0" fmla="*/ 0 h 1407832"/>
                  <a:gd name="connsiteX1" fmla="*/ 1344524 w 1441490"/>
                  <a:gd name="connsiteY1" fmla="*/ 0 h 1407832"/>
                  <a:gd name="connsiteX2" fmla="*/ 1441490 w 1441490"/>
                  <a:gd name="connsiteY2" fmla="*/ 1179354 h 1407832"/>
                  <a:gd name="connsiteX3" fmla="*/ 4836 w 1441490"/>
                  <a:gd name="connsiteY3" fmla="*/ 1407832 h 1407832"/>
                  <a:gd name="connsiteX4" fmla="*/ 0 w 1441490"/>
                  <a:gd name="connsiteY4" fmla="*/ 0 h 1407832"/>
                  <a:gd name="connsiteX0" fmla="*/ 0 w 1441490"/>
                  <a:gd name="connsiteY0" fmla="*/ 0 h 1407832"/>
                  <a:gd name="connsiteX1" fmla="*/ 1344524 w 1441490"/>
                  <a:gd name="connsiteY1" fmla="*/ 0 h 1407832"/>
                  <a:gd name="connsiteX2" fmla="*/ 1441490 w 1441490"/>
                  <a:gd name="connsiteY2" fmla="*/ 1179354 h 1407832"/>
                  <a:gd name="connsiteX3" fmla="*/ 4836 w 1441490"/>
                  <a:gd name="connsiteY3" fmla="*/ 1407832 h 1407832"/>
                  <a:gd name="connsiteX4" fmla="*/ 0 w 1441490"/>
                  <a:gd name="connsiteY4" fmla="*/ 0 h 14078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41490" h="1407832">
                    <a:moveTo>
                      <a:pt x="0" y="0"/>
                    </a:moveTo>
                    <a:lnTo>
                      <a:pt x="1344524" y="0"/>
                    </a:lnTo>
                    <a:cubicBezTo>
                      <a:pt x="1376846" y="393118"/>
                      <a:pt x="1337235" y="903188"/>
                      <a:pt x="1441490" y="1179354"/>
                    </a:cubicBezTo>
                    <a:cubicBezTo>
                      <a:pt x="1081761" y="1443823"/>
                      <a:pt x="556514" y="1380972"/>
                      <a:pt x="4836" y="1407832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 w="3175">
                <a:solidFill>
                  <a:srgbClr val="F4B284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182880" bIns="182880" rtlCol="0" anchor="t"/>
              <a:lstStyle/>
              <a:p>
                <a:pPr algn="ctr"/>
                <a:r>
                  <a:rPr lang="en-US" sz="1100" dirty="0">
                    <a:solidFill>
                      <a:schemeClr val="tx1"/>
                    </a:solidFill>
                    <a:latin typeface="Segoe Script" panose="030B0504020000000003" pitchFamily="66" charset="0"/>
                  </a:rPr>
                  <a:t>Install compliance module 7RRL</a:t>
                </a:r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BA10E627-5439-49B1-B2A4-1B67144F9D8B}"/>
                </a:ext>
              </a:extLst>
            </p:cNvPr>
            <p:cNvGrpSpPr/>
            <p:nvPr/>
          </p:nvGrpSpPr>
          <p:grpSpPr>
            <a:xfrm rot="337866">
              <a:off x="1363103" y="5128011"/>
              <a:ext cx="1626116" cy="1405226"/>
              <a:chOff x="7153220" y="2662429"/>
              <a:chExt cx="1520002" cy="1407832"/>
            </a:xfrm>
            <a:solidFill>
              <a:srgbClr val="FFFFCC"/>
            </a:solidFill>
          </p:grpSpPr>
          <p:sp>
            <p:nvSpPr>
              <p:cNvPr id="23" name="Rectangle 10">
                <a:extLst>
                  <a:ext uri="{FF2B5EF4-FFF2-40B4-BE49-F238E27FC236}">
                    <a16:creationId xmlns:a16="http://schemas.microsoft.com/office/drawing/2014/main" id="{BF740228-BEE4-4446-A8C4-FACF21F7F3AE}"/>
                  </a:ext>
                </a:extLst>
              </p:cNvPr>
              <p:cNvSpPr/>
              <p:nvPr/>
            </p:nvSpPr>
            <p:spPr>
              <a:xfrm rot="20467554">
                <a:off x="7626053" y="3827866"/>
                <a:ext cx="1047169" cy="202430"/>
              </a:xfrm>
              <a:custGeom>
                <a:avLst/>
                <a:gdLst>
                  <a:gd name="connsiteX0" fmla="*/ 0 w 997799"/>
                  <a:gd name="connsiteY0" fmla="*/ 0 h 190624"/>
                  <a:gd name="connsiteX1" fmla="*/ 997799 w 997799"/>
                  <a:gd name="connsiteY1" fmla="*/ 0 h 190624"/>
                  <a:gd name="connsiteX2" fmla="*/ 997799 w 997799"/>
                  <a:gd name="connsiteY2" fmla="*/ 190624 h 190624"/>
                  <a:gd name="connsiteX3" fmla="*/ 0 w 997799"/>
                  <a:gd name="connsiteY3" fmla="*/ 190624 h 190624"/>
                  <a:gd name="connsiteX4" fmla="*/ 0 w 997799"/>
                  <a:gd name="connsiteY4" fmla="*/ 0 h 190624"/>
                  <a:gd name="connsiteX0" fmla="*/ 0 w 997799"/>
                  <a:gd name="connsiteY0" fmla="*/ 0 h 190624"/>
                  <a:gd name="connsiteX1" fmla="*/ 997799 w 997799"/>
                  <a:gd name="connsiteY1" fmla="*/ 0 h 190624"/>
                  <a:gd name="connsiteX2" fmla="*/ 997799 w 997799"/>
                  <a:gd name="connsiteY2" fmla="*/ 190624 h 190624"/>
                  <a:gd name="connsiteX3" fmla="*/ 0 w 997799"/>
                  <a:gd name="connsiteY3" fmla="*/ 0 h 190624"/>
                  <a:gd name="connsiteX0" fmla="*/ 0 w 1006687"/>
                  <a:gd name="connsiteY0" fmla="*/ 53621 h 190624"/>
                  <a:gd name="connsiteX1" fmla="*/ 1006687 w 1006687"/>
                  <a:gd name="connsiteY1" fmla="*/ 0 h 190624"/>
                  <a:gd name="connsiteX2" fmla="*/ 1006687 w 1006687"/>
                  <a:gd name="connsiteY2" fmla="*/ 190624 h 190624"/>
                  <a:gd name="connsiteX3" fmla="*/ 0 w 1006687"/>
                  <a:gd name="connsiteY3" fmla="*/ 53621 h 190624"/>
                  <a:gd name="connsiteX0" fmla="*/ 0 w 1069156"/>
                  <a:gd name="connsiteY0" fmla="*/ 53621 h 195629"/>
                  <a:gd name="connsiteX1" fmla="*/ 1006687 w 1069156"/>
                  <a:gd name="connsiteY1" fmla="*/ 0 h 195629"/>
                  <a:gd name="connsiteX2" fmla="*/ 1069156 w 1069156"/>
                  <a:gd name="connsiteY2" fmla="*/ 195629 h 195629"/>
                  <a:gd name="connsiteX3" fmla="*/ 0 w 1069156"/>
                  <a:gd name="connsiteY3" fmla="*/ 53621 h 195629"/>
                  <a:gd name="connsiteX0" fmla="*/ 0 w 1069156"/>
                  <a:gd name="connsiteY0" fmla="*/ 53621 h 195629"/>
                  <a:gd name="connsiteX1" fmla="*/ 1006687 w 1069156"/>
                  <a:gd name="connsiteY1" fmla="*/ 0 h 195629"/>
                  <a:gd name="connsiteX2" fmla="*/ 1069156 w 1069156"/>
                  <a:gd name="connsiteY2" fmla="*/ 195629 h 195629"/>
                  <a:gd name="connsiteX3" fmla="*/ 0 w 1069156"/>
                  <a:gd name="connsiteY3" fmla="*/ 53621 h 195629"/>
                  <a:gd name="connsiteX0" fmla="*/ 0 w 1069156"/>
                  <a:gd name="connsiteY0" fmla="*/ 53621 h 195629"/>
                  <a:gd name="connsiteX1" fmla="*/ 1006687 w 1069156"/>
                  <a:gd name="connsiteY1" fmla="*/ 0 h 195629"/>
                  <a:gd name="connsiteX2" fmla="*/ 1069156 w 1069156"/>
                  <a:gd name="connsiteY2" fmla="*/ 195629 h 195629"/>
                  <a:gd name="connsiteX3" fmla="*/ 0 w 1069156"/>
                  <a:gd name="connsiteY3" fmla="*/ 53621 h 195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69156" h="195629">
                    <a:moveTo>
                      <a:pt x="0" y="53621"/>
                    </a:moveTo>
                    <a:lnTo>
                      <a:pt x="1006687" y="0"/>
                    </a:lnTo>
                    <a:lnTo>
                      <a:pt x="1069156" y="195629"/>
                    </a:lnTo>
                    <a:cubicBezTo>
                      <a:pt x="696047" y="194596"/>
                      <a:pt x="375028" y="173914"/>
                      <a:pt x="0" y="53621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en-US" sz="2400" dirty="0">
                  <a:solidFill>
                    <a:schemeClr val="tx1"/>
                  </a:solidFill>
                  <a:latin typeface="Segoe Script" panose="030B0504020000000003" pitchFamily="66" charset="0"/>
                </a:endParaRPr>
              </a:p>
            </p:txBody>
          </p:sp>
          <p:sp>
            <p:nvSpPr>
              <p:cNvPr id="24" name="Rectangle 11">
                <a:extLst>
                  <a:ext uri="{FF2B5EF4-FFF2-40B4-BE49-F238E27FC236}">
                    <a16:creationId xmlns:a16="http://schemas.microsoft.com/office/drawing/2014/main" id="{7E7B0FE0-B7A3-4366-8336-7C756AB805F5}"/>
                  </a:ext>
                </a:extLst>
              </p:cNvPr>
              <p:cNvSpPr/>
              <p:nvPr/>
            </p:nvSpPr>
            <p:spPr>
              <a:xfrm rot="21164825">
                <a:off x="7153220" y="2662429"/>
                <a:ext cx="1441490" cy="1407832"/>
              </a:xfrm>
              <a:custGeom>
                <a:avLst/>
                <a:gdLst>
                  <a:gd name="connsiteX0" fmla="*/ 0 w 1344524"/>
                  <a:gd name="connsiteY0" fmla="*/ 0 h 1422228"/>
                  <a:gd name="connsiteX1" fmla="*/ 1344524 w 1344524"/>
                  <a:gd name="connsiteY1" fmla="*/ 0 h 1422228"/>
                  <a:gd name="connsiteX2" fmla="*/ 1344524 w 1344524"/>
                  <a:gd name="connsiteY2" fmla="*/ 1422228 h 1422228"/>
                  <a:gd name="connsiteX3" fmla="*/ 0 w 1344524"/>
                  <a:gd name="connsiteY3" fmla="*/ 1422228 h 1422228"/>
                  <a:gd name="connsiteX4" fmla="*/ 0 w 1344524"/>
                  <a:gd name="connsiteY4" fmla="*/ 0 h 1422228"/>
                  <a:gd name="connsiteX0" fmla="*/ 0 w 1441490"/>
                  <a:gd name="connsiteY0" fmla="*/ 0 h 1422228"/>
                  <a:gd name="connsiteX1" fmla="*/ 1344524 w 1441490"/>
                  <a:gd name="connsiteY1" fmla="*/ 0 h 1422228"/>
                  <a:gd name="connsiteX2" fmla="*/ 1441490 w 1441490"/>
                  <a:gd name="connsiteY2" fmla="*/ 1179354 h 1422228"/>
                  <a:gd name="connsiteX3" fmla="*/ 0 w 1441490"/>
                  <a:gd name="connsiteY3" fmla="*/ 1422228 h 1422228"/>
                  <a:gd name="connsiteX4" fmla="*/ 0 w 1441490"/>
                  <a:gd name="connsiteY4" fmla="*/ 0 h 1422228"/>
                  <a:gd name="connsiteX0" fmla="*/ 0 w 1441490"/>
                  <a:gd name="connsiteY0" fmla="*/ 0 h 1422228"/>
                  <a:gd name="connsiteX1" fmla="*/ 1344524 w 1441490"/>
                  <a:gd name="connsiteY1" fmla="*/ 0 h 1422228"/>
                  <a:gd name="connsiteX2" fmla="*/ 1441490 w 1441490"/>
                  <a:gd name="connsiteY2" fmla="*/ 1179354 h 1422228"/>
                  <a:gd name="connsiteX3" fmla="*/ 0 w 1441490"/>
                  <a:gd name="connsiteY3" fmla="*/ 1422228 h 1422228"/>
                  <a:gd name="connsiteX4" fmla="*/ 0 w 1441490"/>
                  <a:gd name="connsiteY4" fmla="*/ 0 h 1422228"/>
                  <a:gd name="connsiteX0" fmla="*/ 0 w 1441490"/>
                  <a:gd name="connsiteY0" fmla="*/ 0 h 1407832"/>
                  <a:gd name="connsiteX1" fmla="*/ 1344524 w 1441490"/>
                  <a:gd name="connsiteY1" fmla="*/ 0 h 1407832"/>
                  <a:gd name="connsiteX2" fmla="*/ 1441490 w 1441490"/>
                  <a:gd name="connsiteY2" fmla="*/ 1179354 h 1407832"/>
                  <a:gd name="connsiteX3" fmla="*/ 4836 w 1441490"/>
                  <a:gd name="connsiteY3" fmla="*/ 1407832 h 1407832"/>
                  <a:gd name="connsiteX4" fmla="*/ 0 w 1441490"/>
                  <a:gd name="connsiteY4" fmla="*/ 0 h 1407832"/>
                  <a:gd name="connsiteX0" fmla="*/ 0 w 1441490"/>
                  <a:gd name="connsiteY0" fmla="*/ 0 h 1407832"/>
                  <a:gd name="connsiteX1" fmla="*/ 1344524 w 1441490"/>
                  <a:gd name="connsiteY1" fmla="*/ 0 h 1407832"/>
                  <a:gd name="connsiteX2" fmla="*/ 1441490 w 1441490"/>
                  <a:gd name="connsiteY2" fmla="*/ 1179354 h 1407832"/>
                  <a:gd name="connsiteX3" fmla="*/ 4836 w 1441490"/>
                  <a:gd name="connsiteY3" fmla="*/ 1407832 h 1407832"/>
                  <a:gd name="connsiteX4" fmla="*/ 0 w 1441490"/>
                  <a:gd name="connsiteY4" fmla="*/ 0 h 1407832"/>
                  <a:gd name="connsiteX0" fmla="*/ 0 w 1441490"/>
                  <a:gd name="connsiteY0" fmla="*/ 0 h 1407832"/>
                  <a:gd name="connsiteX1" fmla="*/ 1344524 w 1441490"/>
                  <a:gd name="connsiteY1" fmla="*/ 0 h 1407832"/>
                  <a:gd name="connsiteX2" fmla="*/ 1441490 w 1441490"/>
                  <a:gd name="connsiteY2" fmla="*/ 1179354 h 1407832"/>
                  <a:gd name="connsiteX3" fmla="*/ 4836 w 1441490"/>
                  <a:gd name="connsiteY3" fmla="*/ 1407832 h 1407832"/>
                  <a:gd name="connsiteX4" fmla="*/ 0 w 1441490"/>
                  <a:gd name="connsiteY4" fmla="*/ 0 h 14078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41490" h="1407832">
                    <a:moveTo>
                      <a:pt x="0" y="0"/>
                    </a:moveTo>
                    <a:lnTo>
                      <a:pt x="1344524" y="0"/>
                    </a:lnTo>
                    <a:cubicBezTo>
                      <a:pt x="1376846" y="393118"/>
                      <a:pt x="1337235" y="903188"/>
                      <a:pt x="1441490" y="1179354"/>
                    </a:cubicBezTo>
                    <a:cubicBezTo>
                      <a:pt x="1081761" y="1443823"/>
                      <a:pt x="556514" y="1380972"/>
                      <a:pt x="4836" y="1407832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 w="3175">
                <a:solidFill>
                  <a:srgbClr val="F4B284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182880" bIns="182880" rtlCol="0" anchor="t"/>
              <a:lstStyle/>
              <a:p>
                <a:pPr algn="ctr"/>
                <a:r>
                  <a:rPr lang="en-US" sz="1100" dirty="0">
                    <a:solidFill>
                      <a:schemeClr val="tx1"/>
                    </a:solidFill>
                    <a:latin typeface="Segoe Script" panose="030B0504020000000003" pitchFamily="66" charset="0"/>
                  </a:rPr>
                  <a:t>Initial brochure design</a:t>
                </a:r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2EBEABD1-EE6B-4F87-A1E9-AF4FC233E835}"/>
                </a:ext>
              </a:extLst>
            </p:cNvPr>
            <p:cNvGrpSpPr/>
            <p:nvPr/>
          </p:nvGrpSpPr>
          <p:grpSpPr>
            <a:xfrm rot="337866">
              <a:off x="3970701" y="3697401"/>
              <a:ext cx="1626116" cy="1405231"/>
              <a:chOff x="7153219" y="2662430"/>
              <a:chExt cx="1520002" cy="1407839"/>
            </a:xfrm>
            <a:solidFill>
              <a:srgbClr val="FFFFCC"/>
            </a:solidFill>
          </p:grpSpPr>
          <p:sp>
            <p:nvSpPr>
              <p:cNvPr id="26" name="Rectangle 10">
                <a:extLst>
                  <a:ext uri="{FF2B5EF4-FFF2-40B4-BE49-F238E27FC236}">
                    <a16:creationId xmlns:a16="http://schemas.microsoft.com/office/drawing/2014/main" id="{BC046902-B127-4092-84AB-8EEBA1C5B5A1}"/>
                  </a:ext>
                </a:extLst>
              </p:cNvPr>
              <p:cNvSpPr/>
              <p:nvPr/>
            </p:nvSpPr>
            <p:spPr>
              <a:xfrm rot="20467554">
                <a:off x="7626053" y="3827866"/>
                <a:ext cx="1047169" cy="202430"/>
              </a:xfrm>
              <a:custGeom>
                <a:avLst/>
                <a:gdLst>
                  <a:gd name="connsiteX0" fmla="*/ 0 w 997799"/>
                  <a:gd name="connsiteY0" fmla="*/ 0 h 190624"/>
                  <a:gd name="connsiteX1" fmla="*/ 997799 w 997799"/>
                  <a:gd name="connsiteY1" fmla="*/ 0 h 190624"/>
                  <a:gd name="connsiteX2" fmla="*/ 997799 w 997799"/>
                  <a:gd name="connsiteY2" fmla="*/ 190624 h 190624"/>
                  <a:gd name="connsiteX3" fmla="*/ 0 w 997799"/>
                  <a:gd name="connsiteY3" fmla="*/ 190624 h 190624"/>
                  <a:gd name="connsiteX4" fmla="*/ 0 w 997799"/>
                  <a:gd name="connsiteY4" fmla="*/ 0 h 190624"/>
                  <a:gd name="connsiteX0" fmla="*/ 0 w 997799"/>
                  <a:gd name="connsiteY0" fmla="*/ 0 h 190624"/>
                  <a:gd name="connsiteX1" fmla="*/ 997799 w 997799"/>
                  <a:gd name="connsiteY1" fmla="*/ 0 h 190624"/>
                  <a:gd name="connsiteX2" fmla="*/ 997799 w 997799"/>
                  <a:gd name="connsiteY2" fmla="*/ 190624 h 190624"/>
                  <a:gd name="connsiteX3" fmla="*/ 0 w 997799"/>
                  <a:gd name="connsiteY3" fmla="*/ 0 h 190624"/>
                  <a:gd name="connsiteX0" fmla="*/ 0 w 1006687"/>
                  <a:gd name="connsiteY0" fmla="*/ 53621 h 190624"/>
                  <a:gd name="connsiteX1" fmla="*/ 1006687 w 1006687"/>
                  <a:gd name="connsiteY1" fmla="*/ 0 h 190624"/>
                  <a:gd name="connsiteX2" fmla="*/ 1006687 w 1006687"/>
                  <a:gd name="connsiteY2" fmla="*/ 190624 h 190624"/>
                  <a:gd name="connsiteX3" fmla="*/ 0 w 1006687"/>
                  <a:gd name="connsiteY3" fmla="*/ 53621 h 190624"/>
                  <a:gd name="connsiteX0" fmla="*/ 0 w 1069156"/>
                  <a:gd name="connsiteY0" fmla="*/ 53621 h 195629"/>
                  <a:gd name="connsiteX1" fmla="*/ 1006687 w 1069156"/>
                  <a:gd name="connsiteY1" fmla="*/ 0 h 195629"/>
                  <a:gd name="connsiteX2" fmla="*/ 1069156 w 1069156"/>
                  <a:gd name="connsiteY2" fmla="*/ 195629 h 195629"/>
                  <a:gd name="connsiteX3" fmla="*/ 0 w 1069156"/>
                  <a:gd name="connsiteY3" fmla="*/ 53621 h 195629"/>
                  <a:gd name="connsiteX0" fmla="*/ 0 w 1069156"/>
                  <a:gd name="connsiteY0" fmla="*/ 53621 h 195629"/>
                  <a:gd name="connsiteX1" fmla="*/ 1006687 w 1069156"/>
                  <a:gd name="connsiteY1" fmla="*/ 0 h 195629"/>
                  <a:gd name="connsiteX2" fmla="*/ 1069156 w 1069156"/>
                  <a:gd name="connsiteY2" fmla="*/ 195629 h 195629"/>
                  <a:gd name="connsiteX3" fmla="*/ 0 w 1069156"/>
                  <a:gd name="connsiteY3" fmla="*/ 53621 h 195629"/>
                  <a:gd name="connsiteX0" fmla="*/ 0 w 1069156"/>
                  <a:gd name="connsiteY0" fmla="*/ 53621 h 195629"/>
                  <a:gd name="connsiteX1" fmla="*/ 1006687 w 1069156"/>
                  <a:gd name="connsiteY1" fmla="*/ 0 h 195629"/>
                  <a:gd name="connsiteX2" fmla="*/ 1069156 w 1069156"/>
                  <a:gd name="connsiteY2" fmla="*/ 195629 h 195629"/>
                  <a:gd name="connsiteX3" fmla="*/ 0 w 1069156"/>
                  <a:gd name="connsiteY3" fmla="*/ 53621 h 195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69156" h="195629">
                    <a:moveTo>
                      <a:pt x="0" y="53621"/>
                    </a:moveTo>
                    <a:lnTo>
                      <a:pt x="1006687" y="0"/>
                    </a:lnTo>
                    <a:lnTo>
                      <a:pt x="1069156" y="195629"/>
                    </a:lnTo>
                    <a:cubicBezTo>
                      <a:pt x="696047" y="194596"/>
                      <a:pt x="375028" y="173914"/>
                      <a:pt x="0" y="53621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en-US" sz="2400" dirty="0">
                  <a:solidFill>
                    <a:schemeClr val="tx1"/>
                  </a:solidFill>
                  <a:latin typeface="Segoe Script" panose="030B0504020000000003" pitchFamily="66" charset="0"/>
                </a:endParaRPr>
              </a:p>
            </p:txBody>
          </p:sp>
          <p:sp>
            <p:nvSpPr>
              <p:cNvPr id="27" name="Rectangle 11">
                <a:extLst>
                  <a:ext uri="{FF2B5EF4-FFF2-40B4-BE49-F238E27FC236}">
                    <a16:creationId xmlns:a16="http://schemas.microsoft.com/office/drawing/2014/main" id="{1B9E149A-C057-421D-BB73-FCADC454E97B}"/>
                  </a:ext>
                </a:extLst>
              </p:cNvPr>
              <p:cNvSpPr/>
              <p:nvPr/>
            </p:nvSpPr>
            <p:spPr>
              <a:xfrm rot="21164825">
                <a:off x="7153220" y="2662429"/>
                <a:ext cx="1441490" cy="1407832"/>
              </a:xfrm>
              <a:custGeom>
                <a:avLst/>
                <a:gdLst>
                  <a:gd name="connsiteX0" fmla="*/ 0 w 1344524"/>
                  <a:gd name="connsiteY0" fmla="*/ 0 h 1422228"/>
                  <a:gd name="connsiteX1" fmla="*/ 1344524 w 1344524"/>
                  <a:gd name="connsiteY1" fmla="*/ 0 h 1422228"/>
                  <a:gd name="connsiteX2" fmla="*/ 1344524 w 1344524"/>
                  <a:gd name="connsiteY2" fmla="*/ 1422228 h 1422228"/>
                  <a:gd name="connsiteX3" fmla="*/ 0 w 1344524"/>
                  <a:gd name="connsiteY3" fmla="*/ 1422228 h 1422228"/>
                  <a:gd name="connsiteX4" fmla="*/ 0 w 1344524"/>
                  <a:gd name="connsiteY4" fmla="*/ 0 h 1422228"/>
                  <a:gd name="connsiteX0" fmla="*/ 0 w 1441490"/>
                  <a:gd name="connsiteY0" fmla="*/ 0 h 1422228"/>
                  <a:gd name="connsiteX1" fmla="*/ 1344524 w 1441490"/>
                  <a:gd name="connsiteY1" fmla="*/ 0 h 1422228"/>
                  <a:gd name="connsiteX2" fmla="*/ 1441490 w 1441490"/>
                  <a:gd name="connsiteY2" fmla="*/ 1179354 h 1422228"/>
                  <a:gd name="connsiteX3" fmla="*/ 0 w 1441490"/>
                  <a:gd name="connsiteY3" fmla="*/ 1422228 h 1422228"/>
                  <a:gd name="connsiteX4" fmla="*/ 0 w 1441490"/>
                  <a:gd name="connsiteY4" fmla="*/ 0 h 1422228"/>
                  <a:gd name="connsiteX0" fmla="*/ 0 w 1441490"/>
                  <a:gd name="connsiteY0" fmla="*/ 0 h 1422228"/>
                  <a:gd name="connsiteX1" fmla="*/ 1344524 w 1441490"/>
                  <a:gd name="connsiteY1" fmla="*/ 0 h 1422228"/>
                  <a:gd name="connsiteX2" fmla="*/ 1441490 w 1441490"/>
                  <a:gd name="connsiteY2" fmla="*/ 1179354 h 1422228"/>
                  <a:gd name="connsiteX3" fmla="*/ 0 w 1441490"/>
                  <a:gd name="connsiteY3" fmla="*/ 1422228 h 1422228"/>
                  <a:gd name="connsiteX4" fmla="*/ 0 w 1441490"/>
                  <a:gd name="connsiteY4" fmla="*/ 0 h 1422228"/>
                  <a:gd name="connsiteX0" fmla="*/ 0 w 1441490"/>
                  <a:gd name="connsiteY0" fmla="*/ 0 h 1407832"/>
                  <a:gd name="connsiteX1" fmla="*/ 1344524 w 1441490"/>
                  <a:gd name="connsiteY1" fmla="*/ 0 h 1407832"/>
                  <a:gd name="connsiteX2" fmla="*/ 1441490 w 1441490"/>
                  <a:gd name="connsiteY2" fmla="*/ 1179354 h 1407832"/>
                  <a:gd name="connsiteX3" fmla="*/ 4836 w 1441490"/>
                  <a:gd name="connsiteY3" fmla="*/ 1407832 h 1407832"/>
                  <a:gd name="connsiteX4" fmla="*/ 0 w 1441490"/>
                  <a:gd name="connsiteY4" fmla="*/ 0 h 1407832"/>
                  <a:gd name="connsiteX0" fmla="*/ 0 w 1441490"/>
                  <a:gd name="connsiteY0" fmla="*/ 0 h 1407832"/>
                  <a:gd name="connsiteX1" fmla="*/ 1344524 w 1441490"/>
                  <a:gd name="connsiteY1" fmla="*/ 0 h 1407832"/>
                  <a:gd name="connsiteX2" fmla="*/ 1441490 w 1441490"/>
                  <a:gd name="connsiteY2" fmla="*/ 1179354 h 1407832"/>
                  <a:gd name="connsiteX3" fmla="*/ 4836 w 1441490"/>
                  <a:gd name="connsiteY3" fmla="*/ 1407832 h 1407832"/>
                  <a:gd name="connsiteX4" fmla="*/ 0 w 1441490"/>
                  <a:gd name="connsiteY4" fmla="*/ 0 h 1407832"/>
                  <a:gd name="connsiteX0" fmla="*/ 0 w 1441490"/>
                  <a:gd name="connsiteY0" fmla="*/ 0 h 1407832"/>
                  <a:gd name="connsiteX1" fmla="*/ 1344524 w 1441490"/>
                  <a:gd name="connsiteY1" fmla="*/ 0 h 1407832"/>
                  <a:gd name="connsiteX2" fmla="*/ 1441490 w 1441490"/>
                  <a:gd name="connsiteY2" fmla="*/ 1179354 h 1407832"/>
                  <a:gd name="connsiteX3" fmla="*/ 4836 w 1441490"/>
                  <a:gd name="connsiteY3" fmla="*/ 1407832 h 1407832"/>
                  <a:gd name="connsiteX4" fmla="*/ 0 w 1441490"/>
                  <a:gd name="connsiteY4" fmla="*/ 0 h 14078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41490" h="1407832">
                    <a:moveTo>
                      <a:pt x="0" y="0"/>
                    </a:moveTo>
                    <a:lnTo>
                      <a:pt x="1344524" y="0"/>
                    </a:lnTo>
                    <a:cubicBezTo>
                      <a:pt x="1376846" y="393118"/>
                      <a:pt x="1337235" y="903188"/>
                      <a:pt x="1441490" y="1179354"/>
                    </a:cubicBezTo>
                    <a:cubicBezTo>
                      <a:pt x="1081761" y="1443823"/>
                      <a:pt x="556514" y="1380972"/>
                      <a:pt x="4836" y="1407832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 w="3175">
                <a:solidFill>
                  <a:srgbClr val="F4B284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182880" bIns="182880" rtlCol="0" anchor="t"/>
              <a:lstStyle/>
              <a:p>
                <a:pPr algn="ctr"/>
                <a:r>
                  <a:rPr lang="en-US" sz="1100" dirty="0">
                    <a:solidFill>
                      <a:schemeClr val="tx1"/>
                    </a:solidFill>
                    <a:latin typeface="Segoe Script" panose="030B0504020000000003" pitchFamily="66" charset="0"/>
                  </a:rPr>
                  <a:t>Deploy password storage appl globally</a:t>
                </a:r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20784BAE-B48F-4C5C-BB9E-7F3195D09706}"/>
                </a:ext>
              </a:extLst>
            </p:cNvPr>
            <p:cNvGrpSpPr/>
            <p:nvPr/>
          </p:nvGrpSpPr>
          <p:grpSpPr>
            <a:xfrm rot="337866">
              <a:off x="3984955" y="2122514"/>
              <a:ext cx="1626116" cy="1405226"/>
              <a:chOff x="7153220" y="2662429"/>
              <a:chExt cx="1520002" cy="1407832"/>
            </a:xfrm>
            <a:solidFill>
              <a:srgbClr val="FFFFCC"/>
            </a:solidFill>
          </p:grpSpPr>
          <p:sp>
            <p:nvSpPr>
              <p:cNvPr id="29" name="Rectangle 10">
                <a:extLst>
                  <a:ext uri="{FF2B5EF4-FFF2-40B4-BE49-F238E27FC236}">
                    <a16:creationId xmlns:a16="http://schemas.microsoft.com/office/drawing/2014/main" id="{AC5D9EFE-8DD0-4F6E-A65A-ED4C1EF380AB}"/>
                  </a:ext>
                </a:extLst>
              </p:cNvPr>
              <p:cNvSpPr/>
              <p:nvPr/>
            </p:nvSpPr>
            <p:spPr>
              <a:xfrm rot="20467554">
                <a:off x="7626053" y="3827866"/>
                <a:ext cx="1047169" cy="202430"/>
              </a:xfrm>
              <a:custGeom>
                <a:avLst/>
                <a:gdLst>
                  <a:gd name="connsiteX0" fmla="*/ 0 w 997799"/>
                  <a:gd name="connsiteY0" fmla="*/ 0 h 190624"/>
                  <a:gd name="connsiteX1" fmla="*/ 997799 w 997799"/>
                  <a:gd name="connsiteY1" fmla="*/ 0 h 190624"/>
                  <a:gd name="connsiteX2" fmla="*/ 997799 w 997799"/>
                  <a:gd name="connsiteY2" fmla="*/ 190624 h 190624"/>
                  <a:gd name="connsiteX3" fmla="*/ 0 w 997799"/>
                  <a:gd name="connsiteY3" fmla="*/ 190624 h 190624"/>
                  <a:gd name="connsiteX4" fmla="*/ 0 w 997799"/>
                  <a:gd name="connsiteY4" fmla="*/ 0 h 190624"/>
                  <a:gd name="connsiteX0" fmla="*/ 0 w 997799"/>
                  <a:gd name="connsiteY0" fmla="*/ 0 h 190624"/>
                  <a:gd name="connsiteX1" fmla="*/ 997799 w 997799"/>
                  <a:gd name="connsiteY1" fmla="*/ 0 h 190624"/>
                  <a:gd name="connsiteX2" fmla="*/ 997799 w 997799"/>
                  <a:gd name="connsiteY2" fmla="*/ 190624 h 190624"/>
                  <a:gd name="connsiteX3" fmla="*/ 0 w 997799"/>
                  <a:gd name="connsiteY3" fmla="*/ 0 h 190624"/>
                  <a:gd name="connsiteX0" fmla="*/ 0 w 1006687"/>
                  <a:gd name="connsiteY0" fmla="*/ 53621 h 190624"/>
                  <a:gd name="connsiteX1" fmla="*/ 1006687 w 1006687"/>
                  <a:gd name="connsiteY1" fmla="*/ 0 h 190624"/>
                  <a:gd name="connsiteX2" fmla="*/ 1006687 w 1006687"/>
                  <a:gd name="connsiteY2" fmla="*/ 190624 h 190624"/>
                  <a:gd name="connsiteX3" fmla="*/ 0 w 1006687"/>
                  <a:gd name="connsiteY3" fmla="*/ 53621 h 190624"/>
                  <a:gd name="connsiteX0" fmla="*/ 0 w 1069156"/>
                  <a:gd name="connsiteY0" fmla="*/ 53621 h 195629"/>
                  <a:gd name="connsiteX1" fmla="*/ 1006687 w 1069156"/>
                  <a:gd name="connsiteY1" fmla="*/ 0 h 195629"/>
                  <a:gd name="connsiteX2" fmla="*/ 1069156 w 1069156"/>
                  <a:gd name="connsiteY2" fmla="*/ 195629 h 195629"/>
                  <a:gd name="connsiteX3" fmla="*/ 0 w 1069156"/>
                  <a:gd name="connsiteY3" fmla="*/ 53621 h 195629"/>
                  <a:gd name="connsiteX0" fmla="*/ 0 w 1069156"/>
                  <a:gd name="connsiteY0" fmla="*/ 53621 h 195629"/>
                  <a:gd name="connsiteX1" fmla="*/ 1006687 w 1069156"/>
                  <a:gd name="connsiteY1" fmla="*/ 0 h 195629"/>
                  <a:gd name="connsiteX2" fmla="*/ 1069156 w 1069156"/>
                  <a:gd name="connsiteY2" fmla="*/ 195629 h 195629"/>
                  <a:gd name="connsiteX3" fmla="*/ 0 w 1069156"/>
                  <a:gd name="connsiteY3" fmla="*/ 53621 h 195629"/>
                  <a:gd name="connsiteX0" fmla="*/ 0 w 1069156"/>
                  <a:gd name="connsiteY0" fmla="*/ 53621 h 195629"/>
                  <a:gd name="connsiteX1" fmla="*/ 1006687 w 1069156"/>
                  <a:gd name="connsiteY1" fmla="*/ 0 h 195629"/>
                  <a:gd name="connsiteX2" fmla="*/ 1069156 w 1069156"/>
                  <a:gd name="connsiteY2" fmla="*/ 195629 h 195629"/>
                  <a:gd name="connsiteX3" fmla="*/ 0 w 1069156"/>
                  <a:gd name="connsiteY3" fmla="*/ 53621 h 195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69156" h="195629">
                    <a:moveTo>
                      <a:pt x="0" y="53621"/>
                    </a:moveTo>
                    <a:lnTo>
                      <a:pt x="1006687" y="0"/>
                    </a:lnTo>
                    <a:lnTo>
                      <a:pt x="1069156" y="195629"/>
                    </a:lnTo>
                    <a:cubicBezTo>
                      <a:pt x="696047" y="194596"/>
                      <a:pt x="375028" y="173914"/>
                      <a:pt x="0" y="53621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en-US" sz="2400" dirty="0">
                  <a:solidFill>
                    <a:schemeClr val="tx1"/>
                  </a:solidFill>
                  <a:latin typeface="Segoe Script" panose="030B0504020000000003" pitchFamily="66" charset="0"/>
                </a:endParaRPr>
              </a:p>
            </p:txBody>
          </p:sp>
          <p:sp>
            <p:nvSpPr>
              <p:cNvPr id="30" name="Rectangle 11">
                <a:extLst>
                  <a:ext uri="{FF2B5EF4-FFF2-40B4-BE49-F238E27FC236}">
                    <a16:creationId xmlns:a16="http://schemas.microsoft.com/office/drawing/2014/main" id="{C6FDB357-65F3-47C4-9DFD-4535C6C8C5F7}"/>
                  </a:ext>
                </a:extLst>
              </p:cNvPr>
              <p:cNvSpPr/>
              <p:nvPr/>
            </p:nvSpPr>
            <p:spPr>
              <a:xfrm rot="21164825">
                <a:off x="7153220" y="2662429"/>
                <a:ext cx="1441490" cy="1407832"/>
              </a:xfrm>
              <a:custGeom>
                <a:avLst/>
                <a:gdLst>
                  <a:gd name="connsiteX0" fmla="*/ 0 w 1344524"/>
                  <a:gd name="connsiteY0" fmla="*/ 0 h 1422228"/>
                  <a:gd name="connsiteX1" fmla="*/ 1344524 w 1344524"/>
                  <a:gd name="connsiteY1" fmla="*/ 0 h 1422228"/>
                  <a:gd name="connsiteX2" fmla="*/ 1344524 w 1344524"/>
                  <a:gd name="connsiteY2" fmla="*/ 1422228 h 1422228"/>
                  <a:gd name="connsiteX3" fmla="*/ 0 w 1344524"/>
                  <a:gd name="connsiteY3" fmla="*/ 1422228 h 1422228"/>
                  <a:gd name="connsiteX4" fmla="*/ 0 w 1344524"/>
                  <a:gd name="connsiteY4" fmla="*/ 0 h 1422228"/>
                  <a:gd name="connsiteX0" fmla="*/ 0 w 1441490"/>
                  <a:gd name="connsiteY0" fmla="*/ 0 h 1422228"/>
                  <a:gd name="connsiteX1" fmla="*/ 1344524 w 1441490"/>
                  <a:gd name="connsiteY1" fmla="*/ 0 h 1422228"/>
                  <a:gd name="connsiteX2" fmla="*/ 1441490 w 1441490"/>
                  <a:gd name="connsiteY2" fmla="*/ 1179354 h 1422228"/>
                  <a:gd name="connsiteX3" fmla="*/ 0 w 1441490"/>
                  <a:gd name="connsiteY3" fmla="*/ 1422228 h 1422228"/>
                  <a:gd name="connsiteX4" fmla="*/ 0 w 1441490"/>
                  <a:gd name="connsiteY4" fmla="*/ 0 h 1422228"/>
                  <a:gd name="connsiteX0" fmla="*/ 0 w 1441490"/>
                  <a:gd name="connsiteY0" fmla="*/ 0 h 1422228"/>
                  <a:gd name="connsiteX1" fmla="*/ 1344524 w 1441490"/>
                  <a:gd name="connsiteY1" fmla="*/ 0 h 1422228"/>
                  <a:gd name="connsiteX2" fmla="*/ 1441490 w 1441490"/>
                  <a:gd name="connsiteY2" fmla="*/ 1179354 h 1422228"/>
                  <a:gd name="connsiteX3" fmla="*/ 0 w 1441490"/>
                  <a:gd name="connsiteY3" fmla="*/ 1422228 h 1422228"/>
                  <a:gd name="connsiteX4" fmla="*/ 0 w 1441490"/>
                  <a:gd name="connsiteY4" fmla="*/ 0 h 1422228"/>
                  <a:gd name="connsiteX0" fmla="*/ 0 w 1441490"/>
                  <a:gd name="connsiteY0" fmla="*/ 0 h 1407832"/>
                  <a:gd name="connsiteX1" fmla="*/ 1344524 w 1441490"/>
                  <a:gd name="connsiteY1" fmla="*/ 0 h 1407832"/>
                  <a:gd name="connsiteX2" fmla="*/ 1441490 w 1441490"/>
                  <a:gd name="connsiteY2" fmla="*/ 1179354 h 1407832"/>
                  <a:gd name="connsiteX3" fmla="*/ 4836 w 1441490"/>
                  <a:gd name="connsiteY3" fmla="*/ 1407832 h 1407832"/>
                  <a:gd name="connsiteX4" fmla="*/ 0 w 1441490"/>
                  <a:gd name="connsiteY4" fmla="*/ 0 h 1407832"/>
                  <a:gd name="connsiteX0" fmla="*/ 0 w 1441490"/>
                  <a:gd name="connsiteY0" fmla="*/ 0 h 1407832"/>
                  <a:gd name="connsiteX1" fmla="*/ 1344524 w 1441490"/>
                  <a:gd name="connsiteY1" fmla="*/ 0 h 1407832"/>
                  <a:gd name="connsiteX2" fmla="*/ 1441490 w 1441490"/>
                  <a:gd name="connsiteY2" fmla="*/ 1179354 h 1407832"/>
                  <a:gd name="connsiteX3" fmla="*/ 4836 w 1441490"/>
                  <a:gd name="connsiteY3" fmla="*/ 1407832 h 1407832"/>
                  <a:gd name="connsiteX4" fmla="*/ 0 w 1441490"/>
                  <a:gd name="connsiteY4" fmla="*/ 0 h 1407832"/>
                  <a:gd name="connsiteX0" fmla="*/ 0 w 1441490"/>
                  <a:gd name="connsiteY0" fmla="*/ 0 h 1407832"/>
                  <a:gd name="connsiteX1" fmla="*/ 1344524 w 1441490"/>
                  <a:gd name="connsiteY1" fmla="*/ 0 h 1407832"/>
                  <a:gd name="connsiteX2" fmla="*/ 1441490 w 1441490"/>
                  <a:gd name="connsiteY2" fmla="*/ 1179354 h 1407832"/>
                  <a:gd name="connsiteX3" fmla="*/ 4836 w 1441490"/>
                  <a:gd name="connsiteY3" fmla="*/ 1407832 h 1407832"/>
                  <a:gd name="connsiteX4" fmla="*/ 0 w 1441490"/>
                  <a:gd name="connsiteY4" fmla="*/ 0 h 14078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41490" h="1407832">
                    <a:moveTo>
                      <a:pt x="0" y="0"/>
                    </a:moveTo>
                    <a:lnTo>
                      <a:pt x="1344524" y="0"/>
                    </a:lnTo>
                    <a:cubicBezTo>
                      <a:pt x="1376846" y="393118"/>
                      <a:pt x="1337235" y="903188"/>
                      <a:pt x="1441490" y="1179354"/>
                    </a:cubicBezTo>
                    <a:cubicBezTo>
                      <a:pt x="1081761" y="1443823"/>
                      <a:pt x="556514" y="1380972"/>
                      <a:pt x="4836" y="1407832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 w="3175">
                <a:solidFill>
                  <a:srgbClr val="F4B284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182880" bIns="182880" rtlCol="0" anchor="t"/>
              <a:lstStyle/>
              <a:p>
                <a:pPr algn="ctr"/>
                <a:r>
                  <a:rPr lang="en-US" sz="1100" dirty="0">
                    <a:solidFill>
                      <a:schemeClr val="tx1"/>
                    </a:solidFill>
                    <a:latin typeface="Segoe Script" panose="030B0504020000000003" pitchFamily="66" charset="0"/>
                  </a:rPr>
                  <a:t>Create global on-boarding template</a:t>
                </a:r>
              </a:p>
            </p:txBody>
          </p:sp>
        </p:grp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6128B79C-AAC0-402A-A1EE-D9D8052F3A51}"/>
                </a:ext>
              </a:extLst>
            </p:cNvPr>
            <p:cNvSpPr/>
            <p:nvPr/>
          </p:nvSpPr>
          <p:spPr>
            <a:xfrm>
              <a:off x="5890803" y="1521368"/>
              <a:ext cx="1965891" cy="534399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altLang="en-US" sz="1600" dirty="0">
                  <a:solidFill>
                    <a:schemeClr val="tx1"/>
                  </a:solidFill>
                </a:rPr>
                <a:t>In Progress</a:t>
              </a:r>
            </a:p>
            <a:p>
              <a:pPr algn="ctr"/>
              <a:endParaRPr lang="en-US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8A52CCD7-D470-4D31-BFB7-372C3F862371}"/>
                </a:ext>
              </a:extLst>
            </p:cNvPr>
            <p:cNvSpPr/>
            <p:nvPr/>
          </p:nvSpPr>
          <p:spPr>
            <a:xfrm>
              <a:off x="6038734" y="2040985"/>
              <a:ext cx="1645133" cy="154892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5400" dirty="0"/>
                <a:t>3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CE9E7B58-7EB0-4B43-B6FD-B83A1F9D5384}"/>
                </a:ext>
              </a:extLst>
            </p:cNvPr>
            <p:cNvSpPr/>
            <p:nvPr/>
          </p:nvSpPr>
          <p:spPr>
            <a:xfrm>
              <a:off x="6049760" y="5251126"/>
              <a:ext cx="1645133" cy="155305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5400" dirty="0"/>
                <a:t>3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4059B53A-9AC7-4A9E-806F-F70C760411C5}"/>
                </a:ext>
              </a:extLst>
            </p:cNvPr>
            <p:cNvSpPr/>
            <p:nvPr/>
          </p:nvSpPr>
          <p:spPr>
            <a:xfrm>
              <a:off x="6044247" y="3700484"/>
              <a:ext cx="1645133" cy="145190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5400" dirty="0"/>
                <a:t>3</a:t>
              </a:r>
            </a:p>
          </p:txBody>
        </p: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D1FD4730-7F2F-4388-8449-2947B6C226F7}"/>
                </a:ext>
              </a:extLst>
            </p:cNvPr>
            <p:cNvGrpSpPr/>
            <p:nvPr/>
          </p:nvGrpSpPr>
          <p:grpSpPr>
            <a:xfrm rot="337866">
              <a:off x="6095550" y="3704765"/>
              <a:ext cx="1626116" cy="1405226"/>
              <a:chOff x="7153220" y="2662429"/>
              <a:chExt cx="1520002" cy="1407832"/>
            </a:xfrm>
            <a:solidFill>
              <a:srgbClr val="FFFFCC"/>
            </a:solidFill>
          </p:grpSpPr>
          <p:sp>
            <p:nvSpPr>
              <p:cNvPr id="36" name="Rectangle 10">
                <a:extLst>
                  <a:ext uri="{FF2B5EF4-FFF2-40B4-BE49-F238E27FC236}">
                    <a16:creationId xmlns:a16="http://schemas.microsoft.com/office/drawing/2014/main" id="{656BE032-363D-4DED-AC1B-E386D1FC4021}"/>
                  </a:ext>
                </a:extLst>
              </p:cNvPr>
              <p:cNvSpPr/>
              <p:nvPr/>
            </p:nvSpPr>
            <p:spPr>
              <a:xfrm rot="20467554">
                <a:off x="7626053" y="3827866"/>
                <a:ext cx="1047169" cy="202430"/>
              </a:xfrm>
              <a:custGeom>
                <a:avLst/>
                <a:gdLst>
                  <a:gd name="connsiteX0" fmla="*/ 0 w 997799"/>
                  <a:gd name="connsiteY0" fmla="*/ 0 h 190624"/>
                  <a:gd name="connsiteX1" fmla="*/ 997799 w 997799"/>
                  <a:gd name="connsiteY1" fmla="*/ 0 h 190624"/>
                  <a:gd name="connsiteX2" fmla="*/ 997799 w 997799"/>
                  <a:gd name="connsiteY2" fmla="*/ 190624 h 190624"/>
                  <a:gd name="connsiteX3" fmla="*/ 0 w 997799"/>
                  <a:gd name="connsiteY3" fmla="*/ 190624 h 190624"/>
                  <a:gd name="connsiteX4" fmla="*/ 0 w 997799"/>
                  <a:gd name="connsiteY4" fmla="*/ 0 h 190624"/>
                  <a:gd name="connsiteX0" fmla="*/ 0 w 997799"/>
                  <a:gd name="connsiteY0" fmla="*/ 0 h 190624"/>
                  <a:gd name="connsiteX1" fmla="*/ 997799 w 997799"/>
                  <a:gd name="connsiteY1" fmla="*/ 0 h 190624"/>
                  <a:gd name="connsiteX2" fmla="*/ 997799 w 997799"/>
                  <a:gd name="connsiteY2" fmla="*/ 190624 h 190624"/>
                  <a:gd name="connsiteX3" fmla="*/ 0 w 997799"/>
                  <a:gd name="connsiteY3" fmla="*/ 0 h 190624"/>
                  <a:gd name="connsiteX0" fmla="*/ 0 w 1006687"/>
                  <a:gd name="connsiteY0" fmla="*/ 53621 h 190624"/>
                  <a:gd name="connsiteX1" fmla="*/ 1006687 w 1006687"/>
                  <a:gd name="connsiteY1" fmla="*/ 0 h 190624"/>
                  <a:gd name="connsiteX2" fmla="*/ 1006687 w 1006687"/>
                  <a:gd name="connsiteY2" fmla="*/ 190624 h 190624"/>
                  <a:gd name="connsiteX3" fmla="*/ 0 w 1006687"/>
                  <a:gd name="connsiteY3" fmla="*/ 53621 h 190624"/>
                  <a:gd name="connsiteX0" fmla="*/ 0 w 1069156"/>
                  <a:gd name="connsiteY0" fmla="*/ 53621 h 195629"/>
                  <a:gd name="connsiteX1" fmla="*/ 1006687 w 1069156"/>
                  <a:gd name="connsiteY1" fmla="*/ 0 h 195629"/>
                  <a:gd name="connsiteX2" fmla="*/ 1069156 w 1069156"/>
                  <a:gd name="connsiteY2" fmla="*/ 195629 h 195629"/>
                  <a:gd name="connsiteX3" fmla="*/ 0 w 1069156"/>
                  <a:gd name="connsiteY3" fmla="*/ 53621 h 195629"/>
                  <a:gd name="connsiteX0" fmla="*/ 0 w 1069156"/>
                  <a:gd name="connsiteY0" fmla="*/ 53621 h 195629"/>
                  <a:gd name="connsiteX1" fmla="*/ 1006687 w 1069156"/>
                  <a:gd name="connsiteY1" fmla="*/ 0 h 195629"/>
                  <a:gd name="connsiteX2" fmla="*/ 1069156 w 1069156"/>
                  <a:gd name="connsiteY2" fmla="*/ 195629 h 195629"/>
                  <a:gd name="connsiteX3" fmla="*/ 0 w 1069156"/>
                  <a:gd name="connsiteY3" fmla="*/ 53621 h 195629"/>
                  <a:gd name="connsiteX0" fmla="*/ 0 w 1069156"/>
                  <a:gd name="connsiteY0" fmla="*/ 53621 h 195629"/>
                  <a:gd name="connsiteX1" fmla="*/ 1006687 w 1069156"/>
                  <a:gd name="connsiteY1" fmla="*/ 0 h 195629"/>
                  <a:gd name="connsiteX2" fmla="*/ 1069156 w 1069156"/>
                  <a:gd name="connsiteY2" fmla="*/ 195629 h 195629"/>
                  <a:gd name="connsiteX3" fmla="*/ 0 w 1069156"/>
                  <a:gd name="connsiteY3" fmla="*/ 53621 h 195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69156" h="195629">
                    <a:moveTo>
                      <a:pt x="0" y="53621"/>
                    </a:moveTo>
                    <a:lnTo>
                      <a:pt x="1006687" y="0"/>
                    </a:lnTo>
                    <a:lnTo>
                      <a:pt x="1069156" y="195629"/>
                    </a:lnTo>
                    <a:cubicBezTo>
                      <a:pt x="696047" y="194596"/>
                      <a:pt x="375028" y="173914"/>
                      <a:pt x="0" y="53621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en-US" sz="2400" dirty="0">
                  <a:solidFill>
                    <a:schemeClr val="tx1"/>
                  </a:solidFill>
                  <a:latin typeface="Segoe Script" panose="030B0504020000000003" pitchFamily="66" charset="0"/>
                </a:endParaRPr>
              </a:p>
            </p:txBody>
          </p:sp>
          <p:sp>
            <p:nvSpPr>
              <p:cNvPr id="37" name="Rectangle 11">
                <a:extLst>
                  <a:ext uri="{FF2B5EF4-FFF2-40B4-BE49-F238E27FC236}">
                    <a16:creationId xmlns:a16="http://schemas.microsoft.com/office/drawing/2014/main" id="{46E76889-3117-4A48-83AA-D71C9CE4648E}"/>
                  </a:ext>
                </a:extLst>
              </p:cNvPr>
              <p:cNvSpPr/>
              <p:nvPr/>
            </p:nvSpPr>
            <p:spPr>
              <a:xfrm rot="21164825">
                <a:off x="7153220" y="2662429"/>
                <a:ext cx="1441490" cy="1407832"/>
              </a:xfrm>
              <a:custGeom>
                <a:avLst/>
                <a:gdLst>
                  <a:gd name="connsiteX0" fmla="*/ 0 w 1344524"/>
                  <a:gd name="connsiteY0" fmla="*/ 0 h 1422228"/>
                  <a:gd name="connsiteX1" fmla="*/ 1344524 w 1344524"/>
                  <a:gd name="connsiteY1" fmla="*/ 0 h 1422228"/>
                  <a:gd name="connsiteX2" fmla="*/ 1344524 w 1344524"/>
                  <a:gd name="connsiteY2" fmla="*/ 1422228 h 1422228"/>
                  <a:gd name="connsiteX3" fmla="*/ 0 w 1344524"/>
                  <a:gd name="connsiteY3" fmla="*/ 1422228 h 1422228"/>
                  <a:gd name="connsiteX4" fmla="*/ 0 w 1344524"/>
                  <a:gd name="connsiteY4" fmla="*/ 0 h 1422228"/>
                  <a:gd name="connsiteX0" fmla="*/ 0 w 1441490"/>
                  <a:gd name="connsiteY0" fmla="*/ 0 h 1422228"/>
                  <a:gd name="connsiteX1" fmla="*/ 1344524 w 1441490"/>
                  <a:gd name="connsiteY1" fmla="*/ 0 h 1422228"/>
                  <a:gd name="connsiteX2" fmla="*/ 1441490 w 1441490"/>
                  <a:gd name="connsiteY2" fmla="*/ 1179354 h 1422228"/>
                  <a:gd name="connsiteX3" fmla="*/ 0 w 1441490"/>
                  <a:gd name="connsiteY3" fmla="*/ 1422228 h 1422228"/>
                  <a:gd name="connsiteX4" fmla="*/ 0 w 1441490"/>
                  <a:gd name="connsiteY4" fmla="*/ 0 h 1422228"/>
                  <a:gd name="connsiteX0" fmla="*/ 0 w 1441490"/>
                  <a:gd name="connsiteY0" fmla="*/ 0 h 1422228"/>
                  <a:gd name="connsiteX1" fmla="*/ 1344524 w 1441490"/>
                  <a:gd name="connsiteY1" fmla="*/ 0 h 1422228"/>
                  <a:gd name="connsiteX2" fmla="*/ 1441490 w 1441490"/>
                  <a:gd name="connsiteY2" fmla="*/ 1179354 h 1422228"/>
                  <a:gd name="connsiteX3" fmla="*/ 0 w 1441490"/>
                  <a:gd name="connsiteY3" fmla="*/ 1422228 h 1422228"/>
                  <a:gd name="connsiteX4" fmla="*/ 0 w 1441490"/>
                  <a:gd name="connsiteY4" fmla="*/ 0 h 1422228"/>
                  <a:gd name="connsiteX0" fmla="*/ 0 w 1441490"/>
                  <a:gd name="connsiteY0" fmla="*/ 0 h 1407832"/>
                  <a:gd name="connsiteX1" fmla="*/ 1344524 w 1441490"/>
                  <a:gd name="connsiteY1" fmla="*/ 0 h 1407832"/>
                  <a:gd name="connsiteX2" fmla="*/ 1441490 w 1441490"/>
                  <a:gd name="connsiteY2" fmla="*/ 1179354 h 1407832"/>
                  <a:gd name="connsiteX3" fmla="*/ 4836 w 1441490"/>
                  <a:gd name="connsiteY3" fmla="*/ 1407832 h 1407832"/>
                  <a:gd name="connsiteX4" fmla="*/ 0 w 1441490"/>
                  <a:gd name="connsiteY4" fmla="*/ 0 h 1407832"/>
                  <a:gd name="connsiteX0" fmla="*/ 0 w 1441490"/>
                  <a:gd name="connsiteY0" fmla="*/ 0 h 1407832"/>
                  <a:gd name="connsiteX1" fmla="*/ 1344524 w 1441490"/>
                  <a:gd name="connsiteY1" fmla="*/ 0 h 1407832"/>
                  <a:gd name="connsiteX2" fmla="*/ 1441490 w 1441490"/>
                  <a:gd name="connsiteY2" fmla="*/ 1179354 h 1407832"/>
                  <a:gd name="connsiteX3" fmla="*/ 4836 w 1441490"/>
                  <a:gd name="connsiteY3" fmla="*/ 1407832 h 1407832"/>
                  <a:gd name="connsiteX4" fmla="*/ 0 w 1441490"/>
                  <a:gd name="connsiteY4" fmla="*/ 0 h 1407832"/>
                  <a:gd name="connsiteX0" fmla="*/ 0 w 1441490"/>
                  <a:gd name="connsiteY0" fmla="*/ 0 h 1407832"/>
                  <a:gd name="connsiteX1" fmla="*/ 1344524 w 1441490"/>
                  <a:gd name="connsiteY1" fmla="*/ 0 h 1407832"/>
                  <a:gd name="connsiteX2" fmla="*/ 1441490 w 1441490"/>
                  <a:gd name="connsiteY2" fmla="*/ 1179354 h 1407832"/>
                  <a:gd name="connsiteX3" fmla="*/ 4836 w 1441490"/>
                  <a:gd name="connsiteY3" fmla="*/ 1407832 h 1407832"/>
                  <a:gd name="connsiteX4" fmla="*/ 0 w 1441490"/>
                  <a:gd name="connsiteY4" fmla="*/ 0 h 14078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41490" h="1407832">
                    <a:moveTo>
                      <a:pt x="0" y="0"/>
                    </a:moveTo>
                    <a:lnTo>
                      <a:pt x="1344524" y="0"/>
                    </a:lnTo>
                    <a:cubicBezTo>
                      <a:pt x="1376846" y="393118"/>
                      <a:pt x="1337235" y="903188"/>
                      <a:pt x="1441490" y="1179354"/>
                    </a:cubicBezTo>
                    <a:cubicBezTo>
                      <a:pt x="1081761" y="1443823"/>
                      <a:pt x="556514" y="1380972"/>
                      <a:pt x="4836" y="1407832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 w="3175">
                <a:solidFill>
                  <a:srgbClr val="F4B284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182880" bIns="182880" rtlCol="0" anchor="t"/>
              <a:lstStyle/>
              <a:p>
                <a:pPr algn="ctr"/>
                <a:r>
                  <a:rPr lang="en-US" sz="1100" dirty="0">
                    <a:solidFill>
                      <a:schemeClr val="tx1"/>
                    </a:solidFill>
                    <a:latin typeface="Segoe Script" panose="030B0504020000000003" pitchFamily="66" charset="0"/>
                  </a:rPr>
                  <a:t>Hire brochure design consultant</a:t>
                </a:r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D6085568-D4B6-46F1-BA70-F590A162C2A9}"/>
                </a:ext>
              </a:extLst>
            </p:cNvPr>
            <p:cNvGrpSpPr/>
            <p:nvPr/>
          </p:nvGrpSpPr>
          <p:grpSpPr>
            <a:xfrm rot="337866">
              <a:off x="6157428" y="2120227"/>
              <a:ext cx="1579547" cy="1405231"/>
              <a:chOff x="7196748" y="2650421"/>
              <a:chExt cx="1476473" cy="1407839"/>
            </a:xfrm>
            <a:solidFill>
              <a:srgbClr val="FFFFCC"/>
            </a:solidFill>
          </p:grpSpPr>
          <p:sp>
            <p:nvSpPr>
              <p:cNvPr id="39" name="Rectangle 10">
                <a:extLst>
                  <a:ext uri="{FF2B5EF4-FFF2-40B4-BE49-F238E27FC236}">
                    <a16:creationId xmlns:a16="http://schemas.microsoft.com/office/drawing/2014/main" id="{F9ACE37F-B352-4181-A08D-D14028212899}"/>
                  </a:ext>
                </a:extLst>
              </p:cNvPr>
              <p:cNvSpPr/>
              <p:nvPr/>
            </p:nvSpPr>
            <p:spPr>
              <a:xfrm rot="20467554">
                <a:off x="7626053" y="3827866"/>
                <a:ext cx="1047169" cy="202430"/>
              </a:xfrm>
              <a:custGeom>
                <a:avLst/>
                <a:gdLst>
                  <a:gd name="connsiteX0" fmla="*/ 0 w 997799"/>
                  <a:gd name="connsiteY0" fmla="*/ 0 h 190624"/>
                  <a:gd name="connsiteX1" fmla="*/ 997799 w 997799"/>
                  <a:gd name="connsiteY1" fmla="*/ 0 h 190624"/>
                  <a:gd name="connsiteX2" fmla="*/ 997799 w 997799"/>
                  <a:gd name="connsiteY2" fmla="*/ 190624 h 190624"/>
                  <a:gd name="connsiteX3" fmla="*/ 0 w 997799"/>
                  <a:gd name="connsiteY3" fmla="*/ 190624 h 190624"/>
                  <a:gd name="connsiteX4" fmla="*/ 0 w 997799"/>
                  <a:gd name="connsiteY4" fmla="*/ 0 h 190624"/>
                  <a:gd name="connsiteX0" fmla="*/ 0 w 997799"/>
                  <a:gd name="connsiteY0" fmla="*/ 0 h 190624"/>
                  <a:gd name="connsiteX1" fmla="*/ 997799 w 997799"/>
                  <a:gd name="connsiteY1" fmla="*/ 0 h 190624"/>
                  <a:gd name="connsiteX2" fmla="*/ 997799 w 997799"/>
                  <a:gd name="connsiteY2" fmla="*/ 190624 h 190624"/>
                  <a:gd name="connsiteX3" fmla="*/ 0 w 997799"/>
                  <a:gd name="connsiteY3" fmla="*/ 0 h 190624"/>
                  <a:gd name="connsiteX0" fmla="*/ 0 w 1006687"/>
                  <a:gd name="connsiteY0" fmla="*/ 53621 h 190624"/>
                  <a:gd name="connsiteX1" fmla="*/ 1006687 w 1006687"/>
                  <a:gd name="connsiteY1" fmla="*/ 0 h 190624"/>
                  <a:gd name="connsiteX2" fmla="*/ 1006687 w 1006687"/>
                  <a:gd name="connsiteY2" fmla="*/ 190624 h 190624"/>
                  <a:gd name="connsiteX3" fmla="*/ 0 w 1006687"/>
                  <a:gd name="connsiteY3" fmla="*/ 53621 h 190624"/>
                  <a:gd name="connsiteX0" fmla="*/ 0 w 1069156"/>
                  <a:gd name="connsiteY0" fmla="*/ 53621 h 195629"/>
                  <a:gd name="connsiteX1" fmla="*/ 1006687 w 1069156"/>
                  <a:gd name="connsiteY1" fmla="*/ 0 h 195629"/>
                  <a:gd name="connsiteX2" fmla="*/ 1069156 w 1069156"/>
                  <a:gd name="connsiteY2" fmla="*/ 195629 h 195629"/>
                  <a:gd name="connsiteX3" fmla="*/ 0 w 1069156"/>
                  <a:gd name="connsiteY3" fmla="*/ 53621 h 195629"/>
                  <a:gd name="connsiteX0" fmla="*/ 0 w 1069156"/>
                  <a:gd name="connsiteY0" fmla="*/ 53621 h 195629"/>
                  <a:gd name="connsiteX1" fmla="*/ 1006687 w 1069156"/>
                  <a:gd name="connsiteY1" fmla="*/ 0 h 195629"/>
                  <a:gd name="connsiteX2" fmla="*/ 1069156 w 1069156"/>
                  <a:gd name="connsiteY2" fmla="*/ 195629 h 195629"/>
                  <a:gd name="connsiteX3" fmla="*/ 0 w 1069156"/>
                  <a:gd name="connsiteY3" fmla="*/ 53621 h 195629"/>
                  <a:gd name="connsiteX0" fmla="*/ 0 w 1069156"/>
                  <a:gd name="connsiteY0" fmla="*/ 53621 h 195629"/>
                  <a:gd name="connsiteX1" fmla="*/ 1006687 w 1069156"/>
                  <a:gd name="connsiteY1" fmla="*/ 0 h 195629"/>
                  <a:gd name="connsiteX2" fmla="*/ 1069156 w 1069156"/>
                  <a:gd name="connsiteY2" fmla="*/ 195629 h 195629"/>
                  <a:gd name="connsiteX3" fmla="*/ 0 w 1069156"/>
                  <a:gd name="connsiteY3" fmla="*/ 53621 h 195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69156" h="195629">
                    <a:moveTo>
                      <a:pt x="0" y="53621"/>
                    </a:moveTo>
                    <a:lnTo>
                      <a:pt x="1006687" y="0"/>
                    </a:lnTo>
                    <a:lnTo>
                      <a:pt x="1069156" y="195629"/>
                    </a:lnTo>
                    <a:cubicBezTo>
                      <a:pt x="696047" y="194596"/>
                      <a:pt x="375028" y="173914"/>
                      <a:pt x="0" y="53621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en-US" sz="2400" dirty="0">
                  <a:solidFill>
                    <a:schemeClr val="tx1"/>
                  </a:solidFill>
                  <a:latin typeface="Segoe Script" panose="030B0504020000000003" pitchFamily="66" charset="0"/>
                </a:endParaRPr>
              </a:p>
            </p:txBody>
          </p:sp>
          <p:sp>
            <p:nvSpPr>
              <p:cNvPr id="40" name="Rectangle 11">
                <a:extLst>
                  <a:ext uri="{FF2B5EF4-FFF2-40B4-BE49-F238E27FC236}">
                    <a16:creationId xmlns:a16="http://schemas.microsoft.com/office/drawing/2014/main" id="{8E02207A-748D-4732-95E4-9AA94A514979}"/>
                  </a:ext>
                </a:extLst>
              </p:cNvPr>
              <p:cNvSpPr/>
              <p:nvPr/>
            </p:nvSpPr>
            <p:spPr>
              <a:xfrm rot="21164825">
                <a:off x="7196746" y="2650420"/>
                <a:ext cx="1441490" cy="1407832"/>
              </a:xfrm>
              <a:custGeom>
                <a:avLst/>
                <a:gdLst>
                  <a:gd name="connsiteX0" fmla="*/ 0 w 1344524"/>
                  <a:gd name="connsiteY0" fmla="*/ 0 h 1422228"/>
                  <a:gd name="connsiteX1" fmla="*/ 1344524 w 1344524"/>
                  <a:gd name="connsiteY1" fmla="*/ 0 h 1422228"/>
                  <a:gd name="connsiteX2" fmla="*/ 1344524 w 1344524"/>
                  <a:gd name="connsiteY2" fmla="*/ 1422228 h 1422228"/>
                  <a:gd name="connsiteX3" fmla="*/ 0 w 1344524"/>
                  <a:gd name="connsiteY3" fmla="*/ 1422228 h 1422228"/>
                  <a:gd name="connsiteX4" fmla="*/ 0 w 1344524"/>
                  <a:gd name="connsiteY4" fmla="*/ 0 h 1422228"/>
                  <a:gd name="connsiteX0" fmla="*/ 0 w 1441490"/>
                  <a:gd name="connsiteY0" fmla="*/ 0 h 1422228"/>
                  <a:gd name="connsiteX1" fmla="*/ 1344524 w 1441490"/>
                  <a:gd name="connsiteY1" fmla="*/ 0 h 1422228"/>
                  <a:gd name="connsiteX2" fmla="*/ 1441490 w 1441490"/>
                  <a:gd name="connsiteY2" fmla="*/ 1179354 h 1422228"/>
                  <a:gd name="connsiteX3" fmla="*/ 0 w 1441490"/>
                  <a:gd name="connsiteY3" fmla="*/ 1422228 h 1422228"/>
                  <a:gd name="connsiteX4" fmla="*/ 0 w 1441490"/>
                  <a:gd name="connsiteY4" fmla="*/ 0 h 1422228"/>
                  <a:gd name="connsiteX0" fmla="*/ 0 w 1441490"/>
                  <a:gd name="connsiteY0" fmla="*/ 0 h 1422228"/>
                  <a:gd name="connsiteX1" fmla="*/ 1344524 w 1441490"/>
                  <a:gd name="connsiteY1" fmla="*/ 0 h 1422228"/>
                  <a:gd name="connsiteX2" fmla="*/ 1441490 w 1441490"/>
                  <a:gd name="connsiteY2" fmla="*/ 1179354 h 1422228"/>
                  <a:gd name="connsiteX3" fmla="*/ 0 w 1441490"/>
                  <a:gd name="connsiteY3" fmla="*/ 1422228 h 1422228"/>
                  <a:gd name="connsiteX4" fmla="*/ 0 w 1441490"/>
                  <a:gd name="connsiteY4" fmla="*/ 0 h 1422228"/>
                  <a:gd name="connsiteX0" fmla="*/ 0 w 1441490"/>
                  <a:gd name="connsiteY0" fmla="*/ 0 h 1407832"/>
                  <a:gd name="connsiteX1" fmla="*/ 1344524 w 1441490"/>
                  <a:gd name="connsiteY1" fmla="*/ 0 h 1407832"/>
                  <a:gd name="connsiteX2" fmla="*/ 1441490 w 1441490"/>
                  <a:gd name="connsiteY2" fmla="*/ 1179354 h 1407832"/>
                  <a:gd name="connsiteX3" fmla="*/ 4836 w 1441490"/>
                  <a:gd name="connsiteY3" fmla="*/ 1407832 h 1407832"/>
                  <a:gd name="connsiteX4" fmla="*/ 0 w 1441490"/>
                  <a:gd name="connsiteY4" fmla="*/ 0 h 1407832"/>
                  <a:gd name="connsiteX0" fmla="*/ 0 w 1441490"/>
                  <a:gd name="connsiteY0" fmla="*/ 0 h 1407832"/>
                  <a:gd name="connsiteX1" fmla="*/ 1344524 w 1441490"/>
                  <a:gd name="connsiteY1" fmla="*/ 0 h 1407832"/>
                  <a:gd name="connsiteX2" fmla="*/ 1441490 w 1441490"/>
                  <a:gd name="connsiteY2" fmla="*/ 1179354 h 1407832"/>
                  <a:gd name="connsiteX3" fmla="*/ 4836 w 1441490"/>
                  <a:gd name="connsiteY3" fmla="*/ 1407832 h 1407832"/>
                  <a:gd name="connsiteX4" fmla="*/ 0 w 1441490"/>
                  <a:gd name="connsiteY4" fmla="*/ 0 h 1407832"/>
                  <a:gd name="connsiteX0" fmla="*/ 0 w 1441490"/>
                  <a:gd name="connsiteY0" fmla="*/ 0 h 1407832"/>
                  <a:gd name="connsiteX1" fmla="*/ 1344524 w 1441490"/>
                  <a:gd name="connsiteY1" fmla="*/ 0 h 1407832"/>
                  <a:gd name="connsiteX2" fmla="*/ 1441490 w 1441490"/>
                  <a:gd name="connsiteY2" fmla="*/ 1179354 h 1407832"/>
                  <a:gd name="connsiteX3" fmla="*/ 4836 w 1441490"/>
                  <a:gd name="connsiteY3" fmla="*/ 1407832 h 1407832"/>
                  <a:gd name="connsiteX4" fmla="*/ 0 w 1441490"/>
                  <a:gd name="connsiteY4" fmla="*/ 0 h 14078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41490" h="1407832">
                    <a:moveTo>
                      <a:pt x="0" y="0"/>
                    </a:moveTo>
                    <a:lnTo>
                      <a:pt x="1344524" y="0"/>
                    </a:lnTo>
                    <a:cubicBezTo>
                      <a:pt x="1376846" y="393118"/>
                      <a:pt x="1337235" y="903188"/>
                      <a:pt x="1441490" y="1179354"/>
                    </a:cubicBezTo>
                    <a:cubicBezTo>
                      <a:pt x="1081761" y="1443823"/>
                      <a:pt x="556514" y="1380972"/>
                      <a:pt x="4836" y="1407832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 w="3175">
                <a:solidFill>
                  <a:srgbClr val="F4B284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182880" bIns="182880" rtlCol="0" anchor="t"/>
              <a:lstStyle/>
              <a:p>
                <a:pPr algn="ctr"/>
                <a:r>
                  <a:rPr lang="en-US" sz="1100" dirty="0">
                    <a:solidFill>
                      <a:schemeClr val="tx1"/>
                    </a:solidFill>
                    <a:latin typeface="Segoe Script" panose="030B0504020000000003" pitchFamily="66" charset="0"/>
                  </a:rPr>
                  <a:t>Open Shared Dir. For Red House</a:t>
                </a:r>
              </a:p>
            </p:txBody>
          </p: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2104F3BE-78DD-44E6-8589-7578424327D1}"/>
                </a:ext>
              </a:extLst>
            </p:cNvPr>
            <p:cNvGrpSpPr/>
            <p:nvPr/>
          </p:nvGrpSpPr>
          <p:grpSpPr>
            <a:xfrm rot="337866">
              <a:off x="6141195" y="5291578"/>
              <a:ext cx="1626116" cy="1405226"/>
              <a:chOff x="7153220" y="2662429"/>
              <a:chExt cx="1520002" cy="1407832"/>
            </a:xfrm>
            <a:solidFill>
              <a:srgbClr val="FFFFCC"/>
            </a:solidFill>
          </p:grpSpPr>
          <p:sp>
            <p:nvSpPr>
              <p:cNvPr id="42" name="Rectangle 10">
                <a:extLst>
                  <a:ext uri="{FF2B5EF4-FFF2-40B4-BE49-F238E27FC236}">
                    <a16:creationId xmlns:a16="http://schemas.microsoft.com/office/drawing/2014/main" id="{61ED386C-53D8-473C-8C12-909CC0C3D2D9}"/>
                  </a:ext>
                </a:extLst>
              </p:cNvPr>
              <p:cNvSpPr/>
              <p:nvPr/>
            </p:nvSpPr>
            <p:spPr>
              <a:xfrm rot="20467554">
                <a:off x="7626053" y="3827866"/>
                <a:ext cx="1047169" cy="202430"/>
              </a:xfrm>
              <a:custGeom>
                <a:avLst/>
                <a:gdLst>
                  <a:gd name="connsiteX0" fmla="*/ 0 w 997799"/>
                  <a:gd name="connsiteY0" fmla="*/ 0 h 190624"/>
                  <a:gd name="connsiteX1" fmla="*/ 997799 w 997799"/>
                  <a:gd name="connsiteY1" fmla="*/ 0 h 190624"/>
                  <a:gd name="connsiteX2" fmla="*/ 997799 w 997799"/>
                  <a:gd name="connsiteY2" fmla="*/ 190624 h 190624"/>
                  <a:gd name="connsiteX3" fmla="*/ 0 w 997799"/>
                  <a:gd name="connsiteY3" fmla="*/ 190624 h 190624"/>
                  <a:gd name="connsiteX4" fmla="*/ 0 w 997799"/>
                  <a:gd name="connsiteY4" fmla="*/ 0 h 190624"/>
                  <a:gd name="connsiteX0" fmla="*/ 0 w 997799"/>
                  <a:gd name="connsiteY0" fmla="*/ 0 h 190624"/>
                  <a:gd name="connsiteX1" fmla="*/ 997799 w 997799"/>
                  <a:gd name="connsiteY1" fmla="*/ 0 h 190624"/>
                  <a:gd name="connsiteX2" fmla="*/ 997799 w 997799"/>
                  <a:gd name="connsiteY2" fmla="*/ 190624 h 190624"/>
                  <a:gd name="connsiteX3" fmla="*/ 0 w 997799"/>
                  <a:gd name="connsiteY3" fmla="*/ 0 h 190624"/>
                  <a:gd name="connsiteX0" fmla="*/ 0 w 1006687"/>
                  <a:gd name="connsiteY0" fmla="*/ 53621 h 190624"/>
                  <a:gd name="connsiteX1" fmla="*/ 1006687 w 1006687"/>
                  <a:gd name="connsiteY1" fmla="*/ 0 h 190624"/>
                  <a:gd name="connsiteX2" fmla="*/ 1006687 w 1006687"/>
                  <a:gd name="connsiteY2" fmla="*/ 190624 h 190624"/>
                  <a:gd name="connsiteX3" fmla="*/ 0 w 1006687"/>
                  <a:gd name="connsiteY3" fmla="*/ 53621 h 190624"/>
                  <a:gd name="connsiteX0" fmla="*/ 0 w 1069156"/>
                  <a:gd name="connsiteY0" fmla="*/ 53621 h 195629"/>
                  <a:gd name="connsiteX1" fmla="*/ 1006687 w 1069156"/>
                  <a:gd name="connsiteY1" fmla="*/ 0 h 195629"/>
                  <a:gd name="connsiteX2" fmla="*/ 1069156 w 1069156"/>
                  <a:gd name="connsiteY2" fmla="*/ 195629 h 195629"/>
                  <a:gd name="connsiteX3" fmla="*/ 0 w 1069156"/>
                  <a:gd name="connsiteY3" fmla="*/ 53621 h 195629"/>
                  <a:gd name="connsiteX0" fmla="*/ 0 w 1069156"/>
                  <a:gd name="connsiteY0" fmla="*/ 53621 h 195629"/>
                  <a:gd name="connsiteX1" fmla="*/ 1006687 w 1069156"/>
                  <a:gd name="connsiteY1" fmla="*/ 0 h 195629"/>
                  <a:gd name="connsiteX2" fmla="*/ 1069156 w 1069156"/>
                  <a:gd name="connsiteY2" fmla="*/ 195629 h 195629"/>
                  <a:gd name="connsiteX3" fmla="*/ 0 w 1069156"/>
                  <a:gd name="connsiteY3" fmla="*/ 53621 h 195629"/>
                  <a:gd name="connsiteX0" fmla="*/ 0 w 1069156"/>
                  <a:gd name="connsiteY0" fmla="*/ 53621 h 195629"/>
                  <a:gd name="connsiteX1" fmla="*/ 1006687 w 1069156"/>
                  <a:gd name="connsiteY1" fmla="*/ 0 h 195629"/>
                  <a:gd name="connsiteX2" fmla="*/ 1069156 w 1069156"/>
                  <a:gd name="connsiteY2" fmla="*/ 195629 h 195629"/>
                  <a:gd name="connsiteX3" fmla="*/ 0 w 1069156"/>
                  <a:gd name="connsiteY3" fmla="*/ 53621 h 195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69156" h="195629">
                    <a:moveTo>
                      <a:pt x="0" y="53621"/>
                    </a:moveTo>
                    <a:lnTo>
                      <a:pt x="1006687" y="0"/>
                    </a:lnTo>
                    <a:lnTo>
                      <a:pt x="1069156" y="195629"/>
                    </a:lnTo>
                    <a:cubicBezTo>
                      <a:pt x="696047" y="194596"/>
                      <a:pt x="375028" y="173914"/>
                      <a:pt x="0" y="53621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en-US" sz="2400" dirty="0">
                  <a:solidFill>
                    <a:schemeClr val="tx1"/>
                  </a:solidFill>
                  <a:latin typeface="Segoe Script" panose="030B0504020000000003" pitchFamily="66" charset="0"/>
                </a:endParaRPr>
              </a:p>
            </p:txBody>
          </p:sp>
          <p:sp>
            <p:nvSpPr>
              <p:cNvPr id="43" name="Rectangle 11">
                <a:extLst>
                  <a:ext uri="{FF2B5EF4-FFF2-40B4-BE49-F238E27FC236}">
                    <a16:creationId xmlns:a16="http://schemas.microsoft.com/office/drawing/2014/main" id="{4D1A1E0C-6838-4E17-B274-2982BBED9720}"/>
                  </a:ext>
                </a:extLst>
              </p:cNvPr>
              <p:cNvSpPr/>
              <p:nvPr/>
            </p:nvSpPr>
            <p:spPr>
              <a:xfrm rot="21164825">
                <a:off x="7153220" y="2662429"/>
                <a:ext cx="1441490" cy="1407832"/>
              </a:xfrm>
              <a:custGeom>
                <a:avLst/>
                <a:gdLst>
                  <a:gd name="connsiteX0" fmla="*/ 0 w 1344524"/>
                  <a:gd name="connsiteY0" fmla="*/ 0 h 1422228"/>
                  <a:gd name="connsiteX1" fmla="*/ 1344524 w 1344524"/>
                  <a:gd name="connsiteY1" fmla="*/ 0 h 1422228"/>
                  <a:gd name="connsiteX2" fmla="*/ 1344524 w 1344524"/>
                  <a:gd name="connsiteY2" fmla="*/ 1422228 h 1422228"/>
                  <a:gd name="connsiteX3" fmla="*/ 0 w 1344524"/>
                  <a:gd name="connsiteY3" fmla="*/ 1422228 h 1422228"/>
                  <a:gd name="connsiteX4" fmla="*/ 0 w 1344524"/>
                  <a:gd name="connsiteY4" fmla="*/ 0 h 1422228"/>
                  <a:gd name="connsiteX0" fmla="*/ 0 w 1441490"/>
                  <a:gd name="connsiteY0" fmla="*/ 0 h 1422228"/>
                  <a:gd name="connsiteX1" fmla="*/ 1344524 w 1441490"/>
                  <a:gd name="connsiteY1" fmla="*/ 0 h 1422228"/>
                  <a:gd name="connsiteX2" fmla="*/ 1441490 w 1441490"/>
                  <a:gd name="connsiteY2" fmla="*/ 1179354 h 1422228"/>
                  <a:gd name="connsiteX3" fmla="*/ 0 w 1441490"/>
                  <a:gd name="connsiteY3" fmla="*/ 1422228 h 1422228"/>
                  <a:gd name="connsiteX4" fmla="*/ 0 w 1441490"/>
                  <a:gd name="connsiteY4" fmla="*/ 0 h 1422228"/>
                  <a:gd name="connsiteX0" fmla="*/ 0 w 1441490"/>
                  <a:gd name="connsiteY0" fmla="*/ 0 h 1422228"/>
                  <a:gd name="connsiteX1" fmla="*/ 1344524 w 1441490"/>
                  <a:gd name="connsiteY1" fmla="*/ 0 h 1422228"/>
                  <a:gd name="connsiteX2" fmla="*/ 1441490 w 1441490"/>
                  <a:gd name="connsiteY2" fmla="*/ 1179354 h 1422228"/>
                  <a:gd name="connsiteX3" fmla="*/ 0 w 1441490"/>
                  <a:gd name="connsiteY3" fmla="*/ 1422228 h 1422228"/>
                  <a:gd name="connsiteX4" fmla="*/ 0 w 1441490"/>
                  <a:gd name="connsiteY4" fmla="*/ 0 h 1422228"/>
                  <a:gd name="connsiteX0" fmla="*/ 0 w 1441490"/>
                  <a:gd name="connsiteY0" fmla="*/ 0 h 1407832"/>
                  <a:gd name="connsiteX1" fmla="*/ 1344524 w 1441490"/>
                  <a:gd name="connsiteY1" fmla="*/ 0 h 1407832"/>
                  <a:gd name="connsiteX2" fmla="*/ 1441490 w 1441490"/>
                  <a:gd name="connsiteY2" fmla="*/ 1179354 h 1407832"/>
                  <a:gd name="connsiteX3" fmla="*/ 4836 w 1441490"/>
                  <a:gd name="connsiteY3" fmla="*/ 1407832 h 1407832"/>
                  <a:gd name="connsiteX4" fmla="*/ 0 w 1441490"/>
                  <a:gd name="connsiteY4" fmla="*/ 0 h 1407832"/>
                  <a:gd name="connsiteX0" fmla="*/ 0 w 1441490"/>
                  <a:gd name="connsiteY0" fmla="*/ 0 h 1407832"/>
                  <a:gd name="connsiteX1" fmla="*/ 1344524 w 1441490"/>
                  <a:gd name="connsiteY1" fmla="*/ 0 h 1407832"/>
                  <a:gd name="connsiteX2" fmla="*/ 1441490 w 1441490"/>
                  <a:gd name="connsiteY2" fmla="*/ 1179354 h 1407832"/>
                  <a:gd name="connsiteX3" fmla="*/ 4836 w 1441490"/>
                  <a:gd name="connsiteY3" fmla="*/ 1407832 h 1407832"/>
                  <a:gd name="connsiteX4" fmla="*/ 0 w 1441490"/>
                  <a:gd name="connsiteY4" fmla="*/ 0 h 1407832"/>
                  <a:gd name="connsiteX0" fmla="*/ 0 w 1441490"/>
                  <a:gd name="connsiteY0" fmla="*/ 0 h 1407832"/>
                  <a:gd name="connsiteX1" fmla="*/ 1344524 w 1441490"/>
                  <a:gd name="connsiteY1" fmla="*/ 0 h 1407832"/>
                  <a:gd name="connsiteX2" fmla="*/ 1441490 w 1441490"/>
                  <a:gd name="connsiteY2" fmla="*/ 1179354 h 1407832"/>
                  <a:gd name="connsiteX3" fmla="*/ 4836 w 1441490"/>
                  <a:gd name="connsiteY3" fmla="*/ 1407832 h 1407832"/>
                  <a:gd name="connsiteX4" fmla="*/ 0 w 1441490"/>
                  <a:gd name="connsiteY4" fmla="*/ 0 h 14078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41490" h="1407832">
                    <a:moveTo>
                      <a:pt x="0" y="0"/>
                    </a:moveTo>
                    <a:lnTo>
                      <a:pt x="1344524" y="0"/>
                    </a:lnTo>
                    <a:cubicBezTo>
                      <a:pt x="1376846" y="393118"/>
                      <a:pt x="1337235" y="903188"/>
                      <a:pt x="1441490" y="1179354"/>
                    </a:cubicBezTo>
                    <a:cubicBezTo>
                      <a:pt x="1081761" y="1443823"/>
                      <a:pt x="556514" y="1380972"/>
                      <a:pt x="4836" y="1407832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 w="3175">
                <a:solidFill>
                  <a:srgbClr val="F4B284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182880" bIns="182880" rtlCol="0" anchor="t"/>
              <a:lstStyle/>
              <a:p>
                <a:pPr algn="ctr"/>
                <a:r>
                  <a:rPr lang="en-US" sz="1100" dirty="0">
                    <a:solidFill>
                      <a:schemeClr val="tx1"/>
                    </a:solidFill>
                    <a:latin typeface="Segoe Script" panose="030B0504020000000003" pitchFamily="66" charset="0"/>
                  </a:rPr>
                  <a:t>Run security check--Asia</a:t>
                </a:r>
              </a:p>
            </p:txBody>
          </p:sp>
        </p:grp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1C8C7459-8B0A-4F83-93C5-4D6AE59B8D66}"/>
                </a:ext>
              </a:extLst>
            </p:cNvPr>
            <p:cNvSpPr/>
            <p:nvPr/>
          </p:nvSpPr>
          <p:spPr>
            <a:xfrm>
              <a:off x="7987107" y="1517005"/>
              <a:ext cx="3406903" cy="534399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Confirm/Wait</a:t>
              </a:r>
            </a:p>
          </p:txBody>
        </p: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CE31070A-E6AC-4D01-A9F2-2A5D9A74A759}"/>
                </a:ext>
              </a:extLst>
            </p:cNvPr>
            <p:cNvGrpSpPr/>
            <p:nvPr/>
          </p:nvGrpSpPr>
          <p:grpSpPr>
            <a:xfrm rot="337866">
              <a:off x="8119343" y="2685270"/>
              <a:ext cx="1626116" cy="1405226"/>
              <a:chOff x="7153220" y="2662429"/>
              <a:chExt cx="1520002" cy="1407832"/>
            </a:xfrm>
            <a:solidFill>
              <a:srgbClr val="FFFFCC"/>
            </a:solidFill>
          </p:grpSpPr>
          <p:sp>
            <p:nvSpPr>
              <p:cNvPr id="46" name="Rectangle 10">
                <a:extLst>
                  <a:ext uri="{FF2B5EF4-FFF2-40B4-BE49-F238E27FC236}">
                    <a16:creationId xmlns:a16="http://schemas.microsoft.com/office/drawing/2014/main" id="{796B0A6B-08E6-4D5D-8CA0-D7A06D7F2D5D}"/>
                  </a:ext>
                </a:extLst>
              </p:cNvPr>
              <p:cNvSpPr/>
              <p:nvPr/>
            </p:nvSpPr>
            <p:spPr>
              <a:xfrm rot="20467554">
                <a:off x="7626053" y="3827866"/>
                <a:ext cx="1047169" cy="202430"/>
              </a:xfrm>
              <a:custGeom>
                <a:avLst/>
                <a:gdLst>
                  <a:gd name="connsiteX0" fmla="*/ 0 w 997799"/>
                  <a:gd name="connsiteY0" fmla="*/ 0 h 190624"/>
                  <a:gd name="connsiteX1" fmla="*/ 997799 w 997799"/>
                  <a:gd name="connsiteY1" fmla="*/ 0 h 190624"/>
                  <a:gd name="connsiteX2" fmla="*/ 997799 w 997799"/>
                  <a:gd name="connsiteY2" fmla="*/ 190624 h 190624"/>
                  <a:gd name="connsiteX3" fmla="*/ 0 w 997799"/>
                  <a:gd name="connsiteY3" fmla="*/ 190624 h 190624"/>
                  <a:gd name="connsiteX4" fmla="*/ 0 w 997799"/>
                  <a:gd name="connsiteY4" fmla="*/ 0 h 190624"/>
                  <a:gd name="connsiteX0" fmla="*/ 0 w 997799"/>
                  <a:gd name="connsiteY0" fmla="*/ 0 h 190624"/>
                  <a:gd name="connsiteX1" fmla="*/ 997799 w 997799"/>
                  <a:gd name="connsiteY1" fmla="*/ 0 h 190624"/>
                  <a:gd name="connsiteX2" fmla="*/ 997799 w 997799"/>
                  <a:gd name="connsiteY2" fmla="*/ 190624 h 190624"/>
                  <a:gd name="connsiteX3" fmla="*/ 0 w 997799"/>
                  <a:gd name="connsiteY3" fmla="*/ 0 h 190624"/>
                  <a:gd name="connsiteX0" fmla="*/ 0 w 1006687"/>
                  <a:gd name="connsiteY0" fmla="*/ 53621 h 190624"/>
                  <a:gd name="connsiteX1" fmla="*/ 1006687 w 1006687"/>
                  <a:gd name="connsiteY1" fmla="*/ 0 h 190624"/>
                  <a:gd name="connsiteX2" fmla="*/ 1006687 w 1006687"/>
                  <a:gd name="connsiteY2" fmla="*/ 190624 h 190624"/>
                  <a:gd name="connsiteX3" fmla="*/ 0 w 1006687"/>
                  <a:gd name="connsiteY3" fmla="*/ 53621 h 190624"/>
                  <a:gd name="connsiteX0" fmla="*/ 0 w 1069156"/>
                  <a:gd name="connsiteY0" fmla="*/ 53621 h 195629"/>
                  <a:gd name="connsiteX1" fmla="*/ 1006687 w 1069156"/>
                  <a:gd name="connsiteY1" fmla="*/ 0 h 195629"/>
                  <a:gd name="connsiteX2" fmla="*/ 1069156 w 1069156"/>
                  <a:gd name="connsiteY2" fmla="*/ 195629 h 195629"/>
                  <a:gd name="connsiteX3" fmla="*/ 0 w 1069156"/>
                  <a:gd name="connsiteY3" fmla="*/ 53621 h 195629"/>
                  <a:gd name="connsiteX0" fmla="*/ 0 w 1069156"/>
                  <a:gd name="connsiteY0" fmla="*/ 53621 h 195629"/>
                  <a:gd name="connsiteX1" fmla="*/ 1006687 w 1069156"/>
                  <a:gd name="connsiteY1" fmla="*/ 0 h 195629"/>
                  <a:gd name="connsiteX2" fmla="*/ 1069156 w 1069156"/>
                  <a:gd name="connsiteY2" fmla="*/ 195629 h 195629"/>
                  <a:gd name="connsiteX3" fmla="*/ 0 w 1069156"/>
                  <a:gd name="connsiteY3" fmla="*/ 53621 h 195629"/>
                  <a:gd name="connsiteX0" fmla="*/ 0 w 1069156"/>
                  <a:gd name="connsiteY0" fmla="*/ 53621 h 195629"/>
                  <a:gd name="connsiteX1" fmla="*/ 1006687 w 1069156"/>
                  <a:gd name="connsiteY1" fmla="*/ 0 h 195629"/>
                  <a:gd name="connsiteX2" fmla="*/ 1069156 w 1069156"/>
                  <a:gd name="connsiteY2" fmla="*/ 195629 h 195629"/>
                  <a:gd name="connsiteX3" fmla="*/ 0 w 1069156"/>
                  <a:gd name="connsiteY3" fmla="*/ 53621 h 195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69156" h="195629">
                    <a:moveTo>
                      <a:pt x="0" y="53621"/>
                    </a:moveTo>
                    <a:lnTo>
                      <a:pt x="1006687" y="0"/>
                    </a:lnTo>
                    <a:lnTo>
                      <a:pt x="1069156" y="195629"/>
                    </a:lnTo>
                    <a:cubicBezTo>
                      <a:pt x="696047" y="194596"/>
                      <a:pt x="375028" y="173914"/>
                      <a:pt x="0" y="53621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en-US" sz="2400">
                  <a:solidFill>
                    <a:schemeClr val="tx1"/>
                  </a:solidFill>
                  <a:latin typeface="Segoe Script" panose="030B0504020000000003" pitchFamily="66" charset="0"/>
                </a:endParaRPr>
              </a:p>
            </p:txBody>
          </p:sp>
          <p:sp>
            <p:nvSpPr>
              <p:cNvPr id="47" name="Rectangle 11">
                <a:extLst>
                  <a:ext uri="{FF2B5EF4-FFF2-40B4-BE49-F238E27FC236}">
                    <a16:creationId xmlns:a16="http://schemas.microsoft.com/office/drawing/2014/main" id="{672B4F8A-3C9C-478A-BCBB-5E1EC7D4CA27}"/>
                  </a:ext>
                </a:extLst>
              </p:cNvPr>
              <p:cNvSpPr/>
              <p:nvPr/>
            </p:nvSpPr>
            <p:spPr>
              <a:xfrm rot="21164825">
                <a:off x="7153220" y="2662429"/>
                <a:ext cx="1441490" cy="1407832"/>
              </a:xfrm>
              <a:custGeom>
                <a:avLst/>
                <a:gdLst>
                  <a:gd name="connsiteX0" fmla="*/ 0 w 1344524"/>
                  <a:gd name="connsiteY0" fmla="*/ 0 h 1422228"/>
                  <a:gd name="connsiteX1" fmla="*/ 1344524 w 1344524"/>
                  <a:gd name="connsiteY1" fmla="*/ 0 h 1422228"/>
                  <a:gd name="connsiteX2" fmla="*/ 1344524 w 1344524"/>
                  <a:gd name="connsiteY2" fmla="*/ 1422228 h 1422228"/>
                  <a:gd name="connsiteX3" fmla="*/ 0 w 1344524"/>
                  <a:gd name="connsiteY3" fmla="*/ 1422228 h 1422228"/>
                  <a:gd name="connsiteX4" fmla="*/ 0 w 1344524"/>
                  <a:gd name="connsiteY4" fmla="*/ 0 h 1422228"/>
                  <a:gd name="connsiteX0" fmla="*/ 0 w 1441490"/>
                  <a:gd name="connsiteY0" fmla="*/ 0 h 1422228"/>
                  <a:gd name="connsiteX1" fmla="*/ 1344524 w 1441490"/>
                  <a:gd name="connsiteY1" fmla="*/ 0 h 1422228"/>
                  <a:gd name="connsiteX2" fmla="*/ 1441490 w 1441490"/>
                  <a:gd name="connsiteY2" fmla="*/ 1179354 h 1422228"/>
                  <a:gd name="connsiteX3" fmla="*/ 0 w 1441490"/>
                  <a:gd name="connsiteY3" fmla="*/ 1422228 h 1422228"/>
                  <a:gd name="connsiteX4" fmla="*/ 0 w 1441490"/>
                  <a:gd name="connsiteY4" fmla="*/ 0 h 1422228"/>
                  <a:gd name="connsiteX0" fmla="*/ 0 w 1441490"/>
                  <a:gd name="connsiteY0" fmla="*/ 0 h 1422228"/>
                  <a:gd name="connsiteX1" fmla="*/ 1344524 w 1441490"/>
                  <a:gd name="connsiteY1" fmla="*/ 0 h 1422228"/>
                  <a:gd name="connsiteX2" fmla="*/ 1441490 w 1441490"/>
                  <a:gd name="connsiteY2" fmla="*/ 1179354 h 1422228"/>
                  <a:gd name="connsiteX3" fmla="*/ 0 w 1441490"/>
                  <a:gd name="connsiteY3" fmla="*/ 1422228 h 1422228"/>
                  <a:gd name="connsiteX4" fmla="*/ 0 w 1441490"/>
                  <a:gd name="connsiteY4" fmla="*/ 0 h 1422228"/>
                  <a:gd name="connsiteX0" fmla="*/ 0 w 1441490"/>
                  <a:gd name="connsiteY0" fmla="*/ 0 h 1407832"/>
                  <a:gd name="connsiteX1" fmla="*/ 1344524 w 1441490"/>
                  <a:gd name="connsiteY1" fmla="*/ 0 h 1407832"/>
                  <a:gd name="connsiteX2" fmla="*/ 1441490 w 1441490"/>
                  <a:gd name="connsiteY2" fmla="*/ 1179354 h 1407832"/>
                  <a:gd name="connsiteX3" fmla="*/ 4836 w 1441490"/>
                  <a:gd name="connsiteY3" fmla="*/ 1407832 h 1407832"/>
                  <a:gd name="connsiteX4" fmla="*/ 0 w 1441490"/>
                  <a:gd name="connsiteY4" fmla="*/ 0 h 1407832"/>
                  <a:gd name="connsiteX0" fmla="*/ 0 w 1441490"/>
                  <a:gd name="connsiteY0" fmla="*/ 0 h 1407832"/>
                  <a:gd name="connsiteX1" fmla="*/ 1344524 w 1441490"/>
                  <a:gd name="connsiteY1" fmla="*/ 0 h 1407832"/>
                  <a:gd name="connsiteX2" fmla="*/ 1441490 w 1441490"/>
                  <a:gd name="connsiteY2" fmla="*/ 1179354 h 1407832"/>
                  <a:gd name="connsiteX3" fmla="*/ 4836 w 1441490"/>
                  <a:gd name="connsiteY3" fmla="*/ 1407832 h 1407832"/>
                  <a:gd name="connsiteX4" fmla="*/ 0 w 1441490"/>
                  <a:gd name="connsiteY4" fmla="*/ 0 h 1407832"/>
                  <a:gd name="connsiteX0" fmla="*/ 0 w 1441490"/>
                  <a:gd name="connsiteY0" fmla="*/ 0 h 1407832"/>
                  <a:gd name="connsiteX1" fmla="*/ 1344524 w 1441490"/>
                  <a:gd name="connsiteY1" fmla="*/ 0 h 1407832"/>
                  <a:gd name="connsiteX2" fmla="*/ 1441490 w 1441490"/>
                  <a:gd name="connsiteY2" fmla="*/ 1179354 h 1407832"/>
                  <a:gd name="connsiteX3" fmla="*/ 4836 w 1441490"/>
                  <a:gd name="connsiteY3" fmla="*/ 1407832 h 1407832"/>
                  <a:gd name="connsiteX4" fmla="*/ 0 w 1441490"/>
                  <a:gd name="connsiteY4" fmla="*/ 0 h 14078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41490" h="1407832">
                    <a:moveTo>
                      <a:pt x="0" y="0"/>
                    </a:moveTo>
                    <a:lnTo>
                      <a:pt x="1344524" y="0"/>
                    </a:lnTo>
                    <a:cubicBezTo>
                      <a:pt x="1376846" y="393118"/>
                      <a:pt x="1337235" y="903188"/>
                      <a:pt x="1441490" y="1179354"/>
                    </a:cubicBezTo>
                    <a:cubicBezTo>
                      <a:pt x="1081761" y="1443823"/>
                      <a:pt x="556514" y="1380972"/>
                      <a:pt x="4836" y="1407832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 w="3175">
                <a:solidFill>
                  <a:srgbClr val="F4B284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182880" bIns="182880" rtlCol="0" anchor="t"/>
              <a:lstStyle/>
              <a:p>
                <a:pPr algn="ctr"/>
                <a:r>
                  <a:rPr lang="en-US" sz="1100" dirty="0">
                    <a:solidFill>
                      <a:schemeClr val="tx1"/>
                    </a:solidFill>
                    <a:latin typeface="Segoe Script" panose="030B0504020000000003" pitchFamily="66" charset="0"/>
                  </a:rPr>
                  <a:t>Connect MRP to China team products</a:t>
                </a:r>
              </a:p>
            </p:txBody>
          </p:sp>
        </p:grp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1E2F52CF-FB1F-4E3F-82A6-2536C8EC7188}"/>
                </a:ext>
              </a:extLst>
            </p:cNvPr>
            <p:cNvGrpSpPr/>
            <p:nvPr/>
          </p:nvGrpSpPr>
          <p:grpSpPr>
            <a:xfrm rot="337866">
              <a:off x="9467589" y="2352645"/>
              <a:ext cx="1626116" cy="1405226"/>
              <a:chOff x="7153220" y="2662429"/>
              <a:chExt cx="1520002" cy="1407832"/>
            </a:xfrm>
            <a:solidFill>
              <a:srgbClr val="FFFFCC"/>
            </a:solidFill>
          </p:grpSpPr>
          <p:sp>
            <p:nvSpPr>
              <p:cNvPr id="49" name="Rectangle 10">
                <a:extLst>
                  <a:ext uri="{FF2B5EF4-FFF2-40B4-BE49-F238E27FC236}">
                    <a16:creationId xmlns:a16="http://schemas.microsoft.com/office/drawing/2014/main" id="{D6708B22-422A-4173-9249-83D697F7C6ED}"/>
                  </a:ext>
                </a:extLst>
              </p:cNvPr>
              <p:cNvSpPr/>
              <p:nvPr/>
            </p:nvSpPr>
            <p:spPr>
              <a:xfrm rot="20467554">
                <a:off x="7626053" y="3827866"/>
                <a:ext cx="1047169" cy="202430"/>
              </a:xfrm>
              <a:custGeom>
                <a:avLst/>
                <a:gdLst>
                  <a:gd name="connsiteX0" fmla="*/ 0 w 997799"/>
                  <a:gd name="connsiteY0" fmla="*/ 0 h 190624"/>
                  <a:gd name="connsiteX1" fmla="*/ 997799 w 997799"/>
                  <a:gd name="connsiteY1" fmla="*/ 0 h 190624"/>
                  <a:gd name="connsiteX2" fmla="*/ 997799 w 997799"/>
                  <a:gd name="connsiteY2" fmla="*/ 190624 h 190624"/>
                  <a:gd name="connsiteX3" fmla="*/ 0 w 997799"/>
                  <a:gd name="connsiteY3" fmla="*/ 190624 h 190624"/>
                  <a:gd name="connsiteX4" fmla="*/ 0 w 997799"/>
                  <a:gd name="connsiteY4" fmla="*/ 0 h 190624"/>
                  <a:gd name="connsiteX0" fmla="*/ 0 w 997799"/>
                  <a:gd name="connsiteY0" fmla="*/ 0 h 190624"/>
                  <a:gd name="connsiteX1" fmla="*/ 997799 w 997799"/>
                  <a:gd name="connsiteY1" fmla="*/ 0 h 190624"/>
                  <a:gd name="connsiteX2" fmla="*/ 997799 w 997799"/>
                  <a:gd name="connsiteY2" fmla="*/ 190624 h 190624"/>
                  <a:gd name="connsiteX3" fmla="*/ 0 w 997799"/>
                  <a:gd name="connsiteY3" fmla="*/ 0 h 190624"/>
                  <a:gd name="connsiteX0" fmla="*/ 0 w 1006687"/>
                  <a:gd name="connsiteY0" fmla="*/ 53621 h 190624"/>
                  <a:gd name="connsiteX1" fmla="*/ 1006687 w 1006687"/>
                  <a:gd name="connsiteY1" fmla="*/ 0 h 190624"/>
                  <a:gd name="connsiteX2" fmla="*/ 1006687 w 1006687"/>
                  <a:gd name="connsiteY2" fmla="*/ 190624 h 190624"/>
                  <a:gd name="connsiteX3" fmla="*/ 0 w 1006687"/>
                  <a:gd name="connsiteY3" fmla="*/ 53621 h 190624"/>
                  <a:gd name="connsiteX0" fmla="*/ 0 w 1069156"/>
                  <a:gd name="connsiteY0" fmla="*/ 53621 h 195629"/>
                  <a:gd name="connsiteX1" fmla="*/ 1006687 w 1069156"/>
                  <a:gd name="connsiteY1" fmla="*/ 0 h 195629"/>
                  <a:gd name="connsiteX2" fmla="*/ 1069156 w 1069156"/>
                  <a:gd name="connsiteY2" fmla="*/ 195629 h 195629"/>
                  <a:gd name="connsiteX3" fmla="*/ 0 w 1069156"/>
                  <a:gd name="connsiteY3" fmla="*/ 53621 h 195629"/>
                  <a:gd name="connsiteX0" fmla="*/ 0 w 1069156"/>
                  <a:gd name="connsiteY0" fmla="*/ 53621 h 195629"/>
                  <a:gd name="connsiteX1" fmla="*/ 1006687 w 1069156"/>
                  <a:gd name="connsiteY1" fmla="*/ 0 h 195629"/>
                  <a:gd name="connsiteX2" fmla="*/ 1069156 w 1069156"/>
                  <a:gd name="connsiteY2" fmla="*/ 195629 h 195629"/>
                  <a:gd name="connsiteX3" fmla="*/ 0 w 1069156"/>
                  <a:gd name="connsiteY3" fmla="*/ 53621 h 195629"/>
                  <a:gd name="connsiteX0" fmla="*/ 0 w 1069156"/>
                  <a:gd name="connsiteY0" fmla="*/ 53621 h 195629"/>
                  <a:gd name="connsiteX1" fmla="*/ 1006687 w 1069156"/>
                  <a:gd name="connsiteY1" fmla="*/ 0 h 195629"/>
                  <a:gd name="connsiteX2" fmla="*/ 1069156 w 1069156"/>
                  <a:gd name="connsiteY2" fmla="*/ 195629 h 195629"/>
                  <a:gd name="connsiteX3" fmla="*/ 0 w 1069156"/>
                  <a:gd name="connsiteY3" fmla="*/ 53621 h 195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69156" h="195629">
                    <a:moveTo>
                      <a:pt x="0" y="53621"/>
                    </a:moveTo>
                    <a:lnTo>
                      <a:pt x="1006687" y="0"/>
                    </a:lnTo>
                    <a:lnTo>
                      <a:pt x="1069156" y="195629"/>
                    </a:lnTo>
                    <a:cubicBezTo>
                      <a:pt x="696047" y="194596"/>
                      <a:pt x="375028" y="173914"/>
                      <a:pt x="0" y="53621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en-US" sz="2400" dirty="0">
                  <a:solidFill>
                    <a:schemeClr val="tx1"/>
                  </a:solidFill>
                  <a:latin typeface="Segoe Script" panose="030B0504020000000003" pitchFamily="66" charset="0"/>
                </a:endParaRPr>
              </a:p>
            </p:txBody>
          </p:sp>
          <p:sp>
            <p:nvSpPr>
              <p:cNvPr id="50" name="Rectangle 11">
                <a:extLst>
                  <a:ext uri="{FF2B5EF4-FFF2-40B4-BE49-F238E27FC236}">
                    <a16:creationId xmlns:a16="http://schemas.microsoft.com/office/drawing/2014/main" id="{F804B462-AD5D-471E-AC11-1FC92D377BAE}"/>
                  </a:ext>
                </a:extLst>
              </p:cNvPr>
              <p:cNvSpPr/>
              <p:nvPr/>
            </p:nvSpPr>
            <p:spPr>
              <a:xfrm rot="21164825">
                <a:off x="7153220" y="2662429"/>
                <a:ext cx="1441490" cy="1407832"/>
              </a:xfrm>
              <a:custGeom>
                <a:avLst/>
                <a:gdLst>
                  <a:gd name="connsiteX0" fmla="*/ 0 w 1344524"/>
                  <a:gd name="connsiteY0" fmla="*/ 0 h 1422228"/>
                  <a:gd name="connsiteX1" fmla="*/ 1344524 w 1344524"/>
                  <a:gd name="connsiteY1" fmla="*/ 0 h 1422228"/>
                  <a:gd name="connsiteX2" fmla="*/ 1344524 w 1344524"/>
                  <a:gd name="connsiteY2" fmla="*/ 1422228 h 1422228"/>
                  <a:gd name="connsiteX3" fmla="*/ 0 w 1344524"/>
                  <a:gd name="connsiteY3" fmla="*/ 1422228 h 1422228"/>
                  <a:gd name="connsiteX4" fmla="*/ 0 w 1344524"/>
                  <a:gd name="connsiteY4" fmla="*/ 0 h 1422228"/>
                  <a:gd name="connsiteX0" fmla="*/ 0 w 1441490"/>
                  <a:gd name="connsiteY0" fmla="*/ 0 h 1422228"/>
                  <a:gd name="connsiteX1" fmla="*/ 1344524 w 1441490"/>
                  <a:gd name="connsiteY1" fmla="*/ 0 h 1422228"/>
                  <a:gd name="connsiteX2" fmla="*/ 1441490 w 1441490"/>
                  <a:gd name="connsiteY2" fmla="*/ 1179354 h 1422228"/>
                  <a:gd name="connsiteX3" fmla="*/ 0 w 1441490"/>
                  <a:gd name="connsiteY3" fmla="*/ 1422228 h 1422228"/>
                  <a:gd name="connsiteX4" fmla="*/ 0 w 1441490"/>
                  <a:gd name="connsiteY4" fmla="*/ 0 h 1422228"/>
                  <a:gd name="connsiteX0" fmla="*/ 0 w 1441490"/>
                  <a:gd name="connsiteY0" fmla="*/ 0 h 1422228"/>
                  <a:gd name="connsiteX1" fmla="*/ 1344524 w 1441490"/>
                  <a:gd name="connsiteY1" fmla="*/ 0 h 1422228"/>
                  <a:gd name="connsiteX2" fmla="*/ 1441490 w 1441490"/>
                  <a:gd name="connsiteY2" fmla="*/ 1179354 h 1422228"/>
                  <a:gd name="connsiteX3" fmla="*/ 0 w 1441490"/>
                  <a:gd name="connsiteY3" fmla="*/ 1422228 h 1422228"/>
                  <a:gd name="connsiteX4" fmla="*/ 0 w 1441490"/>
                  <a:gd name="connsiteY4" fmla="*/ 0 h 1422228"/>
                  <a:gd name="connsiteX0" fmla="*/ 0 w 1441490"/>
                  <a:gd name="connsiteY0" fmla="*/ 0 h 1407832"/>
                  <a:gd name="connsiteX1" fmla="*/ 1344524 w 1441490"/>
                  <a:gd name="connsiteY1" fmla="*/ 0 h 1407832"/>
                  <a:gd name="connsiteX2" fmla="*/ 1441490 w 1441490"/>
                  <a:gd name="connsiteY2" fmla="*/ 1179354 h 1407832"/>
                  <a:gd name="connsiteX3" fmla="*/ 4836 w 1441490"/>
                  <a:gd name="connsiteY3" fmla="*/ 1407832 h 1407832"/>
                  <a:gd name="connsiteX4" fmla="*/ 0 w 1441490"/>
                  <a:gd name="connsiteY4" fmla="*/ 0 h 1407832"/>
                  <a:gd name="connsiteX0" fmla="*/ 0 w 1441490"/>
                  <a:gd name="connsiteY0" fmla="*/ 0 h 1407832"/>
                  <a:gd name="connsiteX1" fmla="*/ 1344524 w 1441490"/>
                  <a:gd name="connsiteY1" fmla="*/ 0 h 1407832"/>
                  <a:gd name="connsiteX2" fmla="*/ 1441490 w 1441490"/>
                  <a:gd name="connsiteY2" fmla="*/ 1179354 h 1407832"/>
                  <a:gd name="connsiteX3" fmla="*/ 4836 w 1441490"/>
                  <a:gd name="connsiteY3" fmla="*/ 1407832 h 1407832"/>
                  <a:gd name="connsiteX4" fmla="*/ 0 w 1441490"/>
                  <a:gd name="connsiteY4" fmla="*/ 0 h 1407832"/>
                  <a:gd name="connsiteX0" fmla="*/ 0 w 1441490"/>
                  <a:gd name="connsiteY0" fmla="*/ 0 h 1407832"/>
                  <a:gd name="connsiteX1" fmla="*/ 1344524 w 1441490"/>
                  <a:gd name="connsiteY1" fmla="*/ 0 h 1407832"/>
                  <a:gd name="connsiteX2" fmla="*/ 1441490 w 1441490"/>
                  <a:gd name="connsiteY2" fmla="*/ 1179354 h 1407832"/>
                  <a:gd name="connsiteX3" fmla="*/ 4836 w 1441490"/>
                  <a:gd name="connsiteY3" fmla="*/ 1407832 h 1407832"/>
                  <a:gd name="connsiteX4" fmla="*/ 0 w 1441490"/>
                  <a:gd name="connsiteY4" fmla="*/ 0 h 14078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41490" h="1407832">
                    <a:moveTo>
                      <a:pt x="0" y="0"/>
                    </a:moveTo>
                    <a:lnTo>
                      <a:pt x="1344524" y="0"/>
                    </a:lnTo>
                    <a:cubicBezTo>
                      <a:pt x="1376846" y="393118"/>
                      <a:pt x="1337235" y="903188"/>
                      <a:pt x="1441490" y="1179354"/>
                    </a:cubicBezTo>
                    <a:cubicBezTo>
                      <a:pt x="1081761" y="1443823"/>
                      <a:pt x="556514" y="1380972"/>
                      <a:pt x="4836" y="1407832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 w="3175">
                <a:solidFill>
                  <a:srgbClr val="F4B284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182880" bIns="182880" rtlCol="0" anchor="t"/>
              <a:lstStyle/>
              <a:p>
                <a:pPr algn="ctr"/>
                <a:r>
                  <a:rPr lang="en-US" sz="1100" dirty="0">
                    <a:solidFill>
                      <a:schemeClr val="tx1"/>
                    </a:solidFill>
                    <a:latin typeface="Segoe Script" panose="030B0504020000000003" pitchFamily="66" charset="0"/>
                  </a:rPr>
                  <a:t>Standard-</a:t>
                </a:r>
                <a:r>
                  <a:rPr lang="en-US" sz="1100" dirty="0" err="1">
                    <a:solidFill>
                      <a:schemeClr val="tx1"/>
                    </a:solidFill>
                    <a:latin typeface="Segoe Script" panose="030B0504020000000003" pitchFamily="66" charset="0"/>
                  </a:rPr>
                  <a:t>ize</a:t>
                </a:r>
                <a:r>
                  <a:rPr lang="en-US" sz="1100" dirty="0">
                    <a:solidFill>
                      <a:schemeClr val="tx1"/>
                    </a:solidFill>
                    <a:latin typeface="Segoe Script" panose="030B0504020000000003" pitchFamily="66" charset="0"/>
                  </a:rPr>
                  <a:t> pricing module for Americas</a:t>
                </a:r>
              </a:p>
            </p:txBody>
          </p:sp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4A65FB8F-765F-46BB-96B1-6820FEBDBA7A}"/>
                </a:ext>
              </a:extLst>
            </p:cNvPr>
            <p:cNvGrpSpPr/>
            <p:nvPr/>
          </p:nvGrpSpPr>
          <p:grpSpPr>
            <a:xfrm rot="337866">
              <a:off x="9809828" y="3795549"/>
              <a:ext cx="1626116" cy="1405226"/>
              <a:chOff x="7153220" y="2662429"/>
              <a:chExt cx="1520002" cy="1407832"/>
            </a:xfrm>
            <a:solidFill>
              <a:srgbClr val="FFFFCC"/>
            </a:solidFill>
          </p:grpSpPr>
          <p:sp>
            <p:nvSpPr>
              <p:cNvPr id="52" name="Rectangle 10">
                <a:extLst>
                  <a:ext uri="{FF2B5EF4-FFF2-40B4-BE49-F238E27FC236}">
                    <a16:creationId xmlns:a16="http://schemas.microsoft.com/office/drawing/2014/main" id="{1BCC6422-F391-4874-8717-32606EF76C47}"/>
                  </a:ext>
                </a:extLst>
              </p:cNvPr>
              <p:cNvSpPr/>
              <p:nvPr/>
            </p:nvSpPr>
            <p:spPr>
              <a:xfrm rot="20467554">
                <a:off x="7626053" y="3827866"/>
                <a:ext cx="1047169" cy="202430"/>
              </a:xfrm>
              <a:custGeom>
                <a:avLst/>
                <a:gdLst>
                  <a:gd name="connsiteX0" fmla="*/ 0 w 997799"/>
                  <a:gd name="connsiteY0" fmla="*/ 0 h 190624"/>
                  <a:gd name="connsiteX1" fmla="*/ 997799 w 997799"/>
                  <a:gd name="connsiteY1" fmla="*/ 0 h 190624"/>
                  <a:gd name="connsiteX2" fmla="*/ 997799 w 997799"/>
                  <a:gd name="connsiteY2" fmla="*/ 190624 h 190624"/>
                  <a:gd name="connsiteX3" fmla="*/ 0 w 997799"/>
                  <a:gd name="connsiteY3" fmla="*/ 190624 h 190624"/>
                  <a:gd name="connsiteX4" fmla="*/ 0 w 997799"/>
                  <a:gd name="connsiteY4" fmla="*/ 0 h 190624"/>
                  <a:gd name="connsiteX0" fmla="*/ 0 w 997799"/>
                  <a:gd name="connsiteY0" fmla="*/ 0 h 190624"/>
                  <a:gd name="connsiteX1" fmla="*/ 997799 w 997799"/>
                  <a:gd name="connsiteY1" fmla="*/ 0 h 190624"/>
                  <a:gd name="connsiteX2" fmla="*/ 997799 w 997799"/>
                  <a:gd name="connsiteY2" fmla="*/ 190624 h 190624"/>
                  <a:gd name="connsiteX3" fmla="*/ 0 w 997799"/>
                  <a:gd name="connsiteY3" fmla="*/ 0 h 190624"/>
                  <a:gd name="connsiteX0" fmla="*/ 0 w 1006687"/>
                  <a:gd name="connsiteY0" fmla="*/ 53621 h 190624"/>
                  <a:gd name="connsiteX1" fmla="*/ 1006687 w 1006687"/>
                  <a:gd name="connsiteY1" fmla="*/ 0 h 190624"/>
                  <a:gd name="connsiteX2" fmla="*/ 1006687 w 1006687"/>
                  <a:gd name="connsiteY2" fmla="*/ 190624 h 190624"/>
                  <a:gd name="connsiteX3" fmla="*/ 0 w 1006687"/>
                  <a:gd name="connsiteY3" fmla="*/ 53621 h 190624"/>
                  <a:gd name="connsiteX0" fmla="*/ 0 w 1069156"/>
                  <a:gd name="connsiteY0" fmla="*/ 53621 h 195629"/>
                  <a:gd name="connsiteX1" fmla="*/ 1006687 w 1069156"/>
                  <a:gd name="connsiteY1" fmla="*/ 0 h 195629"/>
                  <a:gd name="connsiteX2" fmla="*/ 1069156 w 1069156"/>
                  <a:gd name="connsiteY2" fmla="*/ 195629 h 195629"/>
                  <a:gd name="connsiteX3" fmla="*/ 0 w 1069156"/>
                  <a:gd name="connsiteY3" fmla="*/ 53621 h 195629"/>
                  <a:gd name="connsiteX0" fmla="*/ 0 w 1069156"/>
                  <a:gd name="connsiteY0" fmla="*/ 53621 h 195629"/>
                  <a:gd name="connsiteX1" fmla="*/ 1006687 w 1069156"/>
                  <a:gd name="connsiteY1" fmla="*/ 0 h 195629"/>
                  <a:gd name="connsiteX2" fmla="*/ 1069156 w 1069156"/>
                  <a:gd name="connsiteY2" fmla="*/ 195629 h 195629"/>
                  <a:gd name="connsiteX3" fmla="*/ 0 w 1069156"/>
                  <a:gd name="connsiteY3" fmla="*/ 53621 h 195629"/>
                  <a:gd name="connsiteX0" fmla="*/ 0 w 1069156"/>
                  <a:gd name="connsiteY0" fmla="*/ 53621 h 195629"/>
                  <a:gd name="connsiteX1" fmla="*/ 1006687 w 1069156"/>
                  <a:gd name="connsiteY1" fmla="*/ 0 h 195629"/>
                  <a:gd name="connsiteX2" fmla="*/ 1069156 w 1069156"/>
                  <a:gd name="connsiteY2" fmla="*/ 195629 h 195629"/>
                  <a:gd name="connsiteX3" fmla="*/ 0 w 1069156"/>
                  <a:gd name="connsiteY3" fmla="*/ 53621 h 195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69156" h="195629">
                    <a:moveTo>
                      <a:pt x="0" y="53621"/>
                    </a:moveTo>
                    <a:lnTo>
                      <a:pt x="1006687" y="0"/>
                    </a:lnTo>
                    <a:lnTo>
                      <a:pt x="1069156" y="195629"/>
                    </a:lnTo>
                    <a:cubicBezTo>
                      <a:pt x="696047" y="194596"/>
                      <a:pt x="375028" y="173914"/>
                      <a:pt x="0" y="53621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en-US" sz="2400" dirty="0">
                  <a:solidFill>
                    <a:schemeClr val="tx1"/>
                  </a:solidFill>
                  <a:latin typeface="Segoe Script" panose="030B0504020000000003" pitchFamily="66" charset="0"/>
                </a:endParaRPr>
              </a:p>
            </p:txBody>
          </p:sp>
          <p:sp>
            <p:nvSpPr>
              <p:cNvPr id="53" name="Rectangle 11">
                <a:extLst>
                  <a:ext uri="{FF2B5EF4-FFF2-40B4-BE49-F238E27FC236}">
                    <a16:creationId xmlns:a16="http://schemas.microsoft.com/office/drawing/2014/main" id="{5900D190-ADBE-4AC3-AD7F-764DFE90BC74}"/>
                  </a:ext>
                </a:extLst>
              </p:cNvPr>
              <p:cNvSpPr/>
              <p:nvPr/>
            </p:nvSpPr>
            <p:spPr>
              <a:xfrm rot="21164825">
                <a:off x="7153220" y="2662429"/>
                <a:ext cx="1441490" cy="1407832"/>
              </a:xfrm>
              <a:custGeom>
                <a:avLst/>
                <a:gdLst>
                  <a:gd name="connsiteX0" fmla="*/ 0 w 1344524"/>
                  <a:gd name="connsiteY0" fmla="*/ 0 h 1422228"/>
                  <a:gd name="connsiteX1" fmla="*/ 1344524 w 1344524"/>
                  <a:gd name="connsiteY1" fmla="*/ 0 h 1422228"/>
                  <a:gd name="connsiteX2" fmla="*/ 1344524 w 1344524"/>
                  <a:gd name="connsiteY2" fmla="*/ 1422228 h 1422228"/>
                  <a:gd name="connsiteX3" fmla="*/ 0 w 1344524"/>
                  <a:gd name="connsiteY3" fmla="*/ 1422228 h 1422228"/>
                  <a:gd name="connsiteX4" fmla="*/ 0 w 1344524"/>
                  <a:gd name="connsiteY4" fmla="*/ 0 h 1422228"/>
                  <a:gd name="connsiteX0" fmla="*/ 0 w 1441490"/>
                  <a:gd name="connsiteY0" fmla="*/ 0 h 1422228"/>
                  <a:gd name="connsiteX1" fmla="*/ 1344524 w 1441490"/>
                  <a:gd name="connsiteY1" fmla="*/ 0 h 1422228"/>
                  <a:gd name="connsiteX2" fmla="*/ 1441490 w 1441490"/>
                  <a:gd name="connsiteY2" fmla="*/ 1179354 h 1422228"/>
                  <a:gd name="connsiteX3" fmla="*/ 0 w 1441490"/>
                  <a:gd name="connsiteY3" fmla="*/ 1422228 h 1422228"/>
                  <a:gd name="connsiteX4" fmla="*/ 0 w 1441490"/>
                  <a:gd name="connsiteY4" fmla="*/ 0 h 1422228"/>
                  <a:gd name="connsiteX0" fmla="*/ 0 w 1441490"/>
                  <a:gd name="connsiteY0" fmla="*/ 0 h 1422228"/>
                  <a:gd name="connsiteX1" fmla="*/ 1344524 w 1441490"/>
                  <a:gd name="connsiteY1" fmla="*/ 0 h 1422228"/>
                  <a:gd name="connsiteX2" fmla="*/ 1441490 w 1441490"/>
                  <a:gd name="connsiteY2" fmla="*/ 1179354 h 1422228"/>
                  <a:gd name="connsiteX3" fmla="*/ 0 w 1441490"/>
                  <a:gd name="connsiteY3" fmla="*/ 1422228 h 1422228"/>
                  <a:gd name="connsiteX4" fmla="*/ 0 w 1441490"/>
                  <a:gd name="connsiteY4" fmla="*/ 0 h 1422228"/>
                  <a:gd name="connsiteX0" fmla="*/ 0 w 1441490"/>
                  <a:gd name="connsiteY0" fmla="*/ 0 h 1407832"/>
                  <a:gd name="connsiteX1" fmla="*/ 1344524 w 1441490"/>
                  <a:gd name="connsiteY1" fmla="*/ 0 h 1407832"/>
                  <a:gd name="connsiteX2" fmla="*/ 1441490 w 1441490"/>
                  <a:gd name="connsiteY2" fmla="*/ 1179354 h 1407832"/>
                  <a:gd name="connsiteX3" fmla="*/ 4836 w 1441490"/>
                  <a:gd name="connsiteY3" fmla="*/ 1407832 h 1407832"/>
                  <a:gd name="connsiteX4" fmla="*/ 0 w 1441490"/>
                  <a:gd name="connsiteY4" fmla="*/ 0 h 1407832"/>
                  <a:gd name="connsiteX0" fmla="*/ 0 w 1441490"/>
                  <a:gd name="connsiteY0" fmla="*/ 0 h 1407832"/>
                  <a:gd name="connsiteX1" fmla="*/ 1344524 w 1441490"/>
                  <a:gd name="connsiteY1" fmla="*/ 0 h 1407832"/>
                  <a:gd name="connsiteX2" fmla="*/ 1441490 w 1441490"/>
                  <a:gd name="connsiteY2" fmla="*/ 1179354 h 1407832"/>
                  <a:gd name="connsiteX3" fmla="*/ 4836 w 1441490"/>
                  <a:gd name="connsiteY3" fmla="*/ 1407832 h 1407832"/>
                  <a:gd name="connsiteX4" fmla="*/ 0 w 1441490"/>
                  <a:gd name="connsiteY4" fmla="*/ 0 h 1407832"/>
                  <a:gd name="connsiteX0" fmla="*/ 0 w 1441490"/>
                  <a:gd name="connsiteY0" fmla="*/ 0 h 1407832"/>
                  <a:gd name="connsiteX1" fmla="*/ 1344524 w 1441490"/>
                  <a:gd name="connsiteY1" fmla="*/ 0 h 1407832"/>
                  <a:gd name="connsiteX2" fmla="*/ 1441490 w 1441490"/>
                  <a:gd name="connsiteY2" fmla="*/ 1179354 h 1407832"/>
                  <a:gd name="connsiteX3" fmla="*/ 4836 w 1441490"/>
                  <a:gd name="connsiteY3" fmla="*/ 1407832 h 1407832"/>
                  <a:gd name="connsiteX4" fmla="*/ 0 w 1441490"/>
                  <a:gd name="connsiteY4" fmla="*/ 0 h 14078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41490" h="1407832">
                    <a:moveTo>
                      <a:pt x="0" y="0"/>
                    </a:moveTo>
                    <a:lnTo>
                      <a:pt x="1344524" y="0"/>
                    </a:lnTo>
                    <a:cubicBezTo>
                      <a:pt x="1376846" y="393118"/>
                      <a:pt x="1337235" y="903188"/>
                      <a:pt x="1441490" y="1179354"/>
                    </a:cubicBezTo>
                    <a:cubicBezTo>
                      <a:pt x="1081761" y="1443823"/>
                      <a:pt x="556514" y="1380972"/>
                      <a:pt x="4836" y="1407832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 w="3175">
                <a:solidFill>
                  <a:srgbClr val="F4B284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182880" bIns="182880" rtlCol="0" anchor="t"/>
              <a:lstStyle/>
              <a:p>
                <a:pPr algn="ctr"/>
                <a:r>
                  <a:rPr lang="en-US" sz="1100" dirty="0">
                    <a:solidFill>
                      <a:schemeClr val="tx1"/>
                    </a:solidFill>
                    <a:latin typeface="Segoe Script" panose="030B0504020000000003" pitchFamily="66" charset="0"/>
                  </a:rPr>
                  <a:t>Support 8k in SE Asia Office</a:t>
                </a:r>
              </a:p>
            </p:txBody>
          </p:sp>
        </p:grp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4C91B9B8-6AE6-436E-97CF-4F1428D3BC27}"/>
                </a:ext>
              </a:extLst>
            </p:cNvPr>
            <p:cNvGrpSpPr/>
            <p:nvPr/>
          </p:nvGrpSpPr>
          <p:grpSpPr>
            <a:xfrm rot="337866">
              <a:off x="8233056" y="4151038"/>
              <a:ext cx="1626116" cy="1405226"/>
              <a:chOff x="7153220" y="2662429"/>
              <a:chExt cx="1520002" cy="1407832"/>
            </a:xfrm>
            <a:solidFill>
              <a:srgbClr val="FFFFCC"/>
            </a:solidFill>
          </p:grpSpPr>
          <p:sp>
            <p:nvSpPr>
              <p:cNvPr id="55" name="Rectangle 10">
                <a:extLst>
                  <a:ext uri="{FF2B5EF4-FFF2-40B4-BE49-F238E27FC236}">
                    <a16:creationId xmlns:a16="http://schemas.microsoft.com/office/drawing/2014/main" id="{B545C510-380C-4C60-AF31-CEAE80E13518}"/>
                  </a:ext>
                </a:extLst>
              </p:cNvPr>
              <p:cNvSpPr/>
              <p:nvPr/>
            </p:nvSpPr>
            <p:spPr>
              <a:xfrm rot="20467554">
                <a:off x="7626053" y="3827866"/>
                <a:ext cx="1047169" cy="202430"/>
              </a:xfrm>
              <a:custGeom>
                <a:avLst/>
                <a:gdLst>
                  <a:gd name="connsiteX0" fmla="*/ 0 w 997799"/>
                  <a:gd name="connsiteY0" fmla="*/ 0 h 190624"/>
                  <a:gd name="connsiteX1" fmla="*/ 997799 w 997799"/>
                  <a:gd name="connsiteY1" fmla="*/ 0 h 190624"/>
                  <a:gd name="connsiteX2" fmla="*/ 997799 w 997799"/>
                  <a:gd name="connsiteY2" fmla="*/ 190624 h 190624"/>
                  <a:gd name="connsiteX3" fmla="*/ 0 w 997799"/>
                  <a:gd name="connsiteY3" fmla="*/ 190624 h 190624"/>
                  <a:gd name="connsiteX4" fmla="*/ 0 w 997799"/>
                  <a:gd name="connsiteY4" fmla="*/ 0 h 190624"/>
                  <a:gd name="connsiteX0" fmla="*/ 0 w 997799"/>
                  <a:gd name="connsiteY0" fmla="*/ 0 h 190624"/>
                  <a:gd name="connsiteX1" fmla="*/ 997799 w 997799"/>
                  <a:gd name="connsiteY1" fmla="*/ 0 h 190624"/>
                  <a:gd name="connsiteX2" fmla="*/ 997799 w 997799"/>
                  <a:gd name="connsiteY2" fmla="*/ 190624 h 190624"/>
                  <a:gd name="connsiteX3" fmla="*/ 0 w 997799"/>
                  <a:gd name="connsiteY3" fmla="*/ 0 h 190624"/>
                  <a:gd name="connsiteX0" fmla="*/ 0 w 1006687"/>
                  <a:gd name="connsiteY0" fmla="*/ 53621 h 190624"/>
                  <a:gd name="connsiteX1" fmla="*/ 1006687 w 1006687"/>
                  <a:gd name="connsiteY1" fmla="*/ 0 h 190624"/>
                  <a:gd name="connsiteX2" fmla="*/ 1006687 w 1006687"/>
                  <a:gd name="connsiteY2" fmla="*/ 190624 h 190624"/>
                  <a:gd name="connsiteX3" fmla="*/ 0 w 1006687"/>
                  <a:gd name="connsiteY3" fmla="*/ 53621 h 190624"/>
                  <a:gd name="connsiteX0" fmla="*/ 0 w 1069156"/>
                  <a:gd name="connsiteY0" fmla="*/ 53621 h 195629"/>
                  <a:gd name="connsiteX1" fmla="*/ 1006687 w 1069156"/>
                  <a:gd name="connsiteY1" fmla="*/ 0 h 195629"/>
                  <a:gd name="connsiteX2" fmla="*/ 1069156 w 1069156"/>
                  <a:gd name="connsiteY2" fmla="*/ 195629 h 195629"/>
                  <a:gd name="connsiteX3" fmla="*/ 0 w 1069156"/>
                  <a:gd name="connsiteY3" fmla="*/ 53621 h 195629"/>
                  <a:gd name="connsiteX0" fmla="*/ 0 w 1069156"/>
                  <a:gd name="connsiteY0" fmla="*/ 53621 h 195629"/>
                  <a:gd name="connsiteX1" fmla="*/ 1006687 w 1069156"/>
                  <a:gd name="connsiteY1" fmla="*/ 0 h 195629"/>
                  <a:gd name="connsiteX2" fmla="*/ 1069156 w 1069156"/>
                  <a:gd name="connsiteY2" fmla="*/ 195629 h 195629"/>
                  <a:gd name="connsiteX3" fmla="*/ 0 w 1069156"/>
                  <a:gd name="connsiteY3" fmla="*/ 53621 h 195629"/>
                  <a:gd name="connsiteX0" fmla="*/ 0 w 1069156"/>
                  <a:gd name="connsiteY0" fmla="*/ 53621 h 195629"/>
                  <a:gd name="connsiteX1" fmla="*/ 1006687 w 1069156"/>
                  <a:gd name="connsiteY1" fmla="*/ 0 h 195629"/>
                  <a:gd name="connsiteX2" fmla="*/ 1069156 w 1069156"/>
                  <a:gd name="connsiteY2" fmla="*/ 195629 h 195629"/>
                  <a:gd name="connsiteX3" fmla="*/ 0 w 1069156"/>
                  <a:gd name="connsiteY3" fmla="*/ 53621 h 195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69156" h="195629">
                    <a:moveTo>
                      <a:pt x="0" y="53621"/>
                    </a:moveTo>
                    <a:lnTo>
                      <a:pt x="1006687" y="0"/>
                    </a:lnTo>
                    <a:lnTo>
                      <a:pt x="1069156" y="195629"/>
                    </a:lnTo>
                    <a:cubicBezTo>
                      <a:pt x="696047" y="194596"/>
                      <a:pt x="375028" y="173914"/>
                      <a:pt x="0" y="53621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en-US" sz="2400" dirty="0">
                  <a:solidFill>
                    <a:schemeClr val="tx1"/>
                  </a:solidFill>
                  <a:latin typeface="Segoe Script" panose="030B0504020000000003" pitchFamily="66" charset="0"/>
                </a:endParaRPr>
              </a:p>
            </p:txBody>
          </p:sp>
          <p:sp>
            <p:nvSpPr>
              <p:cNvPr id="56" name="Rectangle 11">
                <a:extLst>
                  <a:ext uri="{FF2B5EF4-FFF2-40B4-BE49-F238E27FC236}">
                    <a16:creationId xmlns:a16="http://schemas.microsoft.com/office/drawing/2014/main" id="{4E134917-E530-4FFC-A387-66EBF7FE44CE}"/>
                  </a:ext>
                </a:extLst>
              </p:cNvPr>
              <p:cNvSpPr/>
              <p:nvPr/>
            </p:nvSpPr>
            <p:spPr>
              <a:xfrm rot="21164825">
                <a:off x="7153220" y="2662429"/>
                <a:ext cx="1441490" cy="1407832"/>
              </a:xfrm>
              <a:custGeom>
                <a:avLst/>
                <a:gdLst>
                  <a:gd name="connsiteX0" fmla="*/ 0 w 1344524"/>
                  <a:gd name="connsiteY0" fmla="*/ 0 h 1422228"/>
                  <a:gd name="connsiteX1" fmla="*/ 1344524 w 1344524"/>
                  <a:gd name="connsiteY1" fmla="*/ 0 h 1422228"/>
                  <a:gd name="connsiteX2" fmla="*/ 1344524 w 1344524"/>
                  <a:gd name="connsiteY2" fmla="*/ 1422228 h 1422228"/>
                  <a:gd name="connsiteX3" fmla="*/ 0 w 1344524"/>
                  <a:gd name="connsiteY3" fmla="*/ 1422228 h 1422228"/>
                  <a:gd name="connsiteX4" fmla="*/ 0 w 1344524"/>
                  <a:gd name="connsiteY4" fmla="*/ 0 h 1422228"/>
                  <a:gd name="connsiteX0" fmla="*/ 0 w 1441490"/>
                  <a:gd name="connsiteY0" fmla="*/ 0 h 1422228"/>
                  <a:gd name="connsiteX1" fmla="*/ 1344524 w 1441490"/>
                  <a:gd name="connsiteY1" fmla="*/ 0 h 1422228"/>
                  <a:gd name="connsiteX2" fmla="*/ 1441490 w 1441490"/>
                  <a:gd name="connsiteY2" fmla="*/ 1179354 h 1422228"/>
                  <a:gd name="connsiteX3" fmla="*/ 0 w 1441490"/>
                  <a:gd name="connsiteY3" fmla="*/ 1422228 h 1422228"/>
                  <a:gd name="connsiteX4" fmla="*/ 0 w 1441490"/>
                  <a:gd name="connsiteY4" fmla="*/ 0 h 1422228"/>
                  <a:gd name="connsiteX0" fmla="*/ 0 w 1441490"/>
                  <a:gd name="connsiteY0" fmla="*/ 0 h 1422228"/>
                  <a:gd name="connsiteX1" fmla="*/ 1344524 w 1441490"/>
                  <a:gd name="connsiteY1" fmla="*/ 0 h 1422228"/>
                  <a:gd name="connsiteX2" fmla="*/ 1441490 w 1441490"/>
                  <a:gd name="connsiteY2" fmla="*/ 1179354 h 1422228"/>
                  <a:gd name="connsiteX3" fmla="*/ 0 w 1441490"/>
                  <a:gd name="connsiteY3" fmla="*/ 1422228 h 1422228"/>
                  <a:gd name="connsiteX4" fmla="*/ 0 w 1441490"/>
                  <a:gd name="connsiteY4" fmla="*/ 0 h 1422228"/>
                  <a:gd name="connsiteX0" fmla="*/ 0 w 1441490"/>
                  <a:gd name="connsiteY0" fmla="*/ 0 h 1407832"/>
                  <a:gd name="connsiteX1" fmla="*/ 1344524 w 1441490"/>
                  <a:gd name="connsiteY1" fmla="*/ 0 h 1407832"/>
                  <a:gd name="connsiteX2" fmla="*/ 1441490 w 1441490"/>
                  <a:gd name="connsiteY2" fmla="*/ 1179354 h 1407832"/>
                  <a:gd name="connsiteX3" fmla="*/ 4836 w 1441490"/>
                  <a:gd name="connsiteY3" fmla="*/ 1407832 h 1407832"/>
                  <a:gd name="connsiteX4" fmla="*/ 0 w 1441490"/>
                  <a:gd name="connsiteY4" fmla="*/ 0 h 1407832"/>
                  <a:gd name="connsiteX0" fmla="*/ 0 w 1441490"/>
                  <a:gd name="connsiteY0" fmla="*/ 0 h 1407832"/>
                  <a:gd name="connsiteX1" fmla="*/ 1344524 w 1441490"/>
                  <a:gd name="connsiteY1" fmla="*/ 0 h 1407832"/>
                  <a:gd name="connsiteX2" fmla="*/ 1441490 w 1441490"/>
                  <a:gd name="connsiteY2" fmla="*/ 1179354 h 1407832"/>
                  <a:gd name="connsiteX3" fmla="*/ 4836 w 1441490"/>
                  <a:gd name="connsiteY3" fmla="*/ 1407832 h 1407832"/>
                  <a:gd name="connsiteX4" fmla="*/ 0 w 1441490"/>
                  <a:gd name="connsiteY4" fmla="*/ 0 h 1407832"/>
                  <a:gd name="connsiteX0" fmla="*/ 0 w 1441490"/>
                  <a:gd name="connsiteY0" fmla="*/ 0 h 1407832"/>
                  <a:gd name="connsiteX1" fmla="*/ 1344524 w 1441490"/>
                  <a:gd name="connsiteY1" fmla="*/ 0 h 1407832"/>
                  <a:gd name="connsiteX2" fmla="*/ 1441490 w 1441490"/>
                  <a:gd name="connsiteY2" fmla="*/ 1179354 h 1407832"/>
                  <a:gd name="connsiteX3" fmla="*/ 4836 w 1441490"/>
                  <a:gd name="connsiteY3" fmla="*/ 1407832 h 1407832"/>
                  <a:gd name="connsiteX4" fmla="*/ 0 w 1441490"/>
                  <a:gd name="connsiteY4" fmla="*/ 0 h 14078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41490" h="1407832">
                    <a:moveTo>
                      <a:pt x="0" y="0"/>
                    </a:moveTo>
                    <a:lnTo>
                      <a:pt x="1344524" y="0"/>
                    </a:lnTo>
                    <a:cubicBezTo>
                      <a:pt x="1376846" y="393118"/>
                      <a:pt x="1337235" y="903188"/>
                      <a:pt x="1441490" y="1179354"/>
                    </a:cubicBezTo>
                    <a:cubicBezTo>
                      <a:pt x="1081761" y="1443823"/>
                      <a:pt x="556514" y="1380972"/>
                      <a:pt x="4836" y="1407832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 w="3175">
                <a:solidFill>
                  <a:srgbClr val="F4B284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182880" bIns="182880" rtlCol="0" anchor="t"/>
              <a:lstStyle/>
              <a:p>
                <a:pPr algn="ctr"/>
                <a:r>
                  <a:rPr lang="en-US" sz="1100" dirty="0">
                    <a:solidFill>
                      <a:schemeClr val="tx1"/>
                    </a:solidFill>
                    <a:latin typeface="Segoe Script" panose="030B0504020000000003" pitchFamily="66" charset="0"/>
                  </a:rPr>
                  <a:t>Open port to connect to Widgets, Inc</a:t>
                </a:r>
              </a:p>
            </p:txBody>
          </p:sp>
        </p:grp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33B8756A-CAED-447B-925E-A89E4446F3BF}"/>
                </a:ext>
              </a:extLst>
            </p:cNvPr>
            <p:cNvGrpSpPr/>
            <p:nvPr/>
          </p:nvGrpSpPr>
          <p:grpSpPr>
            <a:xfrm rot="337866">
              <a:off x="9182729" y="5131010"/>
              <a:ext cx="1626116" cy="1405226"/>
              <a:chOff x="7153220" y="2662429"/>
              <a:chExt cx="1520002" cy="1407832"/>
            </a:xfrm>
            <a:solidFill>
              <a:srgbClr val="FFFFCC"/>
            </a:solidFill>
          </p:grpSpPr>
          <p:sp>
            <p:nvSpPr>
              <p:cNvPr id="58" name="Rectangle 10">
                <a:extLst>
                  <a:ext uri="{FF2B5EF4-FFF2-40B4-BE49-F238E27FC236}">
                    <a16:creationId xmlns:a16="http://schemas.microsoft.com/office/drawing/2014/main" id="{1AB9762A-51EF-460F-9946-C379DFBB45BD}"/>
                  </a:ext>
                </a:extLst>
              </p:cNvPr>
              <p:cNvSpPr/>
              <p:nvPr/>
            </p:nvSpPr>
            <p:spPr>
              <a:xfrm rot="20467554">
                <a:off x="7626053" y="3827866"/>
                <a:ext cx="1047169" cy="202430"/>
              </a:xfrm>
              <a:custGeom>
                <a:avLst/>
                <a:gdLst>
                  <a:gd name="connsiteX0" fmla="*/ 0 w 997799"/>
                  <a:gd name="connsiteY0" fmla="*/ 0 h 190624"/>
                  <a:gd name="connsiteX1" fmla="*/ 997799 w 997799"/>
                  <a:gd name="connsiteY1" fmla="*/ 0 h 190624"/>
                  <a:gd name="connsiteX2" fmla="*/ 997799 w 997799"/>
                  <a:gd name="connsiteY2" fmla="*/ 190624 h 190624"/>
                  <a:gd name="connsiteX3" fmla="*/ 0 w 997799"/>
                  <a:gd name="connsiteY3" fmla="*/ 190624 h 190624"/>
                  <a:gd name="connsiteX4" fmla="*/ 0 w 997799"/>
                  <a:gd name="connsiteY4" fmla="*/ 0 h 190624"/>
                  <a:gd name="connsiteX0" fmla="*/ 0 w 997799"/>
                  <a:gd name="connsiteY0" fmla="*/ 0 h 190624"/>
                  <a:gd name="connsiteX1" fmla="*/ 997799 w 997799"/>
                  <a:gd name="connsiteY1" fmla="*/ 0 h 190624"/>
                  <a:gd name="connsiteX2" fmla="*/ 997799 w 997799"/>
                  <a:gd name="connsiteY2" fmla="*/ 190624 h 190624"/>
                  <a:gd name="connsiteX3" fmla="*/ 0 w 997799"/>
                  <a:gd name="connsiteY3" fmla="*/ 0 h 190624"/>
                  <a:gd name="connsiteX0" fmla="*/ 0 w 1006687"/>
                  <a:gd name="connsiteY0" fmla="*/ 53621 h 190624"/>
                  <a:gd name="connsiteX1" fmla="*/ 1006687 w 1006687"/>
                  <a:gd name="connsiteY1" fmla="*/ 0 h 190624"/>
                  <a:gd name="connsiteX2" fmla="*/ 1006687 w 1006687"/>
                  <a:gd name="connsiteY2" fmla="*/ 190624 h 190624"/>
                  <a:gd name="connsiteX3" fmla="*/ 0 w 1006687"/>
                  <a:gd name="connsiteY3" fmla="*/ 53621 h 190624"/>
                  <a:gd name="connsiteX0" fmla="*/ 0 w 1069156"/>
                  <a:gd name="connsiteY0" fmla="*/ 53621 h 195629"/>
                  <a:gd name="connsiteX1" fmla="*/ 1006687 w 1069156"/>
                  <a:gd name="connsiteY1" fmla="*/ 0 h 195629"/>
                  <a:gd name="connsiteX2" fmla="*/ 1069156 w 1069156"/>
                  <a:gd name="connsiteY2" fmla="*/ 195629 h 195629"/>
                  <a:gd name="connsiteX3" fmla="*/ 0 w 1069156"/>
                  <a:gd name="connsiteY3" fmla="*/ 53621 h 195629"/>
                  <a:gd name="connsiteX0" fmla="*/ 0 w 1069156"/>
                  <a:gd name="connsiteY0" fmla="*/ 53621 h 195629"/>
                  <a:gd name="connsiteX1" fmla="*/ 1006687 w 1069156"/>
                  <a:gd name="connsiteY1" fmla="*/ 0 h 195629"/>
                  <a:gd name="connsiteX2" fmla="*/ 1069156 w 1069156"/>
                  <a:gd name="connsiteY2" fmla="*/ 195629 h 195629"/>
                  <a:gd name="connsiteX3" fmla="*/ 0 w 1069156"/>
                  <a:gd name="connsiteY3" fmla="*/ 53621 h 195629"/>
                  <a:gd name="connsiteX0" fmla="*/ 0 w 1069156"/>
                  <a:gd name="connsiteY0" fmla="*/ 53621 h 195629"/>
                  <a:gd name="connsiteX1" fmla="*/ 1006687 w 1069156"/>
                  <a:gd name="connsiteY1" fmla="*/ 0 h 195629"/>
                  <a:gd name="connsiteX2" fmla="*/ 1069156 w 1069156"/>
                  <a:gd name="connsiteY2" fmla="*/ 195629 h 195629"/>
                  <a:gd name="connsiteX3" fmla="*/ 0 w 1069156"/>
                  <a:gd name="connsiteY3" fmla="*/ 53621 h 195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69156" h="195629">
                    <a:moveTo>
                      <a:pt x="0" y="53621"/>
                    </a:moveTo>
                    <a:lnTo>
                      <a:pt x="1006687" y="0"/>
                    </a:lnTo>
                    <a:lnTo>
                      <a:pt x="1069156" y="195629"/>
                    </a:lnTo>
                    <a:cubicBezTo>
                      <a:pt x="696047" y="194596"/>
                      <a:pt x="375028" y="173914"/>
                      <a:pt x="0" y="53621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en-US" sz="2400" dirty="0">
                  <a:solidFill>
                    <a:schemeClr val="tx1"/>
                  </a:solidFill>
                  <a:latin typeface="Segoe Script" panose="030B0504020000000003" pitchFamily="66" charset="0"/>
                </a:endParaRPr>
              </a:p>
            </p:txBody>
          </p:sp>
          <p:sp>
            <p:nvSpPr>
              <p:cNvPr id="59" name="Rectangle 11">
                <a:extLst>
                  <a:ext uri="{FF2B5EF4-FFF2-40B4-BE49-F238E27FC236}">
                    <a16:creationId xmlns:a16="http://schemas.microsoft.com/office/drawing/2014/main" id="{58BBD006-0DD6-4C81-BEDF-04F613E70429}"/>
                  </a:ext>
                </a:extLst>
              </p:cNvPr>
              <p:cNvSpPr/>
              <p:nvPr/>
            </p:nvSpPr>
            <p:spPr>
              <a:xfrm rot="21164825">
                <a:off x="7153220" y="2662429"/>
                <a:ext cx="1441490" cy="1407832"/>
              </a:xfrm>
              <a:custGeom>
                <a:avLst/>
                <a:gdLst>
                  <a:gd name="connsiteX0" fmla="*/ 0 w 1344524"/>
                  <a:gd name="connsiteY0" fmla="*/ 0 h 1422228"/>
                  <a:gd name="connsiteX1" fmla="*/ 1344524 w 1344524"/>
                  <a:gd name="connsiteY1" fmla="*/ 0 h 1422228"/>
                  <a:gd name="connsiteX2" fmla="*/ 1344524 w 1344524"/>
                  <a:gd name="connsiteY2" fmla="*/ 1422228 h 1422228"/>
                  <a:gd name="connsiteX3" fmla="*/ 0 w 1344524"/>
                  <a:gd name="connsiteY3" fmla="*/ 1422228 h 1422228"/>
                  <a:gd name="connsiteX4" fmla="*/ 0 w 1344524"/>
                  <a:gd name="connsiteY4" fmla="*/ 0 h 1422228"/>
                  <a:gd name="connsiteX0" fmla="*/ 0 w 1441490"/>
                  <a:gd name="connsiteY0" fmla="*/ 0 h 1422228"/>
                  <a:gd name="connsiteX1" fmla="*/ 1344524 w 1441490"/>
                  <a:gd name="connsiteY1" fmla="*/ 0 h 1422228"/>
                  <a:gd name="connsiteX2" fmla="*/ 1441490 w 1441490"/>
                  <a:gd name="connsiteY2" fmla="*/ 1179354 h 1422228"/>
                  <a:gd name="connsiteX3" fmla="*/ 0 w 1441490"/>
                  <a:gd name="connsiteY3" fmla="*/ 1422228 h 1422228"/>
                  <a:gd name="connsiteX4" fmla="*/ 0 w 1441490"/>
                  <a:gd name="connsiteY4" fmla="*/ 0 h 1422228"/>
                  <a:gd name="connsiteX0" fmla="*/ 0 w 1441490"/>
                  <a:gd name="connsiteY0" fmla="*/ 0 h 1422228"/>
                  <a:gd name="connsiteX1" fmla="*/ 1344524 w 1441490"/>
                  <a:gd name="connsiteY1" fmla="*/ 0 h 1422228"/>
                  <a:gd name="connsiteX2" fmla="*/ 1441490 w 1441490"/>
                  <a:gd name="connsiteY2" fmla="*/ 1179354 h 1422228"/>
                  <a:gd name="connsiteX3" fmla="*/ 0 w 1441490"/>
                  <a:gd name="connsiteY3" fmla="*/ 1422228 h 1422228"/>
                  <a:gd name="connsiteX4" fmla="*/ 0 w 1441490"/>
                  <a:gd name="connsiteY4" fmla="*/ 0 h 1422228"/>
                  <a:gd name="connsiteX0" fmla="*/ 0 w 1441490"/>
                  <a:gd name="connsiteY0" fmla="*/ 0 h 1407832"/>
                  <a:gd name="connsiteX1" fmla="*/ 1344524 w 1441490"/>
                  <a:gd name="connsiteY1" fmla="*/ 0 h 1407832"/>
                  <a:gd name="connsiteX2" fmla="*/ 1441490 w 1441490"/>
                  <a:gd name="connsiteY2" fmla="*/ 1179354 h 1407832"/>
                  <a:gd name="connsiteX3" fmla="*/ 4836 w 1441490"/>
                  <a:gd name="connsiteY3" fmla="*/ 1407832 h 1407832"/>
                  <a:gd name="connsiteX4" fmla="*/ 0 w 1441490"/>
                  <a:gd name="connsiteY4" fmla="*/ 0 h 1407832"/>
                  <a:gd name="connsiteX0" fmla="*/ 0 w 1441490"/>
                  <a:gd name="connsiteY0" fmla="*/ 0 h 1407832"/>
                  <a:gd name="connsiteX1" fmla="*/ 1344524 w 1441490"/>
                  <a:gd name="connsiteY1" fmla="*/ 0 h 1407832"/>
                  <a:gd name="connsiteX2" fmla="*/ 1441490 w 1441490"/>
                  <a:gd name="connsiteY2" fmla="*/ 1179354 h 1407832"/>
                  <a:gd name="connsiteX3" fmla="*/ 4836 w 1441490"/>
                  <a:gd name="connsiteY3" fmla="*/ 1407832 h 1407832"/>
                  <a:gd name="connsiteX4" fmla="*/ 0 w 1441490"/>
                  <a:gd name="connsiteY4" fmla="*/ 0 h 1407832"/>
                  <a:gd name="connsiteX0" fmla="*/ 0 w 1441490"/>
                  <a:gd name="connsiteY0" fmla="*/ 0 h 1407832"/>
                  <a:gd name="connsiteX1" fmla="*/ 1344524 w 1441490"/>
                  <a:gd name="connsiteY1" fmla="*/ 0 h 1407832"/>
                  <a:gd name="connsiteX2" fmla="*/ 1441490 w 1441490"/>
                  <a:gd name="connsiteY2" fmla="*/ 1179354 h 1407832"/>
                  <a:gd name="connsiteX3" fmla="*/ 4836 w 1441490"/>
                  <a:gd name="connsiteY3" fmla="*/ 1407832 h 1407832"/>
                  <a:gd name="connsiteX4" fmla="*/ 0 w 1441490"/>
                  <a:gd name="connsiteY4" fmla="*/ 0 h 14078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41490" h="1407832">
                    <a:moveTo>
                      <a:pt x="0" y="0"/>
                    </a:moveTo>
                    <a:lnTo>
                      <a:pt x="1344524" y="0"/>
                    </a:lnTo>
                    <a:cubicBezTo>
                      <a:pt x="1376846" y="393118"/>
                      <a:pt x="1337235" y="903188"/>
                      <a:pt x="1441490" y="1179354"/>
                    </a:cubicBezTo>
                    <a:cubicBezTo>
                      <a:pt x="1081761" y="1443823"/>
                      <a:pt x="556514" y="1380972"/>
                      <a:pt x="4836" y="1407832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 w="3175">
                <a:solidFill>
                  <a:srgbClr val="F4B284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182880" bIns="182880" rtlCol="0" anchor="t"/>
              <a:lstStyle/>
              <a:p>
                <a:pPr algn="ctr"/>
                <a:r>
                  <a:rPr lang="en-US" sz="1100" dirty="0">
                    <a:solidFill>
                      <a:schemeClr val="tx1"/>
                    </a:solidFill>
                    <a:latin typeface="Segoe Script" panose="030B0504020000000003" pitchFamily="66" charset="0"/>
                  </a:rPr>
                  <a:t>Install compliance module 4A4S</a:t>
                </a:r>
              </a:p>
            </p:txBody>
          </p:sp>
        </p:grp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5E21E743-B7BE-4394-9913-DD6EA991C571}"/>
                </a:ext>
              </a:extLst>
            </p:cNvPr>
            <p:cNvSpPr/>
            <p:nvPr/>
          </p:nvSpPr>
          <p:spPr>
            <a:xfrm>
              <a:off x="11535808" y="1510866"/>
              <a:ext cx="3406903" cy="534399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Done</a:t>
              </a:r>
              <a:endParaRPr lang="en-US" sz="1600" b="1" dirty="0">
                <a:solidFill>
                  <a:schemeClr val="tx1"/>
                </a:solidFill>
              </a:endParaRPr>
            </a:p>
          </p:txBody>
        </p: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EF6E67F5-0E97-47A8-AA17-1C070825F0BF}"/>
                </a:ext>
              </a:extLst>
            </p:cNvPr>
            <p:cNvGrpSpPr/>
            <p:nvPr/>
          </p:nvGrpSpPr>
          <p:grpSpPr>
            <a:xfrm rot="337866">
              <a:off x="11668044" y="2679131"/>
              <a:ext cx="1626116" cy="1405226"/>
              <a:chOff x="7153220" y="2662429"/>
              <a:chExt cx="1520002" cy="1407832"/>
            </a:xfrm>
            <a:solidFill>
              <a:srgbClr val="FFFFCC"/>
            </a:solidFill>
          </p:grpSpPr>
          <p:sp>
            <p:nvSpPr>
              <p:cNvPr id="62" name="Rectangle 10">
                <a:extLst>
                  <a:ext uri="{FF2B5EF4-FFF2-40B4-BE49-F238E27FC236}">
                    <a16:creationId xmlns:a16="http://schemas.microsoft.com/office/drawing/2014/main" id="{023C9268-5EC0-4267-9D2A-7D1DD3D95EAE}"/>
                  </a:ext>
                </a:extLst>
              </p:cNvPr>
              <p:cNvSpPr/>
              <p:nvPr/>
            </p:nvSpPr>
            <p:spPr>
              <a:xfrm rot="20467554">
                <a:off x="7626053" y="3827866"/>
                <a:ext cx="1047169" cy="202430"/>
              </a:xfrm>
              <a:custGeom>
                <a:avLst/>
                <a:gdLst>
                  <a:gd name="connsiteX0" fmla="*/ 0 w 997799"/>
                  <a:gd name="connsiteY0" fmla="*/ 0 h 190624"/>
                  <a:gd name="connsiteX1" fmla="*/ 997799 w 997799"/>
                  <a:gd name="connsiteY1" fmla="*/ 0 h 190624"/>
                  <a:gd name="connsiteX2" fmla="*/ 997799 w 997799"/>
                  <a:gd name="connsiteY2" fmla="*/ 190624 h 190624"/>
                  <a:gd name="connsiteX3" fmla="*/ 0 w 997799"/>
                  <a:gd name="connsiteY3" fmla="*/ 190624 h 190624"/>
                  <a:gd name="connsiteX4" fmla="*/ 0 w 997799"/>
                  <a:gd name="connsiteY4" fmla="*/ 0 h 190624"/>
                  <a:gd name="connsiteX0" fmla="*/ 0 w 997799"/>
                  <a:gd name="connsiteY0" fmla="*/ 0 h 190624"/>
                  <a:gd name="connsiteX1" fmla="*/ 997799 w 997799"/>
                  <a:gd name="connsiteY1" fmla="*/ 0 h 190624"/>
                  <a:gd name="connsiteX2" fmla="*/ 997799 w 997799"/>
                  <a:gd name="connsiteY2" fmla="*/ 190624 h 190624"/>
                  <a:gd name="connsiteX3" fmla="*/ 0 w 997799"/>
                  <a:gd name="connsiteY3" fmla="*/ 0 h 190624"/>
                  <a:gd name="connsiteX0" fmla="*/ 0 w 1006687"/>
                  <a:gd name="connsiteY0" fmla="*/ 53621 h 190624"/>
                  <a:gd name="connsiteX1" fmla="*/ 1006687 w 1006687"/>
                  <a:gd name="connsiteY1" fmla="*/ 0 h 190624"/>
                  <a:gd name="connsiteX2" fmla="*/ 1006687 w 1006687"/>
                  <a:gd name="connsiteY2" fmla="*/ 190624 h 190624"/>
                  <a:gd name="connsiteX3" fmla="*/ 0 w 1006687"/>
                  <a:gd name="connsiteY3" fmla="*/ 53621 h 190624"/>
                  <a:gd name="connsiteX0" fmla="*/ 0 w 1069156"/>
                  <a:gd name="connsiteY0" fmla="*/ 53621 h 195629"/>
                  <a:gd name="connsiteX1" fmla="*/ 1006687 w 1069156"/>
                  <a:gd name="connsiteY1" fmla="*/ 0 h 195629"/>
                  <a:gd name="connsiteX2" fmla="*/ 1069156 w 1069156"/>
                  <a:gd name="connsiteY2" fmla="*/ 195629 h 195629"/>
                  <a:gd name="connsiteX3" fmla="*/ 0 w 1069156"/>
                  <a:gd name="connsiteY3" fmla="*/ 53621 h 195629"/>
                  <a:gd name="connsiteX0" fmla="*/ 0 w 1069156"/>
                  <a:gd name="connsiteY0" fmla="*/ 53621 h 195629"/>
                  <a:gd name="connsiteX1" fmla="*/ 1006687 w 1069156"/>
                  <a:gd name="connsiteY1" fmla="*/ 0 h 195629"/>
                  <a:gd name="connsiteX2" fmla="*/ 1069156 w 1069156"/>
                  <a:gd name="connsiteY2" fmla="*/ 195629 h 195629"/>
                  <a:gd name="connsiteX3" fmla="*/ 0 w 1069156"/>
                  <a:gd name="connsiteY3" fmla="*/ 53621 h 195629"/>
                  <a:gd name="connsiteX0" fmla="*/ 0 w 1069156"/>
                  <a:gd name="connsiteY0" fmla="*/ 53621 h 195629"/>
                  <a:gd name="connsiteX1" fmla="*/ 1006687 w 1069156"/>
                  <a:gd name="connsiteY1" fmla="*/ 0 h 195629"/>
                  <a:gd name="connsiteX2" fmla="*/ 1069156 w 1069156"/>
                  <a:gd name="connsiteY2" fmla="*/ 195629 h 195629"/>
                  <a:gd name="connsiteX3" fmla="*/ 0 w 1069156"/>
                  <a:gd name="connsiteY3" fmla="*/ 53621 h 195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69156" h="195629">
                    <a:moveTo>
                      <a:pt x="0" y="53621"/>
                    </a:moveTo>
                    <a:lnTo>
                      <a:pt x="1006687" y="0"/>
                    </a:lnTo>
                    <a:lnTo>
                      <a:pt x="1069156" y="195629"/>
                    </a:lnTo>
                    <a:cubicBezTo>
                      <a:pt x="696047" y="194596"/>
                      <a:pt x="375028" y="173914"/>
                      <a:pt x="0" y="53621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en-US" sz="2400">
                  <a:solidFill>
                    <a:schemeClr val="tx1"/>
                  </a:solidFill>
                  <a:latin typeface="Segoe Script" panose="030B0504020000000003" pitchFamily="66" charset="0"/>
                </a:endParaRPr>
              </a:p>
            </p:txBody>
          </p:sp>
          <p:sp>
            <p:nvSpPr>
              <p:cNvPr id="63" name="Rectangle 11">
                <a:extLst>
                  <a:ext uri="{FF2B5EF4-FFF2-40B4-BE49-F238E27FC236}">
                    <a16:creationId xmlns:a16="http://schemas.microsoft.com/office/drawing/2014/main" id="{13F51E96-AC22-4610-9C10-7DB95779C6B3}"/>
                  </a:ext>
                </a:extLst>
              </p:cNvPr>
              <p:cNvSpPr/>
              <p:nvPr/>
            </p:nvSpPr>
            <p:spPr>
              <a:xfrm rot="21164825">
                <a:off x="7153220" y="2662429"/>
                <a:ext cx="1441490" cy="1407832"/>
              </a:xfrm>
              <a:custGeom>
                <a:avLst/>
                <a:gdLst>
                  <a:gd name="connsiteX0" fmla="*/ 0 w 1344524"/>
                  <a:gd name="connsiteY0" fmla="*/ 0 h 1422228"/>
                  <a:gd name="connsiteX1" fmla="*/ 1344524 w 1344524"/>
                  <a:gd name="connsiteY1" fmla="*/ 0 h 1422228"/>
                  <a:gd name="connsiteX2" fmla="*/ 1344524 w 1344524"/>
                  <a:gd name="connsiteY2" fmla="*/ 1422228 h 1422228"/>
                  <a:gd name="connsiteX3" fmla="*/ 0 w 1344524"/>
                  <a:gd name="connsiteY3" fmla="*/ 1422228 h 1422228"/>
                  <a:gd name="connsiteX4" fmla="*/ 0 w 1344524"/>
                  <a:gd name="connsiteY4" fmla="*/ 0 h 1422228"/>
                  <a:gd name="connsiteX0" fmla="*/ 0 w 1441490"/>
                  <a:gd name="connsiteY0" fmla="*/ 0 h 1422228"/>
                  <a:gd name="connsiteX1" fmla="*/ 1344524 w 1441490"/>
                  <a:gd name="connsiteY1" fmla="*/ 0 h 1422228"/>
                  <a:gd name="connsiteX2" fmla="*/ 1441490 w 1441490"/>
                  <a:gd name="connsiteY2" fmla="*/ 1179354 h 1422228"/>
                  <a:gd name="connsiteX3" fmla="*/ 0 w 1441490"/>
                  <a:gd name="connsiteY3" fmla="*/ 1422228 h 1422228"/>
                  <a:gd name="connsiteX4" fmla="*/ 0 w 1441490"/>
                  <a:gd name="connsiteY4" fmla="*/ 0 h 1422228"/>
                  <a:gd name="connsiteX0" fmla="*/ 0 w 1441490"/>
                  <a:gd name="connsiteY0" fmla="*/ 0 h 1422228"/>
                  <a:gd name="connsiteX1" fmla="*/ 1344524 w 1441490"/>
                  <a:gd name="connsiteY1" fmla="*/ 0 h 1422228"/>
                  <a:gd name="connsiteX2" fmla="*/ 1441490 w 1441490"/>
                  <a:gd name="connsiteY2" fmla="*/ 1179354 h 1422228"/>
                  <a:gd name="connsiteX3" fmla="*/ 0 w 1441490"/>
                  <a:gd name="connsiteY3" fmla="*/ 1422228 h 1422228"/>
                  <a:gd name="connsiteX4" fmla="*/ 0 w 1441490"/>
                  <a:gd name="connsiteY4" fmla="*/ 0 h 1422228"/>
                  <a:gd name="connsiteX0" fmla="*/ 0 w 1441490"/>
                  <a:gd name="connsiteY0" fmla="*/ 0 h 1407832"/>
                  <a:gd name="connsiteX1" fmla="*/ 1344524 w 1441490"/>
                  <a:gd name="connsiteY1" fmla="*/ 0 h 1407832"/>
                  <a:gd name="connsiteX2" fmla="*/ 1441490 w 1441490"/>
                  <a:gd name="connsiteY2" fmla="*/ 1179354 h 1407832"/>
                  <a:gd name="connsiteX3" fmla="*/ 4836 w 1441490"/>
                  <a:gd name="connsiteY3" fmla="*/ 1407832 h 1407832"/>
                  <a:gd name="connsiteX4" fmla="*/ 0 w 1441490"/>
                  <a:gd name="connsiteY4" fmla="*/ 0 h 1407832"/>
                  <a:gd name="connsiteX0" fmla="*/ 0 w 1441490"/>
                  <a:gd name="connsiteY0" fmla="*/ 0 h 1407832"/>
                  <a:gd name="connsiteX1" fmla="*/ 1344524 w 1441490"/>
                  <a:gd name="connsiteY1" fmla="*/ 0 h 1407832"/>
                  <a:gd name="connsiteX2" fmla="*/ 1441490 w 1441490"/>
                  <a:gd name="connsiteY2" fmla="*/ 1179354 h 1407832"/>
                  <a:gd name="connsiteX3" fmla="*/ 4836 w 1441490"/>
                  <a:gd name="connsiteY3" fmla="*/ 1407832 h 1407832"/>
                  <a:gd name="connsiteX4" fmla="*/ 0 w 1441490"/>
                  <a:gd name="connsiteY4" fmla="*/ 0 h 1407832"/>
                  <a:gd name="connsiteX0" fmla="*/ 0 w 1441490"/>
                  <a:gd name="connsiteY0" fmla="*/ 0 h 1407832"/>
                  <a:gd name="connsiteX1" fmla="*/ 1344524 w 1441490"/>
                  <a:gd name="connsiteY1" fmla="*/ 0 h 1407832"/>
                  <a:gd name="connsiteX2" fmla="*/ 1441490 w 1441490"/>
                  <a:gd name="connsiteY2" fmla="*/ 1179354 h 1407832"/>
                  <a:gd name="connsiteX3" fmla="*/ 4836 w 1441490"/>
                  <a:gd name="connsiteY3" fmla="*/ 1407832 h 1407832"/>
                  <a:gd name="connsiteX4" fmla="*/ 0 w 1441490"/>
                  <a:gd name="connsiteY4" fmla="*/ 0 h 14078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41490" h="1407832">
                    <a:moveTo>
                      <a:pt x="0" y="0"/>
                    </a:moveTo>
                    <a:lnTo>
                      <a:pt x="1344524" y="0"/>
                    </a:lnTo>
                    <a:cubicBezTo>
                      <a:pt x="1376846" y="393118"/>
                      <a:pt x="1337235" y="903188"/>
                      <a:pt x="1441490" y="1179354"/>
                    </a:cubicBezTo>
                    <a:cubicBezTo>
                      <a:pt x="1081761" y="1443823"/>
                      <a:pt x="556514" y="1380972"/>
                      <a:pt x="4836" y="1407832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 w="3175">
                <a:solidFill>
                  <a:srgbClr val="F4B284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182880" bIns="182880" rtlCol="0" anchor="t"/>
              <a:lstStyle/>
              <a:p>
                <a:pPr algn="ctr"/>
                <a:r>
                  <a:rPr lang="en-US" sz="1100" dirty="0">
                    <a:solidFill>
                      <a:schemeClr val="tx1"/>
                    </a:solidFill>
                    <a:latin typeface="Segoe Script" panose="030B0504020000000003" pitchFamily="66" charset="0"/>
                  </a:rPr>
                  <a:t>Specify displays for SE Asia office</a:t>
                </a:r>
              </a:p>
            </p:txBody>
          </p:sp>
        </p:grp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4B73C8A1-B443-4ABD-BDE0-937AE313A065}"/>
                </a:ext>
              </a:extLst>
            </p:cNvPr>
            <p:cNvGrpSpPr/>
            <p:nvPr/>
          </p:nvGrpSpPr>
          <p:grpSpPr>
            <a:xfrm rot="337866">
              <a:off x="13016290" y="2346506"/>
              <a:ext cx="1626116" cy="1405226"/>
              <a:chOff x="7153220" y="2662429"/>
              <a:chExt cx="1520002" cy="1407832"/>
            </a:xfrm>
            <a:solidFill>
              <a:srgbClr val="FFFFCC"/>
            </a:solidFill>
          </p:grpSpPr>
          <p:sp>
            <p:nvSpPr>
              <p:cNvPr id="65" name="Rectangle 10">
                <a:extLst>
                  <a:ext uri="{FF2B5EF4-FFF2-40B4-BE49-F238E27FC236}">
                    <a16:creationId xmlns:a16="http://schemas.microsoft.com/office/drawing/2014/main" id="{CE874D5A-C509-458C-B21D-BCDF986E547D}"/>
                  </a:ext>
                </a:extLst>
              </p:cNvPr>
              <p:cNvSpPr/>
              <p:nvPr/>
            </p:nvSpPr>
            <p:spPr>
              <a:xfrm rot="20467554">
                <a:off x="7626053" y="3827866"/>
                <a:ext cx="1047169" cy="202430"/>
              </a:xfrm>
              <a:custGeom>
                <a:avLst/>
                <a:gdLst>
                  <a:gd name="connsiteX0" fmla="*/ 0 w 997799"/>
                  <a:gd name="connsiteY0" fmla="*/ 0 h 190624"/>
                  <a:gd name="connsiteX1" fmla="*/ 997799 w 997799"/>
                  <a:gd name="connsiteY1" fmla="*/ 0 h 190624"/>
                  <a:gd name="connsiteX2" fmla="*/ 997799 w 997799"/>
                  <a:gd name="connsiteY2" fmla="*/ 190624 h 190624"/>
                  <a:gd name="connsiteX3" fmla="*/ 0 w 997799"/>
                  <a:gd name="connsiteY3" fmla="*/ 190624 h 190624"/>
                  <a:gd name="connsiteX4" fmla="*/ 0 w 997799"/>
                  <a:gd name="connsiteY4" fmla="*/ 0 h 190624"/>
                  <a:gd name="connsiteX0" fmla="*/ 0 w 997799"/>
                  <a:gd name="connsiteY0" fmla="*/ 0 h 190624"/>
                  <a:gd name="connsiteX1" fmla="*/ 997799 w 997799"/>
                  <a:gd name="connsiteY1" fmla="*/ 0 h 190624"/>
                  <a:gd name="connsiteX2" fmla="*/ 997799 w 997799"/>
                  <a:gd name="connsiteY2" fmla="*/ 190624 h 190624"/>
                  <a:gd name="connsiteX3" fmla="*/ 0 w 997799"/>
                  <a:gd name="connsiteY3" fmla="*/ 0 h 190624"/>
                  <a:gd name="connsiteX0" fmla="*/ 0 w 1006687"/>
                  <a:gd name="connsiteY0" fmla="*/ 53621 h 190624"/>
                  <a:gd name="connsiteX1" fmla="*/ 1006687 w 1006687"/>
                  <a:gd name="connsiteY1" fmla="*/ 0 h 190624"/>
                  <a:gd name="connsiteX2" fmla="*/ 1006687 w 1006687"/>
                  <a:gd name="connsiteY2" fmla="*/ 190624 h 190624"/>
                  <a:gd name="connsiteX3" fmla="*/ 0 w 1006687"/>
                  <a:gd name="connsiteY3" fmla="*/ 53621 h 190624"/>
                  <a:gd name="connsiteX0" fmla="*/ 0 w 1069156"/>
                  <a:gd name="connsiteY0" fmla="*/ 53621 h 195629"/>
                  <a:gd name="connsiteX1" fmla="*/ 1006687 w 1069156"/>
                  <a:gd name="connsiteY1" fmla="*/ 0 h 195629"/>
                  <a:gd name="connsiteX2" fmla="*/ 1069156 w 1069156"/>
                  <a:gd name="connsiteY2" fmla="*/ 195629 h 195629"/>
                  <a:gd name="connsiteX3" fmla="*/ 0 w 1069156"/>
                  <a:gd name="connsiteY3" fmla="*/ 53621 h 195629"/>
                  <a:gd name="connsiteX0" fmla="*/ 0 w 1069156"/>
                  <a:gd name="connsiteY0" fmla="*/ 53621 h 195629"/>
                  <a:gd name="connsiteX1" fmla="*/ 1006687 w 1069156"/>
                  <a:gd name="connsiteY1" fmla="*/ 0 h 195629"/>
                  <a:gd name="connsiteX2" fmla="*/ 1069156 w 1069156"/>
                  <a:gd name="connsiteY2" fmla="*/ 195629 h 195629"/>
                  <a:gd name="connsiteX3" fmla="*/ 0 w 1069156"/>
                  <a:gd name="connsiteY3" fmla="*/ 53621 h 195629"/>
                  <a:gd name="connsiteX0" fmla="*/ 0 w 1069156"/>
                  <a:gd name="connsiteY0" fmla="*/ 53621 h 195629"/>
                  <a:gd name="connsiteX1" fmla="*/ 1006687 w 1069156"/>
                  <a:gd name="connsiteY1" fmla="*/ 0 h 195629"/>
                  <a:gd name="connsiteX2" fmla="*/ 1069156 w 1069156"/>
                  <a:gd name="connsiteY2" fmla="*/ 195629 h 195629"/>
                  <a:gd name="connsiteX3" fmla="*/ 0 w 1069156"/>
                  <a:gd name="connsiteY3" fmla="*/ 53621 h 195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69156" h="195629">
                    <a:moveTo>
                      <a:pt x="0" y="53621"/>
                    </a:moveTo>
                    <a:lnTo>
                      <a:pt x="1006687" y="0"/>
                    </a:lnTo>
                    <a:lnTo>
                      <a:pt x="1069156" y="195629"/>
                    </a:lnTo>
                    <a:cubicBezTo>
                      <a:pt x="696047" y="194596"/>
                      <a:pt x="375028" y="173914"/>
                      <a:pt x="0" y="53621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en-US" sz="2400" dirty="0">
                  <a:solidFill>
                    <a:schemeClr val="tx1"/>
                  </a:solidFill>
                  <a:latin typeface="Segoe Script" panose="030B0504020000000003" pitchFamily="66" charset="0"/>
                </a:endParaRPr>
              </a:p>
            </p:txBody>
          </p:sp>
          <p:sp>
            <p:nvSpPr>
              <p:cNvPr id="66" name="Rectangle 11">
                <a:extLst>
                  <a:ext uri="{FF2B5EF4-FFF2-40B4-BE49-F238E27FC236}">
                    <a16:creationId xmlns:a16="http://schemas.microsoft.com/office/drawing/2014/main" id="{9F34F089-2B9B-4587-85FE-82992A11E630}"/>
                  </a:ext>
                </a:extLst>
              </p:cNvPr>
              <p:cNvSpPr/>
              <p:nvPr/>
            </p:nvSpPr>
            <p:spPr>
              <a:xfrm rot="21164825">
                <a:off x="7153220" y="2662429"/>
                <a:ext cx="1441490" cy="1407832"/>
              </a:xfrm>
              <a:custGeom>
                <a:avLst/>
                <a:gdLst>
                  <a:gd name="connsiteX0" fmla="*/ 0 w 1344524"/>
                  <a:gd name="connsiteY0" fmla="*/ 0 h 1422228"/>
                  <a:gd name="connsiteX1" fmla="*/ 1344524 w 1344524"/>
                  <a:gd name="connsiteY1" fmla="*/ 0 h 1422228"/>
                  <a:gd name="connsiteX2" fmla="*/ 1344524 w 1344524"/>
                  <a:gd name="connsiteY2" fmla="*/ 1422228 h 1422228"/>
                  <a:gd name="connsiteX3" fmla="*/ 0 w 1344524"/>
                  <a:gd name="connsiteY3" fmla="*/ 1422228 h 1422228"/>
                  <a:gd name="connsiteX4" fmla="*/ 0 w 1344524"/>
                  <a:gd name="connsiteY4" fmla="*/ 0 h 1422228"/>
                  <a:gd name="connsiteX0" fmla="*/ 0 w 1441490"/>
                  <a:gd name="connsiteY0" fmla="*/ 0 h 1422228"/>
                  <a:gd name="connsiteX1" fmla="*/ 1344524 w 1441490"/>
                  <a:gd name="connsiteY1" fmla="*/ 0 h 1422228"/>
                  <a:gd name="connsiteX2" fmla="*/ 1441490 w 1441490"/>
                  <a:gd name="connsiteY2" fmla="*/ 1179354 h 1422228"/>
                  <a:gd name="connsiteX3" fmla="*/ 0 w 1441490"/>
                  <a:gd name="connsiteY3" fmla="*/ 1422228 h 1422228"/>
                  <a:gd name="connsiteX4" fmla="*/ 0 w 1441490"/>
                  <a:gd name="connsiteY4" fmla="*/ 0 h 1422228"/>
                  <a:gd name="connsiteX0" fmla="*/ 0 w 1441490"/>
                  <a:gd name="connsiteY0" fmla="*/ 0 h 1422228"/>
                  <a:gd name="connsiteX1" fmla="*/ 1344524 w 1441490"/>
                  <a:gd name="connsiteY1" fmla="*/ 0 h 1422228"/>
                  <a:gd name="connsiteX2" fmla="*/ 1441490 w 1441490"/>
                  <a:gd name="connsiteY2" fmla="*/ 1179354 h 1422228"/>
                  <a:gd name="connsiteX3" fmla="*/ 0 w 1441490"/>
                  <a:gd name="connsiteY3" fmla="*/ 1422228 h 1422228"/>
                  <a:gd name="connsiteX4" fmla="*/ 0 w 1441490"/>
                  <a:gd name="connsiteY4" fmla="*/ 0 h 1422228"/>
                  <a:gd name="connsiteX0" fmla="*/ 0 w 1441490"/>
                  <a:gd name="connsiteY0" fmla="*/ 0 h 1407832"/>
                  <a:gd name="connsiteX1" fmla="*/ 1344524 w 1441490"/>
                  <a:gd name="connsiteY1" fmla="*/ 0 h 1407832"/>
                  <a:gd name="connsiteX2" fmla="*/ 1441490 w 1441490"/>
                  <a:gd name="connsiteY2" fmla="*/ 1179354 h 1407832"/>
                  <a:gd name="connsiteX3" fmla="*/ 4836 w 1441490"/>
                  <a:gd name="connsiteY3" fmla="*/ 1407832 h 1407832"/>
                  <a:gd name="connsiteX4" fmla="*/ 0 w 1441490"/>
                  <a:gd name="connsiteY4" fmla="*/ 0 h 1407832"/>
                  <a:gd name="connsiteX0" fmla="*/ 0 w 1441490"/>
                  <a:gd name="connsiteY0" fmla="*/ 0 h 1407832"/>
                  <a:gd name="connsiteX1" fmla="*/ 1344524 w 1441490"/>
                  <a:gd name="connsiteY1" fmla="*/ 0 h 1407832"/>
                  <a:gd name="connsiteX2" fmla="*/ 1441490 w 1441490"/>
                  <a:gd name="connsiteY2" fmla="*/ 1179354 h 1407832"/>
                  <a:gd name="connsiteX3" fmla="*/ 4836 w 1441490"/>
                  <a:gd name="connsiteY3" fmla="*/ 1407832 h 1407832"/>
                  <a:gd name="connsiteX4" fmla="*/ 0 w 1441490"/>
                  <a:gd name="connsiteY4" fmla="*/ 0 h 1407832"/>
                  <a:gd name="connsiteX0" fmla="*/ 0 w 1441490"/>
                  <a:gd name="connsiteY0" fmla="*/ 0 h 1407832"/>
                  <a:gd name="connsiteX1" fmla="*/ 1344524 w 1441490"/>
                  <a:gd name="connsiteY1" fmla="*/ 0 h 1407832"/>
                  <a:gd name="connsiteX2" fmla="*/ 1441490 w 1441490"/>
                  <a:gd name="connsiteY2" fmla="*/ 1179354 h 1407832"/>
                  <a:gd name="connsiteX3" fmla="*/ 4836 w 1441490"/>
                  <a:gd name="connsiteY3" fmla="*/ 1407832 h 1407832"/>
                  <a:gd name="connsiteX4" fmla="*/ 0 w 1441490"/>
                  <a:gd name="connsiteY4" fmla="*/ 0 h 14078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41490" h="1407832">
                    <a:moveTo>
                      <a:pt x="0" y="0"/>
                    </a:moveTo>
                    <a:lnTo>
                      <a:pt x="1344524" y="0"/>
                    </a:lnTo>
                    <a:cubicBezTo>
                      <a:pt x="1376846" y="393118"/>
                      <a:pt x="1337235" y="903188"/>
                      <a:pt x="1441490" y="1179354"/>
                    </a:cubicBezTo>
                    <a:cubicBezTo>
                      <a:pt x="1081761" y="1443823"/>
                      <a:pt x="556514" y="1380972"/>
                      <a:pt x="4836" y="1407832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 w="3175">
                <a:solidFill>
                  <a:srgbClr val="F4B284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182880" bIns="182880" rtlCol="0" anchor="t"/>
              <a:lstStyle/>
              <a:p>
                <a:pPr algn="ctr"/>
                <a:r>
                  <a:rPr lang="en-US" sz="1100" dirty="0">
                    <a:solidFill>
                      <a:schemeClr val="tx1"/>
                    </a:solidFill>
                    <a:latin typeface="Segoe Script" panose="030B0504020000000003" pitchFamily="66" charset="0"/>
                  </a:rPr>
                  <a:t>Run security check--Americas</a:t>
                </a:r>
              </a:p>
            </p:txBody>
          </p:sp>
        </p:grp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BEB8A79C-024F-42E5-85CD-6800D678DA99}"/>
                </a:ext>
              </a:extLst>
            </p:cNvPr>
            <p:cNvGrpSpPr/>
            <p:nvPr/>
          </p:nvGrpSpPr>
          <p:grpSpPr>
            <a:xfrm rot="337866">
              <a:off x="13358529" y="3789410"/>
              <a:ext cx="1626116" cy="1405226"/>
              <a:chOff x="7153220" y="2662429"/>
              <a:chExt cx="1520002" cy="1407832"/>
            </a:xfrm>
            <a:solidFill>
              <a:srgbClr val="FFFFCC"/>
            </a:solidFill>
          </p:grpSpPr>
          <p:sp>
            <p:nvSpPr>
              <p:cNvPr id="68" name="Rectangle 10">
                <a:extLst>
                  <a:ext uri="{FF2B5EF4-FFF2-40B4-BE49-F238E27FC236}">
                    <a16:creationId xmlns:a16="http://schemas.microsoft.com/office/drawing/2014/main" id="{042F33A6-1328-412C-A14C-F27C4DB2BD09}"/>
                  </a:ext>
                </a:extLst>
              </p:cNvPr>
              <p:cNvSpPr/>
              <p:nvPr/>
            </p:nvSpPr>
            <p:spPr>
              <a:xfrm rot="20467554">
                <a:off x="7626053" y="3827866"/>
                <a:ext cx="1047169" cy="202430"/>
              </a:xfrm>
              <a:custGeom>
                <a:avLst/>
                <a:gdLst>
                  <a:gd name="connsiteX0" fmla="*/ 0 w 997799"/>
                  <a:gd name="connsiteY0" fmla="*/ 0 h 190624"/>
                  <a:gd name="connsiteX1" fmla="*/ 997799 w 997799"/>
                  <a:gd name="connsiteY1" fmla="*/ 0 h 190624"/>
                  <a:gd name="connsiteX2" fmla="*/ 997799 w 997799"/>
                  <a:gd name="connsiteY2" fmla="*/ 190624 h 190624"/>
                  <a:gd name="connsiteX3" fmla="*/ 0 w 997799"/>
                  <a:gd name="connsiteY3" fmla="*/ 190624 h 190624"/>
                  <a:gd name="connsiteX4" fmla="*/ 0 w 997799"/>
                  <a:gd name="connsiteY4" fmla="*/ 0 h 190624"/>
                  <a:gd name="connsiteX0" fmla="*/ 0 w 997799"/>
                  <a:gd name="connsiteY0" fmla="*/ 0 h 190624"/>
                  <a:gd name="connsiteX1" fmla="*/ 997799 w 997799"/>
                  <a:gd name="connsiteY1" fmla="*/ 0 h 190624"/>
                  <a:gd name="connsiteX2" fmla="*/ 997799 w 997799"/>
                  <a:gd name="connsiteY2" fmla="*/ 190624 h 190624"/>
                  <a:gd name="connsiteX3" fmla="*/ 0 w 997799"/>
                  <a:gd name="connsiteY3" fmla="*/ 0 h 190624"/>
                  <a:gd name="connsiteX0" fmla="*/ 0 w 1006687"/>
                  <a:gd name="connsiteY0" fmla="*/ 53621 h 190624"/>
                  <a:gd name="connsiteX1" fmla="*/ 1006687 w 1006687"/>
                  <a:gd name="connsiteY1" fmla="*/ 0 h 190624"/>
                  <a:gd name="connsiteX2" fmla="*/ 1006687 w 1006687"/>
                  <a:gd name="connsiteY2" fmla="*/ 190624 h 190624"/>
                  <a:gd name="connsiteX3" fmla="*/ 0 w 1006687"/>
                  <a:gd name="connsiteY3" fmla="*/ 53621 h 190624"/>
                  <a:gd name="connsiteX0" fmla="*/ 0 w 1069156"/>
                  <a:gd name="connsiteY0" fmla="*/ 53621 h 195629"/>
                  <a:gd name="connsiteX1" fmla="*/ 1006687 w 1069156"/>
                  <a:gd name="connsiteY1" fmla="*/ 0 h 195629"/>
                  <a:gd name="connsiteX2" fmla="*/ 1069156 w 1069156"/>
                  <a:gd name="connsiteY2" fmla="*/ 195629 h 195629"/>
                  <a:gd name="connsiteX3" fmla="*/ 0 w 1069156"/>
                  <a:gd name="connsiteY3" fmla="*/ 53621 h 195629"/>
                  <a:gd name="connsiteX0" fmla="*/ 0 w 1069156"/>
                  <a:gd name="connsiteY0" fmla="*/ 53621 h 195629"/>
                  <a:gd name="connsiteX1" fmla="*/ 1006687 w 1069156"/>
                  <a:gd name="connsiteY1" fmla="*/ 0 h 195629"/>
                  <a:gd name="connsiteX2" fmla="*/ 1069156 w 1069156"/>
                  <a:gd name="connsiteY2" fmla="*/ 195629 h 195629"/>
                  <a:gd name="connsiteX3" fmla="*/ 0 w 1069156"/>
                  <a:gd name="connsiteY3" fmla="*/ 53621 h 195629"/>
                  <a:gd name="connsiteX0" fmla="*/ 0 w 1069156"/>
                  <a:gd name="connsiteY0" fmla="*/ 53621 h 195629"/>
                  <a:gd name="connsiteX1" fmla="*/ 1006687 w 1069156"/>
                  <a:gd name="connsiteY1" fmla="*/ 0 h 195629"/>
                  <a:gd name="connsiteX2" fmla="*/ 1069156 w 1069156"/>
                  <a:gd name="connsiteY2" fmla="*/ 195629 h 195629"/>
                  <a:gd name="connsiteX3" fmla="*/ 0 w 1069156"/>
                  <a:gd name="connsiteY3" fmla="*/ 53621 h 195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69156" h="195629">
                    <a:moveTo>
                      <a:pt x="0" y="53621"/>
                    </a:moveTo>
                    <a:lnTo>
                      <a:pt x="1006687" y="0"/>
                    </a:lnTo>
                    <a:lnTo>
                      <a:pt x="1069156" y="195629"/>
                    </a:lnTo>
                    <a:cubicBezTo>
                      <a:pt x="696047" y="194596"/>
                      <a:pt x="375028" y="173914"/>
                      <a:pt x="0" y="53621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en-US" sz="2400" dirty="0">
                  <a:solidFill>
                    <a:schemeClr val="tx1"/>
                  </a:solidFill>
                  <a:latin typeface="Segoe Script" panose="030B0504020000000003" pitchFamily="66" charset="0"/>
                </a:endParaRPr>
              </a:p>
            </p:txBody>
          </p:sp>
          <p:sp>
            <p:nvSpPr>
              <p:cNvPr id="69" name="Rectangle 11">
                <a:extLst>
                  <a:ext uri="{FF2B5EF4-FFF2-40B4-BE49-F238E27FC236}">
                    <a16:creationId xmlns:a16="http://schemas.microsoft.com/office/drawing/2014/main" id="{351DC0C0-7FED-40F4-87B9-097DBAC664D1}"/>
                  </a:ext>
                </a:extLst>
              </p:cNvPr>
              <p:cNvSpPr/>
              <p:nvPr/>
            </p:nvSpPr>
            <p:spPr>
              <a:xfrm rot="21164825">
                <a:off x="7153220" y="2662429"/>
                <a:ext cx="1441490" cy="1407832"/>
              </a:xfrm>
              <a:custGeom>
                <a:avLst/>
                <a:gdLst>
                  <a:gd name="connsiteX0" fmla="*/ 0 w 1344524"/>
                  <a:gd name="connsiteY0" fmla="*/ 0 h 1422228"/>
                  <a:gd name="connsiteX1" fmla="*/ 1344524 w 1344524"/>
                  <a:gd name="connsiteY1" fmla="*/ 0 h 1422228"/>
                  <a:gd name="connsiteX2" fmla="*/ 1344524 w 1344524"/>
                  <a:gd name="connsiteY2" fmla="*/ 1422228 h 1422228"/>
                  <a:gd name="connsiteX3" fmla="*/ 0 w 1344524"/>
                  <a:gd name="connsiteY3" fmla="*/ 1422228 h 1422228"/>
                  <a:gd name="connsiteX4" fmla="*/ 0 w 1344524"/>
                  <a:gd name="connsiteY4" fmla="*/ 0 h 1422228"/>
                  <a:gd name="connsiteX0" fmla="*/ 0 w 1441490"/>
                  <a:gd name="connsiteY0" fmla="*/ 0 h 1422228"/>
                  <a:gd name="connsiteX1" fmla="*/ 1344524 w 1441490"/>
                  <a:gd name="connsiteY1" fmla="*/ 0 h 1422228"/>
                  <a:gd name="connsiteX2" fmla="*/ 1441490 w 1441490"/>
                  <a:gd name="connsiteY2" fmla="*/ 1179354 h 1422228"/>
                  <a:gd name="connsiteX3" fmla="*/ 0 w 1441490"/>
                  <a:gd name="connsiteY3" fmla="*/ 1422228 h 1422228"/>
                  <a:gd name="connsiteX4" fmla="*/ 0 w 1441490"/>
                  <a:gd name="connsiteY4" fmla="*/ 0 h 1422228"/>
                  <a:gd name="connsiteX0" fmla="*/ 0 w 1441490"/>
                  <a:gd name="connsiteY0" fmla="*/ 0 h 1422228"/>
                  <a:gd name="connsiteX1" fmla="*/ 1344524 w 1441490"/>
                  <a:gd name="connsiteY1" fmla="*/ 0 h 1422228"/>
                  <a:gd name="connsiteX2" fmla="*/ 1441490 w 1441490"/>
                  <a:gd name="connsiteY2" fmla="*/ 1179354 h 1422228"/>
                  <a:gd name="connsiteX3" fmla="*/ 0 w 1441490"/>
                  <a:gd name="connsiteY3" fmla="*/ 1422228 h 1422228"/>
                  <a:gd name="connsiteX4" fmla="*/ 0 w 1441490"/>
                  <a:gd name="connsiteY4" fmla="*/ 0 h 1422228"/>
                  <a:gd name="connsiteX0" fmla="*/ 0 w 1441490"/>
                  <a:gd name="connsiteY0" fmla="*/ 0 h 1407832"/>
                  <a:gd name="connsiteX1" fmla="*/ 1344524 w 1441490"/>
                  <a:gd name="connsiteY1" fmla="*/ 0 h 1407832"/>
                  <a:gd name="connsiteX2" fmla="*/ 1441490 w 1441490"/>
                  <a:gd name="connsiteY2" fmla="*/ 1179354 h 1407832"/>
                  <a:gd name="connsiteX3" fmla="*/ 4836 w 1441490"/>
                  <a:gd name="connsiteY3" fmla="*/ 1407832 h 1407832"/>
                  <a:gd name="connsiteX4" fmla="*/ 0 w 1441490"/>
                  <a:gd name="connsiteY4" fmla="*/ 0 h 1407832"/>
                  <a:gd name="connsiteX0" fmla="*/ 0 w 1441490"/>
                  <a:gd name="connsiteY0" fmla="*/ 0 h 1407832"/>
                  <a:gd name="connsiteX1" fmla="*/ 1344524 w 1441490"/>
                  <a:gd name="connsiteY1" fmla="*/ 0 h 1407832"/>
                  <a:gd name="connsiteX2" fmla="*/ 1441490 w 1441490"/>
                  <a:gd name="connsiteY2" fmla="*/ 1179354 h 1407832"/>
                  <a:gd name="connsiteX3" fmla="*/ 4836 w 1441490"/>
                  <a:gd name="connsiteY3" fmla="*/ 1407832 h 1407832"/>
                  <a:gd name="connsiteX4" fmla="*/ 0 w 1441490"/>
                  <a:gd name="connsiteY4" fmla="*/ 0 h 1407832"/>
                  <a:gd name="connsiteX0" fmla="*/ 0 w 1441490"/>
                  <a:gd name="connsiteY0" fmla="*/ 0 h 1407832"/>
                  <a:gd name="connsiteX1" fmla="*/ 1344524 w 1441490"/>
                  <a:gd name="connsiteY1" fmla="*/ 0 h 1407832"/>
                  <a:gd name="connsiteX2" fmla="*/ 1441490 w 1441490"/>
                  <a:gd name="connsiteY2" fmla="*/ 1179354 h 1407832"/>
                  <a:gd name="connsiteX3" fmla="*/ 4836 w 1441490"/>
                  <a:gd name="connsiteY3" fmla="*/ 1407832 h 1407832"/>
                  <a:gd name="connsiteX4" fmla="*/ 0 w 1441490"/>
                  <a:gd name="connsiteY4" fmla="*/ 0 h 14078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41490" h="1407832">
                    <a:moveTo>
                      <a:pt x="0" y="0"/>
                    </a:moveTo>
                    <a:lnTo>
                      <a:pt x="1344524" y="0"/>
                    </a:lnTo>
                    <a:cubicBezTo>
                      <a:pt x="1376846" y="393118"/>
                      <a:pt x="1337235" y="903188"/>
                      <a:pt x="1441490" y="1179354"/>
                    </a:cubicBezTo>
                    <a:cubicBezTo>
                      <a:pt x="1081761" y="1443823"/>
                      <a:pt x="556514" y="1380972"/>
                      <a:pt x="4836" y="1407832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 w="3175">
                <a:solidFill>
                  <a:srgbClr val="F4B284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182880" bIns="182880" rtlCol="0" anchor="t"/>
              <a:lstStyle/>
              <a:p>
                <a:pPr algn="ctr"/>
                <a:r>
                  <a:rPr lang="en-US" sz="1100" dirty="0">
                    <a:solidFill>
                      <a:schemeClr val="tx1"/>
                    </a:solidFill>
                    <a:latin typeface="Segoe Script" panose="030B0504020000000003" pitchFamily="66" charset="0"/>
                  </a:rPr>
                  <a:t>Select HD Printer for Berlin Office</a:t>
                </a:r>
              </a:p>
            </p:txBody>
          </p:sp>
        </p:grp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411B5BFB-47AE-4779-8B3F-4B7A53A2ED83}"/>
                </a:ext>
              </a:extLst>
            </p:cNvPr>
            <p:cNvGrpSpPr/>
            <p:nvPr/>
          </p:nvGrpSpPr>
          <p:grpSpPr>
            <a:xfrm rot="337866">
              <a:off x="11781757" y="4144899"/>
              <a:ext cx="1626116" cy="1405226"/>
              <a:chOff x="7153220" y="2662429"/>
              <a:chExt cx="1520002" cy="1407832"/>
            </a:xfrm>
            <a:solidFill>
              <a:srgbClr val="FFFFCC"/>
            </a:solidFill>
          </p:grpSpPr>
          <p:sp>
            <p:nvSpPr>
              <p:cNvPr id="71" name="Rectangle 10">
                <a:extLst>
                  <a:ext uri="{FF2B5EF4-FFF2-40B4-BE49-F238E27FC236}">
                    <a16:creationId xmlns:a16="http://schemas.microsoft.com/office/drawing/2014/main" id="{F87B0FCA-E16B-455C-82F5-81BB9DBE53C5}"/>
                  </a:ext>
                </a:extLst>
              </p:cNvPr>
              <p:cNvSpPr/>
              <p:nvPr/>
            </p:nvSpPr>
            <p:spPr>
              <a:xfrm rot="20467554">
                <a:off x="7626053" y="3827866"/>
                <a:ext cx="1047169" cy="202430"/>
              </a:xfrm>
              <a:custGeom>
                <a:avLst/>
                <a:gdLst>
                  <a:gd name="connsiteX0" fmla="*/ 0 w 997799"/>
                  <a:gd name="connsiteY0" fmla="*/ 0 h 190624"/>
                  <a:gd name="connsiteX1" fmla="*/ 997799 w 997799"/>
                  <a:gd name="connsiteY1" fmla="*/ 0 h 190624"/>
                  <a:gd name="connsiteX2" fmla="*/ 997799 w 997799"/>
                  <a:gd name="connsiteY2" fmla="*/ 190624 h 190624"/>
                  <a:gd name="connsiteX3" fmla="*/ 0 w 997799"/>
                  <a:gd name="connsiteY3" fmla="*/ 190624 h 190624"/>
                  <a:gd name="connsiteX4" fmla="*/ 0 w 997799"/>
                  <a:gd name="connsiteY4" fmla="*/ 0 h 190624"/>
                  <a:gd name="connsiteX0" fmla="*/ 0 w 997799"/>
                  <a:gd name="connsiteY0" fmla="*/ 0 h 190624"/>
                  <a:gd name="connsiteX1" fmla="*/ 997799 w 997799"/>
                  <a:gd name="connsiteY1" fmla="*/ 0 h 190624"/>
                  <a:gd name="connsiteX2" fmla="*/ 997799 w 997799"/>
                  <a:gd name="connsiteY2" fmla="*/ 190624 h 190624"/>
                  <a:gd name="connsiteX3" fmla="*/ 0 w 997799"/>
                  <a:gd name="connsiteY3" fmla="*/ 0 h 190624"/>
                  <a:gd name="connsiteX0" fmla="*/ 0 w 1006687"/>
                  <a:gd name="connsiteY0" fmla="*/ 53621 h 190624"/>
                  <a:gd name="connsiteX1" fmla="*/ 1006687 w 1006687"/>
                  <a:gd name="connsiteY1" fmla="*/ 0 h 190624"/>
                  <a:gd name="connsiteX2" fmla="*/ 1006687 w 1006687"/>
                  <a:gd name="connsiteY2" fmla="*/ 190624 h 190624"/>
                  <a:gd name="connsiteX3" fmla="*/ 0 w 1006687"/>
                  <a:gd name="connsiteY3" fmla="*/ 53621 h 190624"/>
                  <a:gd name="connsiteX0" fmla="*/ 0 w 1069156"/>
                  <a:gd name="connsiteY0" fmla="*/ 53621 h 195629"/>
                  <a:gd name="connsiteX1" fmla="*/ 1006687 w 1069156"/>
                  <a:gd name="connsiteY1" fmla="*/ 0 h 195629"/>
                  <a:gd name="connsiteX2" fmla="*/ 1069156 w 1069156"/>
                  <a:gd name="connsiteY2" fmla="*/ 195629 h 195629"/>
                  <a:gd name="connsiteX3" fmla="*/ 0 w 1069156"/>
                  <a:gd name="connsiteY3" fmla="*/ 53621 h 195629"/>
                  <a:gd name="connsiteX0" fmla="*/ 0 w 1069156"/>
                  <a:gd name="connsiteY0" fmla="*/ 53621 h 195629"/>
                  <a:gd name="connsiteX1" fmla="*/ 1006687 w 1069156"/>
                  <a:gd name="connsiteY1" fmla="*/ 0 h 195629"/>
                  <a:gd name="connsiteX2" fmla="*/ 1069156 w 1069156"/>
                  <a:gd name="connsiteY2" fmla="*/ 195629 h 195629"/>
                  <a:gd name="connsiteX3" fmla="*/ 0 w 1069156"/>
                  <a:gd name="connsiteY3" fmla="*/ 53621 h 195629"/>
                  <a:gd name="connsiteX0" fmla="*/ 0 w 1069156"/>
                  <a:gd name="connsiteY0" fmla="*/ 53621 h 195629"/>
                  <a:gd name="connsiteX1" fmla="*/ 1006687 w 1069156"/>
                  <a:gd name="connsiteY1" fmla="*/ 0 h 195629"/>
                  <a:gd name="connsiteX2" fmla="*/ 1069156 w 1069156"/>
                  <a:gd name="connsiteY2" fmla="*/ 195629 h 195629"/>
                  <a:gd name="connsiteX3" fmla="*/ 0 w 1069156"/>
                  <a:gd name="connsiteY3" fmla="*/ 53621 h 195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69156" h="195629">
                    <a:moveTo>
                      <a:pt x="0" y="53621"/>
                    </a:moveTo>
                    <a:lnTo>
                      <a:pt x="1006687" y="0"/>
                    </a:lnTo>
                    <a:lnTo>
                      <a:pt x="1069156" y="195629"/>
                    </a:lnTo>
                    <a:cubicBezTo>
                      <a:pt x="696047" y="194596"/>
                      <a:pt x="375028" y="173914"/>
                      <a:pt x="0" y="53621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3175">
                <a:solidFill>
                  <a:srgbClr val="F4B284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182880" bIns="182880" rtlCol="0" anchor="t"/>
              <a:lstStyle/>
              <a:p>
                <a:pPr algn="ctr"/>
                <a:endParaRPr lang="en-US" sz="1100" dirty="0">
                  <a:solidFill>
                    <a:schemeClr val="tx1"/>
                  </a:solidFill>
                  <a:latin typeface="Segoe Script" panose="030B0504020000000003" pitchFamily="66" charset="0"/>
                </a:endParaRPr>
              </a:p>
            </p:txBody>
          </p:sp>
          <p:sp>
            <p:nvSpPr>
              <p:cNvPr id="72" name="Rectangle 11">
                <a:extLst>
                  <a:ext uri="{FF2B5EF4-FFF2-40B4-BE49-F238E27FC236}">
                    <a16:creationId xmlns:a16="http://schemas.microsoft.com/office/drawing/2014/main" id="{04A967B4-D45D-4A5A-8B05-99AD1D874F0F}"/>
                  </a:ext>
                </a:extLst>
              </p:cNvPr>
              <p:cNvSpPr/>
              <p:nvPr/>
            </p:nvSpPr>
            <p:spPr>
              <a:xfrm rot="21164825">
                <a:off x="7153220" y="2662429"/>
                <a:ext cx="1441490" cy="1407832"/>
              </a:xfrm>
              <a:custGeom>
                <a:avLst/>
                <a:gdLst>
                  <a:gd name="connsiteX0" fmla="*/ 0 w 1344524"/>
                  <a:gd name="connsiteY0" fmla="*/ 0 h 1422228"/>
                  <a:gd name="connsiteX1" fmla="*/ 1344524 w 1344524"/>
                  <a:gd name="connsiteY1" fmla="*/ 0 h 1422228"/>
                  <a:gd name="connsiteX2" fmla="*/ 1344524 w 1344524"/>
                  <a:gd name="connsiteY2" fmla="*/ 1422228 h 1422228"/>
                  <a:gd name="connsiteX3" fmla="*/ 0 w 1344524"/>
                  <a:gd name="connsiteY3" fmla="*/ 1422228 h 1422228"/>
                  <a:gd name="connsiteX4" fmla="*/ 0 w 1344524"/>
                  <a:gd name="connsiteY4" fmla="*/ 0 h 1422228"/>
                  <a:gd name="connsiteX0" fmla="*/ 0 w 1441490"/>
                  <a:gd name="connsiteY0" fmla="*/ 0 h 1422228"/>
                  <a:gd name="connsiteX1" fmla="*/ 1344524 w 1441490"/>
                  <a:gd name="connsiteY1" fmla="*/ 0 h 1422228"/>
                  <a:gd name="connsiteX2" fmla="*/ 1441490 w 1441490"/>
                  <a:gd name="connsiteY2" fmla="*/ 1179354 h 1422228"/>
                  <a:gd name="connsiteX3" fmla="*/ 0 w 1441490"/>
                  <a:gd name="connsiteY3" fmla="*/ 1422228 h 1422228"/>
                  <a:gd name="connsiteX4" fmla="*/ 0 w 1441490"/>
                  <a:gd name="connsiteY4" fmla="*/ 0 h 1422228"/>
                  <a:gd name="connsiteX0" fmla="*/ 0 w 1441490"/>
                  <a:gd name="connsiteY0" fmla="*/ 0 h 1422228"/>
                  <a:gd name="connsiteX1" fmla="*/ 1344524 w 1441490"/>
                  <a:gd name="connsiteY1" fmla="*/ 0 h 1422228"/>
                  <a:gd name="connsiteX2" fmla="*/ 1441490 w 1441490"/>
                  <a:gd name="connsiteY2" fmla="*/ 1179354 h 1422228"/>
                  <a:gd name="connsiteX3" fmla="*/ 0 w 1441490"/>
                  <a:gd name="connsiteY3" fmla="*/ 1422228 h 1422228"/>
                  <a:gd name="connsiteX4" fmla="*/ 0 w 1441490"/>
                  <a:gd name="connsiteY4" fmla="*/ 0 h 1422228"/>
                  <a:gd name="connsiteX0" fmla="*/ 0 w 1441490"/>
                  <a:gd name="connsiteY0" fmla="*/ 0 h 1407832"/>
                  <a:gd name="connsiteX1" fmla="*/ 1344524 w 1441490"/>
                  <a:gd name="connsiteY1" fmla="*/ 0 h 1407832"/>
                  <a:gd name="connsiteX2" fmla="*/ 1441490 w 1441490"/>
                  <a:gd name="connsiteY2" fmla="*/ 1179354 h 1407832"/>
                  <a:gd name="connsiteX3" fmla="*/ 4836 w 1441490"/>
                  <a:gd name="connsiteY3" fmla="*/ 1407832 h 1407832"/>
                  <a:gd name="connsiteX4" fmla="*/ 0 w 1441490"/>
                  <a:gd name="connsiteY4" fmla="*/ 0 h 1407832"/>
                  <a:gd name="connsiteX0" fmla="*/ 0 w 1441490"/>
                  <a:gd name="connsiteY0" fmla="*/ 0 h 1407832"/>
                  <a:gd name="connsiteX1" fmla="*/ 1344524 w 1441490"/>
                  <a:gd name="connsiteY1" fmla="*/ 0 h 1407832"/>
                  <a:gd name="connsiteX2" fmla="*/ 1441490 w 1441490"/>
                  <a:gd name="connsiteY2" fmla="*/ 1179354 h 1407832"/>
                  <a:gd name="connsiteX3" fmla="*/ 4836 w 1441490"/>
                  <a:gd name="connsiteY3" fmla="*/ 1407832 h 1407832"/>
                  <a:gd name="connsiteX4" fmla="*/ 0 w 1441490"/>
                  <a:gd name="connsiteY4" fmla="*/ 0 h 1407832"/>
                  <a:gd name="connsiteX0" fmla="*/ 0 w 1441490"/>
                  <a:gd name="connsiteY0" fmla="*/ 0 h 1407832"/>
                  <a:gd name="connsiteX1" fmla="*/ 1344524 w 1441490"/>
                  <a:gd name="connsiteY1" fmla="*/ 0 h 1407832"/>
                  <a:gd name="connsiteX2" fmla="*/ 1441490 w 1441490"/>
                  <a:gd name="connsiteY2" fmla="*/ 1179354 h 1407832"/>
                  <a:gd name="connsiteX3" fmla="*/ 4836 w 1441490"/>
                  <a:gd name="connsiteY3" fmla="*/ 1407832 h 1407832"/>
                  <a:gd name="connsiteX4" fmla="*/ 0 w 1441490"/>
                  <a:gd name="connsiteY4" fmla="*/ 0 h 14078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41490" h="1407832">
                    <a:moveTo>
                      <a:pt x="0" y="0"/>
                    </a:moveTo>
                    <a:lnTo>
                      <a:pt x="1344524" y="0"/>
                    </a:lnTo>
                    <a:cubicBezTo>
                      <a:pt x="1376846" y="393118"/>
                      <a:pt x="1337235" y="903188"/>
                      <a:pt x="1441490" y="1179354"/>
                    </a:cubicBezTo>
                    <a:cubicBezTo>
                      <a:pt x="1081761" y="1443823"/>
                      <a:pt x="556514" y="1380972"/>
                      <a:pt x="4836" y="1407832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 w="3175">
                <a:solidFill>
                  <a:srgbClr val="F4B284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182880" bIns="182880" rtlCol="0" anchor="t"/>
              <a:lstStyle/>
              <a:p>
                <a:pPr algn="ctr"/>
                <a:r>
                  <a:rPr lang="en-US" sz="1100" dirty="0">
                    <a:solidFill>
                      <a:schemeClr val="tx1"/>
                    </a:solidFill>
                    <a:latin typeface="Segoe Script" panose="030B0504020000000003" pitchFamily="66" charset="0"/>
                  </a:rPr>
                  <a:t>Install Global Drivers for Conf. Rm Cameras </a:t>
                </a:r>
              </a:p>
            </p:txBody>
          </p:sp>
        </p:grpSp>
        <p:sp>
          <p:nvSpPr>
            <p:cNvPr id="73" name="Octagon 72">
              <a:extLst>
                <a:ext uri="{FF2B5EF4-FFF2-40B4-BE49-F238E27FC236}">
                  <a16:creationId xmlns:a16="http://schemas.microsoft.com/office/drawing/2014/main" id="{76908F3B-638F-4421-9957-0DD052525A4F}"/>
                </a:ext>
              </a:extLst>
            </p:cNvPr>
            <p:cNvSpPr/>
            <p:nvPr/>
          </p:nvSpPr>
          <p:spPr>
            <a:xfrm>
              <a:off x="6429775" y="6587624"/>
              <a:ext cx="754151" cy="722668"/>
            </a:xfrm>
            <a:prstGeom prst="octagon">
              <a:avLst/>
            </a:prstGeom>
            <a:solidFill>
              <a:srgbClr val="FF0000"/>
            </a:solidFill>
            <a:ln w="19050">
              <a:solidFill>
                <a:schemeClr val="tx1"/>
              </a:solidFill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lIns="0" rIns="0" rtlCol="0" anchor="ctr" anchorCtr="0"/>
            <a:lstStyle/>
            <a:p>
              <a:pPr algn="ctr"/>
              <a:r>
                <a:rPr lang="en-US" sz="1400" b="1" dirty="0">
                  <a:solidFill>
                    <a:schemeClr val="bg1"/>
                  </a:solidFill>
                </a:rPr>
                <a:t>Stop</a:t>
              </a:r>
              <a:endParaRPr lang="en-US" sz="1050" b="1" dirty="0">
                <a:solidFill>
                  <a:schemeClr val="bg1"/>
                </a:solidFill>
              </a:endParaRPr>
            </a:p>
            <a:p>
              <a:pPr algn="ctr"/>
              <a:r>
                <a:rPr lang="en-US" sz="1050" b="1" dirty="0">
                  <a:solidFill>
                    <a:schemeClr val="bg1"/>
                  </a:solidFill>
                </a:rPr>
                <a:t>=&gt;3</a:t>
              </a:r>
            </a:p>
          </p:txBody>
        </p:sp>
      </p:grpSp>
      <p:sp>
        <p:nvSpPr>
          <p:cNvPr id="75" name="TextBox 74">
            <a:extLst>
              <a:ext uri="{FF2B5EF4-FFF2-40B4-BE49-F238E27FC236}">
                <a16:creationId xmlns:a16="http://schemas.microsoft.com/office/drawing/2014/main" id="{671437B7-099E-4D0F-9EE6-A21FD645C33F}"/>
              </a:ext>
            </a:extLst>
          </p:cNvPr>
          <p:cNvSpPr txBox="1"/>
          <p:nvPr/>
        </p:nvSpPr>
        <p:spPr>
          <a:xfrm>
            <a:off x="7769149" y="344790"/>
            <a:ext cx="4393716" cy="834242"/>
          </a:xfrm>
          <a:prstGeom prst="rect">
            <a:avLst/>
          </a:prstGeom>
          <a:solidFill>
            <a:srgbClr val="ACD2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253098" indent="-253098" algn="ctr">
              <a:buAutoNum type="arabicPeriod"/>
              <a:defRPr sz="1318" b="1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/>
              <a:t>Pushing decisions creates waste.</a:t>
            </a:r>
          </a:p>
          <a:p>
            <a:r>
              <a:rPr lang="en-US" dirty="0"/>
              <a:t>Let the need for action pull the decision.  </a:t>
            </a:r>
            <a:br>
              <a:rPr lang="en-US" dirty="0"/>
            </a:br>
            <a:r>
              <a:rPr lang="en-US" dirty="0"/>
              <a:t>Time between “decide” and “act” is lost opportunity to learn.</a:t>
            </a:r>
          </a:p>
        </p:txBody>
      </p:sp>
    </p:spTree>
    <p:extLst>
      <p:ext uri="{BB962C8B-B14F-4D97-AF65-F5344CB8AC3E}">
        <p14:creationId xmlns:p14="http://schemas.microsoft.com/office/powerpoint/2010/main" val="38778117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27675EA-697D-40A6-BE60-4520EDB51C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3349" y="1800744"/>
            <a:ext cx="5621138" cy="3621178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FA0B257-9253-4BB6-8055-0584255BE354}"/>
              </a:ext>
            </a:extLst>
          </p:cNvPr>
          <p:cNvCxnSpPr/>
          <p:nvPr/>
        </p:nvCxnSpPr>
        <p:spPr>
          <a:xfrm>
            <a:off x="6096000" y="3024413"/>
            <a:ext cx="2331751" cy="0"/>
          </a:xfrm>
          <a:prstGeom prst="line">
            <a:avLst/>
          </a:prstGeom>
          <a:ln w="38100">
            <a:solidFill>
              <a:schemeClr val="accent5">
                <a:lumMod val="40000"/>
                <a:lumOff val="60000"/>
              </a:schemeClr>
            </a:solidFill>
            <a:prstDash val="dash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807719F-20D9-4FD7-98BB-01DC1E42F222}"/>
              </a:ext>
            </a:extLst>
          </p:cNvPr>
          <p:cNvCxnSpPr>
            <a:cxnSpLocks/>
          </p:cNvCxnSpPr>
          <p:nvPr/>
        </p:nvCxnSpPr>
        <p:spPr>
          <a:xfrm flipV="1">
            <a:off x="3392557" y="2199861"/>
            <a:ext cx="1729408" cy="1229139"/>
          </a:xfrm>
          <a:prstGeom prst="line">
            <a:avLst/>
          </a:prstGeom>
          <a:ln w="38100">
            <a:solidFill>
              <a:schemeClr val="accent5">
                <a:lumMod val="40000"/>
                <a:lumOff val="60000"/>
              </a:schemeClr>
            </a:solidFill>
            <a:prstDash val="dash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13F4373-96F2-40BB-8C6D-1CC84407AC1D}"/>
              </a:ext>
            </a:extLst>
          </p:cNvPr>
          <p:cNvCxnSpPr/>
          <p:nvPr/>
        </p:nvCxnSpPr>
        <p:spPr>
          <a:xfrm>
            <a:off x="6096000" y="4203857"/>
            <a:ext cx="2331751" cy="0"/>
          </a:xfrm>
          <a:prstGeom prst="line">
            <a:avLst/>
          </a:prstGeom>
          <a:ln w="38100">
            <a:solidFill>
              <a:schemeClr val="accent5">
                <a:lumMod val="40000"/>
                <a:lumOff val="60000"/>
              </a:schemeClr>
            </a:solidFill>
            <a:prstDash val="dash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891F0F3-794A-4023-93FE-DCDE662354CA}"/>
              </a:ext>
            </a:extLst>
          </p:cNvPr>
          <p:cNvCxnSpPr/>
          <p:nvPr/>
        </p:nvCxnSpPr>
        <p:spPr>
          <a:xfrm>
            <a:off x="3392557" y="4555039"/>
            <a:ext cx="2331751" cy="0"/>
          </a:xfrm>
          <a:prstGeom prst="line">
            <a:avLst/>
          </a:prstGeom>
          <a:ln w="38100">
            <a:solidFill>
              <a:schemeClr val="accent5">
                <a:lumMod val="40000"/>
                <a:lumOff val="60000"/>
              </a:schemeClr>
            </a:solidFill>
            <a:prstDash val="dash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20310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58718A1-F2F6-48AC-A681-E0CA86893D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2847" y="1645502"/>
            <a:ext cx="6256127" cy="3969971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93CF2EA8-8684-4880-9E18-5A0B337040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873" y="2810047"/>
            <a:ext cx="4395493" cy="1708264"/>
          </a:xfrm>
          <a:prstGeom prst="rect">
            <a:avLst/>
          </a:prstGeom>
        </p:spPr>
      </p:pic>
      <p:pic>
        <p:nvPicPr>
          <p:cNvPr id="10" name="Graphic 9" descr="Repeat">
            <a:extLst>
              <a:ext uri="{FF2B5EF4-FFF2-40B4-BE49-F238E27FC236}">
                <a16:creationId xmlns:a16="http://schemas.microsoft.com/office/drawing/2014/main" id="{8EF13FE1-544A-45F1-9294-8192F7C8C8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20491401" flipV="1">
            <a:off x="3946928" y="2277543"/>
            <a:ext cx="2711801" cy="271180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C05F45A-D303-44D5-83FF-31D7927F23C5}"/>
              </a:ext>
            </a:extLst>
          </p:cNvPr>
          <p:cNvSpPr txBox="1"/>
          <p:nvPr/>
        </p:nvSpPr>
        <p:spPr>
          <a:xfrm>
            <a:off x="4451565" y="3150605"/>
            <a:ext cx="1708318" cy="1324655"/>
          </a:xfrm>
          <a:prstGeom prst="rect">
            <a:avLst/>
          </a:prstGeom>
          <a:noFill/>
        </p:spPr>
        <p:txBody>
          <a:bodyPr wrap="square" rtlCol="0">
            <a:prstTxWarp prst="textArchDown">
              <a:avLst>
                <a:gd name="adj" fmla="val 1595947"/>
              </a:avLst>
            </a:prstTxWarp>
            <a:spAutoFit/>
          </a:bodyPr>
          <a:lstStyle/>
          <a:p>
            <a:pPr algn="ctr"/>
            <a:r>
              <a:rPr lang="en-US" sz="3137" dirty="0">
                <a:solidFill>
                  <a:schemeClr val="bg1"/>
                </a:solidFill>
              </a:rPr>
              <a:t>Transform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7B1C119-0363-45F7-9D5C-BC4374F49145}"/>
              </a:ext>
            </a:extLst>
          </p:cNvPr>
          <p:cNvSpPr txBox="1"/>
          <p:nvPr/>
        </p:nvSpPr>
        <p:spPr>
          <a:xfrm>
            <a:off x="4496752" y="2892664"/>
            <a:ext cx="1708318" cy="1324655"/>
          </a:xfrm>
          <a:prstGeom prst="rect">
            <a:avLst/>
          </a:prstGeom>
          <a:noFill/>
        </p:spPr>
        <p:txBody>
          <a:bodyPr wrap="square" rtlCol="0">
            <a:prstTxWarp prst="textArchUp">
              <a:avLst>
                <a:gd name="adj" fmla="val 13079989"/>
              </a:avLst>
            </a:prstTxWarp>
            <a:spAutoFit/>
          </a:bodyPr>
          <a:lstStyle/>
          <a:p>
            <a:pPr algn="ctr"/>
            <a:r>
              <a:rPr lang="en-US" sz="3137" dirty="0">
                <a:solidFill>
                  <a:schemeClr val="bg1"/>
                </a:solidFill>
              </a:rPr>
              <a:t>Transact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B371271-26D7-4B18-8D74-C972A3B0560D}"/>
              </a:ext>
            </a:extLst>
          </p:cNvPr>
          <p:cNvSpPr txBox="1"/>
          <p:nvPr/>
        </p:nvSpPr>
        <p:spPr>
          <a:xfrm>
            <a:off x="5863404" y="1189750"/>
            <a:ext cx="53246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Measure Performance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6D32B4D-8B9C-49A2-8B86-35C52FB89C70}"/>
              </a:ext>
            </a:extLst>
          </p:cNvPr>
          <p:cNvSpPr txBox="1"/>
          <p:nvPr/>
        </p:nvSpPr>
        <p:spPr>
          <a:xfrm>
            <a:off x="247873" y="2029870"/>
            <a:ext cx="53246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Rationalize Effort</a:t>
            </a:r>
          </a:p>
        </p:txBody>
      </p:sp>
    </p:spTree>
    <p:extLst>
      <p:ext uri="{BB962C8B-B14F-4D97-AF65-F5344CB8AC3E}">
        <p14:creationId xmlns:p14="http://schemas.microsoft.com/office/powerpoint/2010/main" val="34052806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3170FF5-47DC-B95A-EADD-AFC3B29DB4CD}"/>
              </a:ext>
            </a:extLst>
          </p:cNvPr>
          <p:cNvSpPr/>
          <p:nvPr/>
        </p:nvSpPr>
        <p:spPr>
          <a:xfrm>
            <a:off x="8956430" y="1789723"/>
            <a:ext cx="1985107" cy="4087446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ECD85B-7474-457B-995B-F85B3835C0A7}"/>
              </a:ext>
            </a:extLst>
          </p:cNvPr>
          <p:cNvPicPr/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666488" y="1328232"/>
            <a:ext cx="6468256" cy="461696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1BDF979-F680-F39D-84EF-DFBC31216ED6}"/>
              </a:ext>
            </a:extLst>
          </p:cNvPr>
          <p:cNvSpPr txBox="1"/>
          <p:nvPr/>
        </p:nvSpPr>
        <p:spPr>
          <a:xfrm>
            <a:off x="9053391" y="1876622"/>
            <a:ext cx="178974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Done </a:t>
            </a:r>
          </a:p>
          <a:p>
            <a:pPr algn="ctr"/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(Keep 1-2 weeks)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49F8C29-CFFF-0655-8DF3-061820C809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749" y="962809"/>
            <a:ext cx="7287642" cy="76210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C256CC1-BF72-E8A5-27AA-75DAD72890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134" y="99125"/>
            <a:ext cx="10164594" cy="5706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9221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A3621C3E-06E8-4371-BF6A-E0B4E9E20ED4}"/>
              </a:ext>
            </a:extLst>
          </p:cNvPr>
          <p:cNvGrpSpPr/>
          <p:nvPr/>
        </p:nvGrpSpPr>
        <p:grpSpPr>
          <a:xfrm flipH="1">
            <a:off x="6898342" y="2081427"/>
            <a:ext cx="1506070" cy="2286005"/>
            <a:chOff x="4204972" y="2660193"/>
            <a:chExt cx="1920239" cy="2914656"/>
          </a:xfrm>
          <a:solidFill>
            <a:schemeClr val="tx1">
              <a:lumMod val="50000"/>
              <a:lumOff val="50000"/>
            </a:schemeClr>
          </a:solidFill>
        </p:grpSpPr>
        <p:sp>
          <p:nvSpPr>
            <p:cNvPr id="18" name="Rectangle: Single Corner Snipped 17">
              <a:extLst>
                <a:ext uri="{FF2B5EF4-FFF2-40B4-BE49-F238E27FC236}">
                  <a16:creationId xmlns:a16="http://schemas.microsoft.com/office/drawing/2014/main" id="{A1D497EC-43A3-4755-927E-AAB7B42CBC2C}"/>
                </a:ext>
              </a:extLst>
            </p:cNvPr>
            <p:cNvSpPr/>
            <p:nvPr/>
          </p:nvSpPr>
          <p:spPr>
            <a:xfrm flipH="1">
              <a:off x="4204972" y="2660193"/>
              <a:ext cx="1920239" cy="2914656"/>
            </a:xfrm>
            <a:prstGeom prst="snip1Rect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endParaRPr lang="en-US" sz="1695">
                <a:solidFill>
                  <a:schemeClr val="tx1"/>
                </a:solidFill>
              </a:endParaRPr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EDFFFCA0-AE8E-4231-B81D-45BFA2DDB2CC}"/>
                </a:ext>
              </a:extLst>
            </p:cNvPr>
            <p:cNvSpPr/>
            <p:nvPr/>
          </p:nvSpPr>
          <p:spPr>
            <a:xfrm rot="8141976">
              <a:off x="4223587" y="2773763"/>
              <a:ext cx="415825" cy="222580"/>
            </a:xfrm>
            <a:prstGeom prst="triangle">
              <a:avLst>
                <a:gd name="adj" fmla="val 4922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A99DD47E-B653-4D4B-9239-93825E137340}"/>
              </a:ext>
            </a:extLst>
          </p:cNvPr>
          <p:cNvGrpSpPr/>
          <p:nvPr/>
        </p:nvGrpSpPr>
        <p:grpSpPr>
          <a:xfrm>
            <a:off x="3514663" y="2066361"/>
            <a:ext cx="1506070" cy="2286005"/>
            <a:chOff x="6052188" y="2545733"/>
            <a:chExt cx="1920239" cy="2914656"/>
          </a:xfrm>
        </p:grpSpPr>
        <p:sp>
          <p:nvSpPr>
            <p:cNvPr id="4" name="Rectangle: Single Corner Snipped 3">
              <a:extLst>
                <a:ext uri="{FF2B5EF4-FFF2-40B4-BE49-F238E27FC236}">
                  <a16:creationId xmlns:a16="http://schemas.microsoft.com/office/drawing/2014/main" id="{8F8D8D0B-68E5-45BE-BA48-94FF627272F0}"/>
                </a:ext>
              </a:extLst>
            </p:cNvPr>
            <p:cNvSpPr/>
            <p:nvPr/>
          </p:nvSpPr>
          <p:spPr>
            <a:xfrm flipH="1">
              <a:off x="6052188" y="2545733"/>
              <a:ext cx="1920239" cy="2914656"/>
            </a:xfrm>
            <a:prstGeom prst="snip1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endParaRPr lang="en-US" sz="1695">
                <a:solidFill>
                  <a:schemeClr val="tx1"/>
                </a:solidFill>
              </a:endParaRPr>
            </a:p>
          </p:txBody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2B465CBB-7CEF-4CEE-A5A7-513CC16696F2}"/>
                </a:ext>
              </a:extLst>
            </p:cNvPr>
            <p:cNvSpPr/>
            <p:nvPr/>
          </p:nvSpPr>
          <p:spPr>
            <a:xfrm rot="8141976">
              <a:off x="6092510" y="2678513"/>
              <a:ext cx="415825" cy="222580"/>
            </a:xfrm>
            <a:prstGeom prst="triangle">
              <a:avLst>
                <a:gd name="adj" fmla="val 49225"/>
              </a:avLst>
            </a:prstGeom>
            <a:solidFill>
              <a:schemeClr val="tx1">
                <a:lumMod val="50000"/>
                <a:lumOff val="5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3826137" y="2585512"/>
            <a:ext cx="102556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Review Project XYZZY</a:t>
            </a:r>
          </a:p>
          <a:p>
            <a:pPr algn="ctr"/>
            <a:endParaRPr lang="en-US" sz="1600" dirty="0"/>
          </a:p>
          <a:p>
            <a:pPr algn="ctr"/>
            <a:r>
              <a:rPr lang="en-US" sz="1600" i="1" dirty="0"/>
              <a:t>Card 102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26941" y="2585512"/>
            <a:ext cx="104887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Review Project XYZZY</a:t>
            </a:r>
          </a:p>
          <a:p>
            <a:pPr algn="ctr"/>
            <a:endParaRPr lang="en-US" sz="1600" b="1" dirty="0">
              <a:solidFill>
                <a:schemeClr val="bg1"/>
              </a:solidFill>
            </a:endParaRPr>
          </a:p>
          <a:p>
            <a:pPr algn="ctr"/>
            <a:r>
              <a:rPr lang="en-US" sz="1600" i="1" dirty="0">
                <a:solidFill>
                  <a:schemeClr val="bg1"/>
                </a:solidFill>
              </a:rPr>
              <a:t>Card 102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42566" y="4535133"/>
            <a:ext cx="1644436" cy="6140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95" dirty="0"/>
              <a:t>Front = White (Unreviewed)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6899280" y="4522526"/>
            <a:ext cx="1494942" cy="6140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95" dirty="0"/>
              <a:t>Back = Gray (reviewed)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0FAF510-22F8-4BDF-8E3D-84BD1305B72B}"/>
              </a:ext>
            </a:extLst>
          </p:cNvPr>
          <p:cNvCxnSpPr/>
          <p:nvPr/>
        </p:nvCxnSpPr>
        <p:spPr>
          <a:xfrm>
            <a:off x="6172825" y="2714593"/>
            <a:ext cx="1019735" cy="7267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BC1E5F5-CD79-4AA2-A340-E8164609183C}"/>
              </a:ext>
            </a:extLst>
          </p:cNvPr>
          <p:cNvCxnSpPr>
            <a:cxnSpLocks/>
          </p:cNvCxnSpPr>
          <p:nvPr/>
        </p:nvCxnSpPr>
        <p:spPr>
          <a:xfrm flipH="1">
            <a:off x="4801286" y="2707288"/>
            <a:ext cx="1031066" cy="93529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C5921B5-DF41-4DC4-A7C6-920162E837B6}"/>
              </a:ext>
            </a:extLst>
          </p:cNvPr>
          <p:cNvSpPr txBox="1"/>
          <p:nvPr/>
        </p:nvSpPr>
        <p:spPr>
          <a:xfrm>
            <a:off x="5339115" y="1541215"/>
            <a:ext cx="1326947" cy="1178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12" dirty="0"/>
              <a:t>Text is same on both sides</a:t>
            </a:r>
          </a:p>
          <a:p>
            <a:pPr algn="ctr"/>
            <a:r>
              <a:rPr lang="en-US" sz="1412" dirty="0"/>
              <a:t>(only the color is different)</a:t>
            </a:r>
          </a:p>
        </p:txBody>
      </p:sp>
    </p:spTree>
    <p:extLst>
      <p:ext uri="{BB962C8B-B14F-4D97-AF65-F5344CB8AC3E}">
        <p14:creationId xmlns:p14="http://schemas.microsoft.com/office/powerpoint/2010/main" val="6324908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Rectangle 747"/>
          <p:cNvSpPr/>
          <p:nvPr/>
        </p:nvSpPr>
        <p:spPr>
          <a:xfrm>
            <a:off x="6741459" y="1300095"/>
            <a:ext cx="2653554" cy="4446495"/>
          </a:xfrm>
          <a:prstGeom prst="rect">
            <a:avLst/>
          </a:prstGeom>
          <a:solidFill>
            <a:schemeClr val="bg1">
              <a:lumMod val="8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t">
            <a:noAutofit/>
          </a:bodyPr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Project Review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Quarterly Kamishibai Board</a:t>
            </a:r>
          </a:p>
        </p:txBody>
      </p:sp>
      <p:grpSp>
        <p:nvGrpSpPr>
          <p:cNvPr id="749" name="Group 748"/>
          <p:cNvGrpSpPr/>
          <p:nvPr/>
        </p:nvGrpSpPr>
        <p:grpSpPr>
          <a:xfrm flipH="1">
            <a:off x="6895439" y="3451625"/>
            <a:ext cx="493060" cy="645461"/>
            <a:chOff x="6943724" y="4876800"/>
            <a:chExt cx="523876" cy="685802"/>
          </a:xfrm>
          <a:solidFill>
            <a:schemeClr val="bg1">
              <a:lumMod val="50000"/>
            </a:schemeClr>
          </a:solidFill>
        </p:grpSpPr>
        <p:sp>
          <p:nvSpPr>
            <p:cNvPr id="790" name="Rectangle 27"/>
            <p:cNvSpPr/>
            <p:nvPr/>
          </p:nvSpPr>
          <p:spPr>
            <a:xfrm>
              <a:off x="6943724" y="4876801"/>
              <a:ext cx="523876" cy="685801"/>
            </a:xfrm>
            <a:custGeom>
              <a:avLst/>
              <a:gdLst>
                <a:gd name="connsiteX0" fmla="*/ 0 w 523876"/>
                <a:gd name="connsiteY0" fmla="*/ 0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0 h 685801"/>
                <a:gd name="connsiteX0" fmla="*/ 0 w 523876"/>
                <a:gd name="connsiteY0" fmla="*/ 118533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3876" h="685801">
                  <a:moveTo>
                    <a:pt x="0" y="118533"/>
                  </a:moveTo>
                  <a:cubicBezTo>
                    <a:pt x="54428" y="62088"/>
                    <a:pt x="45963" y="75797"/>
                    <a:pt x="112487" y="0"/>
                  </a:cubicBezTo>
                  <a:lnTo>
                    <a:pt x="523876" y="0"/>
                  </a:lnTo>
                  <a:lnTo>
                    <a:pt x="523876" y="685801"/>
                  </a:lnTo>
                  <a:lnTo>
                    <a:pt x="0" y="685801"/>
                  </a:lnTo>
                  <a:lnTo>
                    <a:pt x="0" y="118533"/>
                  </a:lnTo>
                  <a:close/>
                </a:path>
              </a:pathLst>
            </a:cu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sp>
          <p:nvSpPr>
            <p:cNvPr id="791" name="Isosceles Triangle 790"/>
            <p:cNvSpPr/>
            <p:nvPr/>
          </p:nvSpPr>
          <p:spPr>
            <a:xfrm>
              <a:off x="6953249" y="4876800"/>
              <a:ext cx="107346" cy="114301"/>
            </a:xfrm>
            <a:prstGeom prst="triangle">
              <a:avLst>
                <a:gd name="adj" fmla="val 100000"/>
              </a:avLst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cxnSp>
          <p:nvCxnSpPr>
            <p:cNvPr id="792" name="Straight Connector 791"/>
            <p:cNvCxnSpPr/>
            <p:nvPr/>
          </p:nvCxnSpPr>
          <p:spPr>
            <a:xfrm flipH="1">
              <a:off x="7128510" y="5067302"/>
              <a:ext cx="25146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3" name="Straight Connector 792"/>
            <p:cNvCxnSpPr/>
            <p:nvPr/>
          </p:nvCxnSpPr>
          <p:spPr>
            <a:xfrm flipH="1">
              <a:off x="7075703" y="5143502"/>
              <a:ext cx="304267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4" name="Straight Connector 793"/>
            <p:cNvCxnSpPr/>
            <p:nvPr/>
          </p:nvCxnSpPr>
          <p:spPr>
            <a:xfrm flipH="1">
              <a:off x="7151370" y="5219702"/>
              <a:ext cx="22860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5" name="Straight Connector 794"/>
            <p:cNvCxnSpPr/>
            <p:nvPr/>
          </p:nvCxnSpPr>
          <p:spPr>
            <a:xfrm flipH="1">
              <a:off x="7151370" y="5295902"/>
              <a:ext cx="22860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6" name="Straight Connector 795"/>
            <p:cNvCxnSpPr/>
            <p:nvPr/>
          </p:nvCxnSpPr>
          <p:spPr>
            <a:xfrm flipH="1">
              <a:off x="7128510" y="5372102"/>
              <a:ext cx="25146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50" name="Group 749"/>
          <p:cNvGrpSpPr/>
          <p:nvPr/>
        </p:nvGrpSpPr>
        <p:grpSpPr>
          <a:xfrm flipH="1">
            <a:off x="7512243" y="2017272"/>
            <a:ext cx="493060" cy="645461"/>
            <a:chOff x="6943724" y="4876800"/>
            <a:chExt cx="523876" cy="685802"/>
          </a:xfrm>
          <a:solidFill>
            <a:schemeClr val="bg1">
              <a:lumMod val="50000"/>
            </a:schemeClr>
          </a:solidFill>
        </p:grpSpPr>
        <p:sp>
          <p:nvSpPr>
            <p:cNvPr id="783" name="Rectangle 27"/>
            <p:cNvSpPr/>
            <p:nvPr/>
          </p:nvSpPr>
          <p:spPr>
            <a:xfrm>
              <a:off x="6943724" y="4876801"/>
              <a:ext cx="523876" cy="685801"/>
            </a:xfrm>
            <a:custGeom>
              <a:avLst/>
              <a:gdLst>
                <a:gd name="connsiteX0" fmla="*/ 0 w 523876"/>
                <a:gd name="connsiteY0" fmla="*/ 0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0 h 685801"/>
                <a:gd name="connsiteX0" fmla="*/ 0 w 523876"/>
                <a:gd name="connsiteY0" fmla="*/ 118533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3876" h="685801">
                  <a:moveTo>
                    <a:pt x="0" y="118533"/>
                  </a:moveTo>
                  <a:cubicBezTo>
                    <a:pt x="54428" y="62088"/>
                    <a:pt x="45963" y="75797"/>
                    <a:pt x="112487" y="0"/>
                  </a:cubicBezTo>
                  <a:lnTo>
                    <a:pt x="523876" y="0"/>
                  </a:lnTo>
                  <a:lnTo>
                    <a:pt x="523876" y="685801"/>
                  </a:lnTo>
                  <a:lnTo>
                    <a:pt x="0" y="685801"/>
                  </a:lnTo>
                  <a:lnTo>
                    <a:pt x="0" y="118533"/>
                  </a:lnTo>
                  <a:close/>
                </a:path>
              </a:pathLst>
            </a:cu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sp>
          <p:nvSpPr>
            <p:cNvPr id="784" name="Isosceles Triangle 783"/>
            <p:cNvSpPr/>
            <p:nvPr/>
          </p:nvSpPr>
          <p:spPr>
            <a:xfrm>
              <a:off x="6953249" y="4876800"/>
              <a:ext cx="107346" cy="114301"/>
            </a:xfrm>
            <a:prstGeom prst="triangle">
              <a:avLst>
                <a:gd name="adj" fmla="val 100000"/>
              </a:avLst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cxnSp>
          <p:nvCxnSpPr>
            <p:cNvPr id="785" name="Straight Connector 784"/>
            <p:cNvCxnSpPr/>
            <p:nvPr/>
          </p:nvCxnSpPr>
          <p:spPr>
            <a:xfrm flipH="1">
              <a:off x="7128510" y="5067302"/>
              <a:ext cx="25146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6" name="Straight Connector 785"/>
            <p:cNvCxnSpPr/>
            <p:nvPr/>
          </p:nvCxnSpPr>
          <p:spPr>
            <a:xfrm flipH="1">
              <a:off x="7075703" y="5143502"/>
              <a:ext cx="304267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7" name="Straight Connector 786"/>
            <p:cNvCxnSpPr/>
            <p:nvPr/>
          </p:nvCxnSpPr>
          <p:spPr>
            <a:xfrm flipH="1">
              <a:off x="7151370" y="5219702"/>
              <a:ext cx="22860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8" name="Straight Connector 787"/>
            <p:cNvCxnSpPr/>
            <p:nvPr/>
          </p:nvCxnSpPr>
          <p:spPr>
            <a:xfrm flipH="1">
              <a:off x="7151370" y="5295902"/>
              <a:ext cx="22860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9" name="Straight Connector 788"/>
            <p:cNvCxnSpPr/>
            <p:nvPr/>
          </p:nvCxnSpPr>
          <p:spPr>
            <a:xfrm flipH="1">
              <a:off x="7128510" y="5372102"/>
              <a:ext cx="25146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51" name="Group 750"/>
          <p:cNvGrpSpPr/>
          <p:nvPr/>
        </p:nvGrpSpPr>
        <p:grpSpPr>
          <a:xfrm flipH="1">
            <a:off x="8766941" y="2734448"/>
            <a:ext cx="493060" cy="645461"/>
            <a:chOff x="6943724" y="4876800"/>
            <a:chExt cx="523876" cy="685802"/>
          </a:xfrm>
          <a:solidFill>
            <a:schemeClr val="bg1">
              <a:lumMod val="50000"/>
            </a:schemeClr>
          </a:solidFill>
        </p:grpSpPr>
        <p:sp>
          <p:nvSpPr>
            <p:cNvPr id="776" name="Rectangle 27"/>
            <p:cNvSpPr/>
            <p:nvPr/>
          </p:nvSpPr>
          <p:spPr>
            <a:xfrm>
              <a:off x="6943724" y="4876801"/>
              <a:ext cx="523876" cy="685801"/>
            </a:xfrm>
            <a:custGeom>
              <a:avLst/>
              <a:gdLst>
                <a:gd name="connsiteX0" fmla="*/ 0 w 523876"/>
                <a:gd name="connsiteY0" fmla="*/ 0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0 h 685801"/>
                <a:gd name="connsiteX0" fmla="*/ 0 w 523876"/>
                <a:gd name="connsiteY0" fmla="*/ 118533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3876" h="685801">
                  <a:moveTo>
                    <a:pt x="0" y="118533"/>
                  </a:moveTo>
                  <a:cubicBezTo>
                    <a:pt x="54428" y="62088"/>
                    <a:pt x="45963" y="75797"/>
                    <a:pt x="112487" y="0"/>
                  </a:cubicBezTo>
                  <a:lnTo>
                    <a:pt x="523876" y="0"/>
                  </a:lnTo>
                  <a:lnTo>
                    <a:pt x="523876" y="685801"/>
                  </a:lnTo>
                  <a:lnTo>
                    <a:pt x="0" y="685801"/>
                  </a:lnTo>
                  <a:lnTo>
                    <a:pt x="0" y="118533"/>
                  </a:lnTo>
                  <a:close/>
                </a:path>
              </a:pathLst>
            </a:cu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sp>
          <p:nvSpPr>
            <p:cNvPr id="777" name="Isosceles Triangle 776"/>
            <p:cNvSpPr/>
            <p:nvPr/>
          </p:nvSpPr>
          <p:spPr>
            <a:xfrm>
              <a:off x="6953249" y="4876800"/>
              <a:ext cx="107346" cy="114301"/>
            </a:xfrm>
            <a:prstGeom prst="triangle">
              <a:avLst>
                <a:gd name="adj" fmla="val 100000"/>
              </a:avLst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cxnSp>
          <p:nvCxnSpPr>
            <p:cNvPr id="778" name="Straight Connector 777"/>
            <p:cNvCxnSpPr/>
            <p:nvPr/>
          </p:nvCxnSpPr>
          <p:spPr>
            <a:xfrm flipH="1">
              <a:off x="7128510" y="5067302"/>
              <a:ext cx="25146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9" name="Straight Connector 778"/>
            <p:cNvCxnSpPr/>
            <p:nvPr/>
          </p:nvCxnSpPr>
          <p:spPr>
            <a:xfrm flipH="1">
              <a:off x="7075703" y="5143502"/>
              <a:ext cx="304267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0" name="Straight Connector 779"/>
            <p:cNvCxnSpPr/>
            <p:nvPr/>
          </p:nvCxnSpPr>
          <p:spPr>
            <a:xfrm flipH="1">
              <a:off x="7151370" y="5219702"/>
              <a:ext cx="22860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1" name="Straight Connector 780"/>
            <p:cNvCxnSpPr/>
            <p:nvPr/>
          </p:nvCxnSpPr>
          <p:spPr>
            <a:xfrm flipH="1">
              <a:off x="7151370" y="5295902"/>
              <a:ext cx="22860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2" name="Straight Connector 781"/>
            <p:cNvCxnSpPr/>
            <p:nvPr/>
          </p:nvCxnSpPr>
          <p:spPr>
            <a:xfrm flipH="1">
              <a:off x="7128510" y="5372102"/>
              <a:ext cx="25146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53" name="Group 752"/>
          <p:cNvGrpSpPr/>
          <p:nvPr/>
        </p:nvGrpSpPr>
        <p:grpSpPr>
          <a:xfrm flipH="1">
            <a:off x="8145661" y="3451625"/>
            <a:ext cx="493060" cy="645461"/>
            <a:chOff x="6943724" y="4876800"/>
            <a:chExt cx="523876" cy="685802"/>
          </a:xfrm>
          <a:solidFill>
            <a:schemeClr val="bg1">
              <a:lumMod val="50000"/>
            </a:schemeClr>
          </a:solidFill>
        </p:grpSpPr>
        <p:sp>
          <p:nvSpPr>
            <p:cNvPr id="762" name="Rectangle 27"/>
            <p:cNvSpPr/>
            <p:nvPr/>
          </p:nvSpPr>
          <p:spPr>
            <a:xfrm>
              <a:off x="6943724" y="4876801"/>
              <a:ext cx="523876" cy="685801"/>
            </a:xfrm>
            <a:custGeom>
              <a:avLst/>
              <a:gdLst>
                <a:gd name="connsiteX0" fmla="*/ 0 w 523876"/>
                <a:gd name="connsiteY0" fmla="*/ 0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0 h 685801"/>
                <a:gd name="connsiteX0" fmla="*/ 0 w 523876"/>
                <a:gd name="connsiteY0" fmla="*/ 118533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3876" h="685801">
                  <a:moveTo>
                    <a:pt x="0" y="118533"/>
                  </a:moveTo>
                  <a:cubicBezTo>
                    <a:pt x="54428" y="62088"/>
                    <a:pt x="45963" y="75797"/>
                    <a:pt x="112487" y="0"/>
                  </a:cubicBezTo>
                  <a:lnTo>
                    <a:pt x="523876" y="0"/>
                  </a:lnTo>
                  <a:lnTo>
                    <a:pt x="523876" y="685801"/>
                  </a:lnTo>
                  <a:lnTo>
                    <a:pt x="0" y="685801"/>
                  </a:lnTo>
                  <a:lnTo>
                    <a:pt x="0" y="118533"/>
                  </a:lnTo>
                  <a:close/>
                </a:path>
              </a:pathLst>
            </a:cu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sp>
          <p:nvSpPr>
            <p:cNvPr id="763" name="Isosceles Triangle 762"/>
            <p:cNvSpPr/>
            <p:nvPr/>
          </p:nvSpPr>
          <p:spPr>
            <a:xfrm>
              <a:off x="6953249" y="4876800"/>
              <a:ext cx="107346" cy="114301"/>
            </a:xfrm>
            <a:prstGeom prst="triangle">
              <a:avLst>
                <a:gd name="adj" fmla="val 100000"/>
              </a:avLst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cxnSp>
          <p:nvCxnSpPr>
            <p:cNvPr id="764" name="Straight Connector 763"/>
            <p:cNvCxnSpPr/>
            <p:nvPr/>
          </p:nvCxnSpPr>
          <p:spPr>
            <a:xfrm flipH="1">
              <a:off x="7128510" y="5067302"/>
              <a:ext cx="25146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5" name="Straight Connector 764"/>
            <p:cNvCxnSpPr/>
            <p:nvPr/>
          </p:nvCxnSpPr>
          <p:spPr>
            <a:xfrm flipH="1">
              <a:off x="7075703" y="5143502"/>
              <a:ext cx="304267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6" name="Straight Connector 765"/>
            <p:cNvCxnSpPr/>
            <p:nvPr/>
          </p:nvCxnSpPr>
          <p:spPr>
            <a:xfrm flipH="1">
              <a:off x="7151370" y="5219702"/>
              <a:ext cx="22860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7" name="Straight Connector 766"/>
            <p:cNvCxnSpPr/>
            <p:nvPr/>
          </p:nvCxnSpPr>
          <p:spPr>
            <a:xfrm flipH="1">
              <a:off x="7151370" y="5295902"/>
              <a:ext cx="22860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8" name="Straight Connector 767"/>
            <p:cNvCxnSpPr/>
            <p:nvPr/>
          </p:nvCxnSpPr>
          <p:spPr>
            <a:xfrm flipH="1">
              <a:off x="7128510" y="5372102"/>
              <a:ext cx="25146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54" name="Group 753"/>
          <p:cNvGrpSpPr/>
          <p:nvPr/>
        </p:nvGrpSpPr>
        <p:grpSpPr>
          <a:xfrm flipH="1">
            <a:off x="6893858" y="4885980"/>
            <a:ext cx="493060" cy="645461"/>
            <a:chOff x="6943724" y="4876800"/>
            <a:chExt cx="523876" cy="685802"/>
          </a:xfrm>
          <a:solidFill>
            <a:schemeClr val="bg1">
              <a:lumMod val="50000"/>
            </a:schemeClr>
          </a:solidFill>
        </p:grpSpPr>
        <p:sp>
          <p:nvSpPr>
            <p:cNvPr id="755" name="Rectangle 27"/>
            <p:cNvSpPr/>
            <p:nvPr/>
          </p:nvSpPr>
          <p:spPr>
            <a:xfrm>
              <a:off x="6943724" y="4876801"/>
              <a:ext cx="523876" cy="685801"/>
            </a:xfrm>
            <a:custGeom>
              <a:avLst/>
              <a:gdLst>
                <a:gd name="connsiteX0" fmla="*/ 0 w 523876"/>
                <a:gd name="connsiteY0" fmla="*/ 0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0 h 685801"/>
                <a:gd name="connsiteX0" fmla="*/ 0 w 523876"/>
                <a:gd name="connsiteY0" fmla="*/ 118533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3876" h="685801">
                  <a:moveTo>
                    <a:pt x="0" y="118533"/>
                  </a:moveTo>
                  <a:cubicBezTo>
                    <a:pt x="54428" y="62088"/>
                    <a:pt x="45963" y="75797"/>
                    <a:pt x="112487" y="0"/>
                  </a:cubicBezTo>
                  <a:lnTo>
                    <a:pt x="523876" y="0"/>
                  </a:lnTo>
                  <a:lnTo>
                    <a:pt x="523876" y="685801"/>
                  </a:lnTo>
                  <a:lnTo>
                    <a:pt x="0" y="685801"/>
                  </a:lnTo>
                  <a:lnTo>
                    <a:pt x="0" y="118533"/>
                  </a:lnTo>
                  <a:close/>
                </a:path>
              </a:pathLst>
            </a:cu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sp>
          <p:nvSpPr>
            <p:cNvPr id="756" name="Isosceles Triangle 755"/>
            <p:cNvSpPr/>
            <p:nvPr/>
          </p:nvSpPr>
          <p:spPr>
            <a:xfrm>
              <a:off x="6953249" y="4876800"/>
              <a:ext cx="107346" cy="114301"/>
            </a:xfrm>
            <a:prstGeom prst="triangle">
              <a:avLst>
                <a:gd name="adj" fmla="val 100000"/>
              </a:avLst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cxnSp>
          <p:nvCxnSpPr>
            <p:cNvPr id="757" name="Straight Connector 756"/>
            <p:cNvCxnSpPr/>
            <p:nvPr/>
          </p:nvCxnSpPr>
          <p:spPr>
            <a:xfrm flipH="1">
              <a:off x="7128510" y="5067302"/>
              <a:ext cx="25146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8" name="Straight Connector 757"/>
            <p:cNvCxnSpPr/>
            <p:nvPr/>
          </p:nvCxnSpPr>
          <p:spPr>
            <a:xfrm flipH="1">
              <a:off x="7075703" y="5143502"/>
              <a:ext cx="304267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9" name="Straight Connector 758"/>
            <p:cNvCxnSpPr/>
            <p:nvPr/>
          </p:nvCxnSpPr>
          <p:spPr>
            <a:xfrm flipH="1">
              <a:off x="7151370" y="5219702"/>
              <a:ext cx="22860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0" name="Straight Connector 759"/>
            <p:cNvCxnSpPr/>
            <p:nvPr/>
          </p:nvCxnSpPr>
          <p:spPr>
            <a:xfrm flipH="1">
              <a:off x="7151370" y="5295902"/>
              <a:ext cx="22860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1" name="Straight Connector 760"/>
            <p:cNvCxnSpPr/>
            <p:nvPr/>
          </p:nvCxnSpPr>
          <p:spPr>
            <a:xfrm flipH="1">
              <a:off x="7128510" y="5372102"/>
              <a:ext cx="25146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97" name="Group 796"/>
          <p:cNvGrpSpPr/>
          <p:nvPr/>
        </p:nvGrpSpPr>
        <p:grpSpPr>
          <a:xfrm>
            <a:off x="6899378" y="4168800"/>
            <a:ext cx="493060" cy="645460"/>
            <a:chOff x="6943724" y="4876800"/>
            <a:chExt cx="523876" cy="685802"/>
          </a:xfrm>
        </p:grpSpPr>
        <p:sp>
          <p:nvSpPr>
            <p:cNvPr id="798" name="Rectangle 27"/>
            <p:cNvSpPr/>
            <p:nvPr/>
          </p:nvSpPr>
          <p:spPr>
            <a:xfrm>
              <a:off x="6943724" y="4876801"/>
              <a:ext cx="523876" cy="685801"/>
            </a:xfrm>
            <a:custGeom>
              <a:avLst/>
              <a:gdLst>
                <a:gd name="connsiteX0" fmla="*/ 0 w 523876"/>
                <a:gd name="connsiteY0" fmla="*/ 0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0 h 685801"/>
                <a:gd name="connsiteX0" fmla="*/ 0 w 523876"/>
                <a:gd name="connsiteY0" fmla="*/ 118533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3876" h="685801">
                  <a:moveTo>
                    <a:pt x="0" y="118533"/>
                  </a:moveTo>
                  <a:cubicBezTo>
                    <a:pt x="54428" y="62088"/>
                    <a:pt x="45963" y="75797"/>
                    <a:pt x="112487" y="0"/>
                  </a:cubicBezTo>
                  <a:lnTo>
                    <a:pt x="523876" y="0"/>
                  </a:lnTo>
                  <a:lnTo>
                    <a:pt x="523876" y="685801"/>
                  </a:lnTo>
                  <a:lnTo>
                    <a:pt x="0" y="685801"/>
                  </a:lnTo>
                  <a:lnTo>
                    <a:pt x="0" y="118533"/>
                  </a:lnTo>
                  <a:close/>
                </a:path>
              </a:pathLst>
            </a:cu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sp>
          <p:nvSpPr>
            <p:cNvPr id="799" name="Isosceles Triangle 798"/>
            <p:cNvSpPr/>
            <p:nvPr/>
          </p:nvSpPr>
          <p:spPr>
            <a:xfrm>
              <a:off x="6953249" y="4876800"/>
              <a:ext cx="107346" cy="114301"/>
            </a:xfrm>
            <a:prstGeom prst="triangle">
              <a:avLst>
                <a:gd name="adj" fmla="val 100000"/>
              </a:avLst>
            </a:prstGeom>
            <a:solidFill>
              <a:schemeClr val="bg1">
                <a:lumMod val="5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cxnSp>
          <p:nvCxnSpPr>
            <p:cNvPr id="800" name="Straight Connector 799"/>
            <p:cNvCxnSpPr/>
            <p:nvPr/>
          </p:nvCxnSpPr>
          <p:spPr>
            <a:xfrm flipH="1">
              <a:off x="7075170" y="5067302"/>
              <a:ext cx="25146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1" name="Straight Connector 800"/>
            <p:cNvCxnSpPr/>
            <p:nvPr/>
          </p:nvCxnSpPr>
          <p:spPr>
            <a:xfrm flipH="1">
              <a:off x="7075703" y="5143502"/>
              <a:ext cx="304267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2" name="Straight Connector 801"/>
            <p:cNvCxnSpPr/>
            <p:nvPr/>
          </p:nvCxnSpPr>
          <p:spPr>
            <a:xfrm flipH="1">
              <a:off x="7075170" y="5219702"/>
              <a:ext cx="22860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3" name="Straight Connector 802"/>
            <p:cNvCxnSpPr/>
            <p:nvPr/>
          </p:nvCxnSpPr>
          <p:spPr>
            <a:xfrm flipH="1">
              <a:off x="7075170" y="5295902"/>
              <a:ext cx="22860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4" name="Straight Connector 803"/>
            <p:cNvCxnSpPr/>
            <p:nvPr/>
          </p:nvCxnSpPr>
          <p:spPr>
            <a:xfrm flipH="1">
              <a:off x="7075170" y="5372102"/>
              <a:ext cx="25146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05" name="Group 804"/>
          <p:cNvGrpSpPr/>
          <p:nvPr/>
        </p:nvGrpSpPr>
        <p:grpSpPr>
          <a:xfrm>
            <a:off x="6900959" y="2734449"/>
            <a:ext cx="493060" cy="645460"/>
            <a:chOff x="6943724" y="4876800"/>
            <a:chExt cx="523876" cy="685802"/>
          </a:xfrm>
        </p:grpSpPr>
        <p:sp>
          <p:nvSpPr>
            <p:cNvPr id="806" name="Rectangle 27"/>
            <p:cNvSpPr/>
            <p:nvPr/>
          </p:nvSpPr>
          <p:spPr>
            <a:xfrm>
              <a:off x="6943724" y="4876801"/>
              <a:ext cx="523876" cy="685801"/>
            </a:xfrm>
            <a:custGeom>
              <a:avLst/>
              <a:gdLst>
                <a:gd name="connsiteX0" fmla="*/ 0 w 523876"/>
                <a:gd name="connsiteY0" fmla="*/ 0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0 h 685801"/>
                <a:gd name="connsiteX0" fmla="*/ 0 w 523876"/>
                <a:gd name="connsiteY0" fmla="*/ 118533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3876" h="685801">
                  <a:moveTo>
                    <a:pt x="0" y="118533"/>
                  </a:moveTo>
                  <a:cubicBezTo>
                    <a:pt x="54428" y="62088"/>
                    <a:pt x="45963" y="75797"/>
                    <a:pt x="112487" y="0"/>
                  </a:cubicBezTo>
                  <a:lnTo>
                    <a:pt x="523876" y="0"/>
                  </a:lnTo>
                  <a:lnTo>
                    <a:pt x="523876" y="685801"/>
                  </a:lnTo>
                  <a:lnTo>
                    <a:pt x="0" y="685801"/>
                  </a:lnTo>
                  <a:lnTo>
                    <a:pt x="0" y="118533"/>
                  </a:lnTo>
                  <a:close/>
                </a:path>
              </a:pathLst>
            </a:cu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sp>
          <p:nvSpPr>
            <p:cNvPr id="807" name="Isosceles Triangle 806"/>
            <p:cNvSpPr/>
            <p:nvPr/>
          </p:nvSpPr>
          <p:spPr>
            <a:xfrm>
              <a:off x="6953249" y="4876800"/>
              <a:ext cx="107346" cy="114301"/>
            </a:xfrm>
            <a:prstGeom prst="triangle">
              <a:avLst>
                <a:gd name="adj" fmla="val 100000"/>
              </a:avLst>
            </a:prstGeom>
            <a:solidFill>
              <a:schemeClr val="bg1">
                <a:lumMod val="5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cxnSp>
          <p:nvCxnSpPr>
            <p:cNvPr id="808" name="Straight Connector 807"/>
            <p:cNvCxnSpPr/>
            <p:nvPr/>
          </p:nvCxnSpPr>
          <p:spPr>
            <a:xfrm flipH="1">
              <a:off x="7075170" y="5067302"/>
              <a:ext cx="25146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9" name="Straight Connector 808"/>
            <p:cNvCxnSpPr/>
            <p:nvPr/>
          </p:nvCxnSpPr>
          <p:spPr>
            <a:xfrm flipH="1">
              <a:off x="7075703" y="5143502"/>
              <a:ext cx="304267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0" name="Straight Connector 809"/>
            <p:cNvCxnSpPr/>
            <p:nvPr/>
          </p:nvCxnSpPr>
          <p:spPr>
            <a:xfrm flipH="1">
              <a:off x="7075170" y="5219702"/>
              <a:ext cx="22860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1" name="Straight Connector 810"/>
            <p:cNvCxnSpPr/>
            <p:nvPr/>
          </p:nvCxnSpPr>
          <p:spPr>
            <a:xfrm flipH="1">
              <a:off x="7075170" y="5295902"/>
              <a:ext cx="22860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2" name="Straight Connector 811"/>
            <p:cNvCxnSpPr/>
            <p:nvPr/>
          </p:nvCxnSpPr>
          <p:spPr>
            <a:xfrm flipH="1">
              <a:off x="7075170" y="5372102"/>
              <a:ext cx="25146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13" name="Group 812"/>
          <p:cNvGrpSpPr/>
          <p:nvPr/>
        </p:nvGrpSpPr>
        <p:grpSpPr>
          <a:xfrm>
            <a:off x="6901750" y="2017271"/>
            <a:ext cx="493060" cy="645460"/>
            <a:chOff x="6943724" y="4876800"/>
            <a:chExt cx="523876" cy="685802"/>
          </a:xfrm>
        </p:grpSpPr>
        <p:sp>
          <p:nvSpPr>
            <p:cNvPr id="814" name="Rectangle 27"/>
            <p:cNvSpPr/>
            <p:nvPr/>
          </p:nvSpPr>
          <p:spPr>
            <a:xfrm>
              <a:off x="6943724" y="4876801"/>
              <a:ext cx="523876" cy="685801"/>
            </a:xfrm>
            <a:custGeom>
              <a:avLst/>
              <a:gdLst>
                <a:gd name="connsiteX0" fmla="*/ 0 w 523876"/>
                <a:gd name="connsiteY0" fmla="*/ 0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0 h 685801"/>
                <a:gd name="connsiteX0" fmla="*/ 0 w 523876"/>
                <a:gd name="connsiteY0" fmla="*/ 118533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3876" h="685801">
                  <a:moveTo>
                    <a:pt x="0" y="118533"/>
                  </a:moveTo>
                  <a:cubicBezTo>
                    <a:pt x="54428" y="62088"/>
                    <a:pt x="45963" y="75797"/>
                    <a:pt x="112487" y="0"/>
                  </a:cubicBezTo>
                  <a:lnTo>
                    <a:pt x="523876" y="0"/>
                  </a:lnTo>
                  <a:lnTo>
                    <a:pt x="523876" y="685801"/>
                  </a:lnTo>
                  <a:lnTo>
                    <a:pt x="0" y="685801"/>
                  </a:lnTo>
                  <a:lnTo>
                    <a:pt x="0" y="118533"/>
                  </a:lnTo>
                  <a:close/>
                </a:path>
              </a:pathLst>
            </a:cu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sp>
          <p:nvSpPr>
            <p:cNvPr id="815" name="Isosceles Triangle 814"/>
            <p:cNvSpPr/>
            <p:nvPr/>
          </p:nvSpPr>
          <p:spPr>
            <a:xfrm>
              <a:off x="6953249" y="4876800"/>
              <a:ext cx="107346" cy="114301"/>
            </a:xfrm>
            <a:prstGeom prst="triangle">
              <a:avLst>
                <a:gd name="adj" fmla="val 100000"/>
              </a:avLst>
            </a:prstGeom>
            <a:solidFill>
              <a:schemeClr val="bg1">
                <a:lumMod val="5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cxnSp>
          <p:nvCxnSpPr>
            <p:cNvPr id="816" name="Straight Connector 815"/>
            <p:cNvCxnSpPr/>
            <p:nvPr/>
          </p:nvCxnSpPr>
          <p:spPr>
            <a:xfrm flipH="1">
              <a:off x="7075170" y="5067302"/>
              <a:ext cx="25146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7" name="Straight Connector 816"/>
            <p:cNvCxnSpPr/>
            <p:nvPr/>
          </p:nvCxnSpPr>
          <p:spPr>
            <a:xfrm flipH="1">
              <a:off x="7075703" y="5143502"/>
              <a:ext cx="304267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8" name="Straight Connector 817"/>
            <p:cNvCxnSpPr/>
            <p:nvPr/>
          </p:nvCxnSpPr>
          <p:spPr>
            <a:xfrm flipH="1">
              <a:off x="7075170" y="5219702"/>
              <a:ext cx="22860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9" name="Straight Connector 818"/>
            <p:cNvCxnSpPr/>
            <p:nvPr/>
          </p:nvCxnSpPr>
          <p:spPr>
            <a:xfrm flipH="1">
              <a:off x="7075170" y="5295902"/>
              <a:ext cx="22860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0" name="Straight Connector 819"/>
            <p:cNvCxnSpPr/>
            <p:nvPr/>
          </p:nvCxnSpPr>
          <p:spPr>
            <a:xfrm flipH="1">
              <a:off x="7075170" y="5372102"/>
              <a:ext cx="25146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21" name="Rectangle 820"/>
          <p:cNvSpPr/>
          <p:nvPr/>
        </p:nvSpPr>
        <p:spPr>
          <a:xfrm>
            <a:off x="6840355" y="1945553"/>
            <a:ext cx="609600" cy="753035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695" dirty="0"/>
          </a:p>
        </p:txBody>
      </p:sp>
      <p:sp>
        <p:nvSpPr>
          <p:cNvPr id="822" name="Rectangle 821"/>
          <p:cNvSpPr/>
          <p:nvPr/>
        </p:nvSpPr>
        <p:spPr>
          <a:xfrm>
            <a:off x="6835835" y="3406800"/>
            <a:ext cx="609600" cy="753035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695" dirty="0"/>
          </a:p>
        </p:txBody>
      </p:sp>
      <p:grpSp>
        <p:nvGrpSpPr>
          <p:cNvPr id="823" name="Group 822"/>
          <p:cNvGrpSpPr/>
          <p:nvPr/>
        </p:nvGrpSpPr>
        <p:grpSpPr>
          <a:xfrm>
            <a:off x="7521454" y="4885978"/>
            <a:ext cx="493060" cy="645460"/>
            <a:chOff x="6943724" y="4876800"/>
            <a:chExt cx="523876" cy="685802"/>
          </a:xfrm>
        </p:grpSpPr>
        <p:sp>
          <p:nvSpPr>
            <p:cNvPr id="824" name="Rectangle 27"/>
            <p:cNvSpPr/>
            <p:nvPr/>
          </p:nvSpPr>
          <p:spPr>
            <a:xfrm>
              <a:off x="6943724" y="4876801"/>
              <a:ext cx="523876" cy="685801"/>
            </a:xfrm>
            <a:custGeom>
              <a:avLst/>
              <a:gdLst>
                <a:gd name="connsiteX0" fmla="*/ 0 w 523876"/>
                <a:gd name="connsiteY0" fmla="*/ 0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0 h 685801"/>
                <a:gd name="connsiteX0" fmla="*/ 0 w 523876"/>
                <a:gd name="connsiteY0" fmla="*/ 118533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3876" h="685801">
                  <a:moveTo>
                    <a:pt x="0" y="118533"/>
                  </a:moveTo>
                  <a:cubicBezTo>
                    <a:pt x="54428" y="62088"/>
                    <a:pt x="45963" y="75797"/>
                    <a:pt x="112487" y="0"/>
                  </a:cubicBezTo>
                  <a:lnTo>
                    <a:pt x="523876" y="0"/>
                  </a:lnTo>
                  <a:lnTo>
                    <a:pt x="523876" y="685801"/>
                  </a:lnTo>
                  <a:lnTo>
                    <a:pt x="0" y="685801"/>
                  </a:lnTo>
                  <a:lnTo>
                    <a:pt x="0" y="118533"/>
                  </a:lnTo>
                  <a:close/>
                </a:path>
              </a:pathLst>
            </a:cu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sp>
          <p:nvSpPr>
            <p:cNvPr id="825" name="Isosceles Triangle 824"/>
            <p:cNvSpPr/>
            <p:nvPr/>
          </p:nvSpPr>
          <p:spPr>
            <a:xfrm>
              <a:off x="6953249" y="4876800"/>
              <a:ext cx="107346" cy="114301"/>
            </a:xfrm>
            <a:prstGeom prst="triangle">
              <a:avLst>
                <a:gd name="adj" fmla="val 100000"/>
              </a:avLst>
            </a:prstGeom>
            <a:solidFill>
              <a:schemeClr val="bg1">
                <a:lumMod val="5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cxnSp>
          <p:nvCxnSpPr>
            <p:cNvPr id="826" name="Straight Connector 825"/>
            <p:cNvCxnSpPr/>
            <p:nvPr/>
          </p:nvCxnSpPr>
          <p:spPr>
            <a:xfrm flipH="1">
              <a:off x="7075170" y="5067302"/>
              <a:ext cx="25146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7" name="Straight Connector 826"/>
            <p:cNvCxnSpPr/>
            <p:nvPr/>
          </p:nvCxnSpPr>
          <p:spPr>
            <a:xfrm flipH="1">
              <a:off x="7075703" y="5143502"/>
              <a:ext cx="304267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8" name="Straight Connector 827"/>
            <p:cNvCxnSpPr/>
            <p:nvPr/>
          </p:nvCxnSpPr>
          <p:spPr>
            <a:xfrm flipH="1">
              <a:off x="7075170" y="5219702"/>
              <a:ext cx="22860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9" name="Straight Connector 828"/>
            <p:cNvCxnSpPr/>
            <p:nvPr/>
          </p:nvCxnSpPr>
          <p:spPr>
            <a:xfrm flipH="1">
              <a:off x="7075170" y="5295902"/>
              <a:ext cx="22860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0" name="Straight Connector 829"/>
            <p:cNvCxnSpPr/>
            <p:nvPr/>
          </p:nvCxnSpPr>
          <p:spPr>
            <a:xfrm flipH="1">
              <a:off x="7075170" y="5372102"/>
              <a:ext cx="25146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39" name="Group 838"/>
          <p:cNvGrpSpPr/>
          <p:nvPr/>
        </p:nvGrpSpPr>
        <p:grpSpPr>
          <a:xfrm>
            <a:off x="7522245" y="4168800"/>
            <a:ext cx="493060" cy="645460"/>
            <a:chOff x="6943724" y="4876800"/>
            <a:chExt cx="523876" cy="685802"/>
          </a:xfrm>
        </p:grpSpPr>
        <p:sp>
          <p:nvSpPr>
            <p:cNvPr id="840" name="Rectangle 27"/>
            <p:cNvSpPr/>
            <p:nvPr/>
          </p:nvSpPr>
          <p:spPr>
            <a:xfrm>
              <a:off x="6943724" y="4876801"/>
              <a:ext cx="523876" cy="685801"/>
            </a:xfrm>
            <a:custGeom>
              <a:avLst/>
              <a:gdLst>
                <a:gd name="connsiteX0" fmla="*/ 0 w 523876"/>
                <a:gd name="connsiteY0" fmla="*/ 0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0 h 685801"/>
                <a:gd name="connsiteX0" fmla="*/ 0 w 523876"/>
                <a:gd name="connsiteY0" fmla="*/ 118533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3876" h="685801">
                  <a:moveTo>
                    <a:pt x="0" y="118533"/>
                  </a:moveTo>
                  <a:cubicBezTo>
                    <a:pt x="54428" y="62088"/>
                    <a:pt x="45963" y="75797"/>
                    <a:pt x="112487" y="0"/>
                  </a:cubicBezTo>
                  <a:lnTo>
                    <a:pt x="523876" y="0"/>
                  </a:lnTo>
                  <a:lnTo>
                    <a:pt x="523876" y="685801"/>
                  </a:lnTo>
                  <a:lnTo>
                    <a:pt x="0" y="685801"/>
                  </a:lnTo>
                  <a:lnTo>
                    <a:pt x="0" y="118533"/>
                  </a:lnTo>
                  <a:close/>
                </a:path>
              </a:pathLst>
            </a:cu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sp>
          <p:nvSpPr>
            <p:cNvPr id="841" name="Isosceles Triangle 840"/>
            <p:cNvSpPr/>
            <p:nvPr/>
          </p:nvSpPr>
          <p:spPr>
            <a:xfrm>
              <a:off x="6953249" y="4876800"/>
              <a:ext cx="107346" cy="114301"/>
            </a:xfrm>
            <a:prstGeom prst="triangle">
              <a:avLst>
                <a:gd name="adj" fmla="val 100000"/>
              </a:avLst>
            </a:prstGeom>
            <a:solidFill>
              <a:schemeClr val="bg1">
                <a:lumMod val="5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cxnSp>
          <p:nvCxnSpPr>
            <p:cNvPr id="842" name="Straight Connector 841"/>
            <p:cNvCxnSpPr/>
            <p:nvPr/>
          </p:nvCxnSpPr>
          <p:spPr>
            <a:xfrm flipH="1">
              <a:off x="7075170" y="5067302"/>
              <a:ext cx="25146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3" name="Straight Connector 842"/>
            <p:cNvCxnSpPr/>
            <p:nvPr/>
          </p:nvCxnSpPr>
          <p:spPr>
            <a:xfrm flipH="1">
              <a:off x="7075703" y="5143502"/>
              <a:ext cx="304267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4" name="Straight Connector 843"/>
            <p:cNvCxnSpPr/>
            <p:nvPr/>
          </p:nvCxnSpPr>
          <p:spPr>
            <a:xfrm flipH="1">
              <a:off x="7075170" y="5219702"/>
              <a:ext cx="22860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5" name="Straight Connector 844"/>
            <p:cNvCxnSpPr/>
            <p:nvPr/>
          </p:nvCxnSpPr>
          <p:spPr>
            <a:xfrm flipH="1">
              <a:off x="7075170" y="5295902"/>
              <a:ext cx="22860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6" name="Straight Connector 845"/>
            <p:cNvCxnSpPr/>
            <p:nvPr/>
          </p:nvCxnSpPr>
          <p:spPr>
            <a:xfrm flipH="1">
              <a:off x="7075170" y="5372102"/>
              <a:ext cx="25146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7" name="Group 846"/>
          <p:cNvGrpSpPr/>
          <p:nvPr/>
        </p:nvGrpSpPr>
        <p:grpSpPr>
          <a:xfrm>
            <a:off x="8145110" y="4168800"/>
            <a:ext cx="493060" cy="645460"/>
            <a:chOff x="6943724" y="4876800"/>
            <a:chExt cx="523876" cy="685802"/>
          </a:xfrm>
        </p:grpSpPr>
        <p:sp>
          <p:nvSpPr>
            <p:cNvPr id="848" name="Rectangle 27"/>
            <p:cNvSpPr/>
            <p:nvPr/>
          </p:nvSpPr>
          <p:spPr>
            <a:xfrm>
              <a:off x="6943724" y="4876801"/>
              <a:ext cx="523876" cy="685801"/>
            </a:xfrm>
            <a:custGeom>
              <a:avLst/>
              <a:gdLst>
                <a:gd name="connsiteX0" fmla="*/ 0 w 523876"/>
                <a:gd name="connsiteY0" fmla="*/ 0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0 h 685801"/>
                <a:gd name="connsiteX0" fmla="*/ 0 w 523876"/>
                <a:gd name="connsiteY0" fmla="*/ 118533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3876" h="685801">
                  <a:moveTo>
                    <a:pt x="0" y="118533"/>
                  </a:moveTo>
                  <a:cubicBezTo>
                    <a:pt x="54428" y="62088"/>
                    <a:pt x="45963" y="75797"/>
                    <a:pt x="112487" y="0"/>
                  </a:cubicBezTo>
                  <a:lnTo>
                    <a:pt x="523876" y="0"/>
                  </a:lnTo>
                  <a:lnTo>
                    <a:pt x="523876" y="685801"/>
                  </a:lnTo>
                  <a:lnTo>
                    <a:pt x="0" y="685801"/>
                  </a:lnTo>
                  <a:lnTo>
                    <a:pt x="0" y="118533"/>
                  </a:lnTo>
                  <a:close/>
                </a:path>
              </a:pathLst>
            </a:cu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sp>
          <p:nvSpPr>
            <p:cNvPr id="849" name="Isosceles Triangle 848"/>
            <p:cNvSpPr/>
            <p:nvPr/>
          </p:nvSpPr>
          <p:spPr>
            <a:xfrm>
              <a:off x="6953249" y="4876800"/>
              <a:ext cx="107346" cy="114301"/>
            </a:xfrm>
            <a:prstGeom prst="triangle">
              <a:avLst>
                <a:gd name="adj" fmla="val 100000"/>
              </a:avLst>
            </a:prstGeom>
            <a:solidFill>
              <a:schemeClr val="bg1">
                <a:lumMod val="5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cxnSp>
          <p:nvCxnSpPr>
            <p:cNvPr id="850" name="Straight Connector 849"/>
            <p:cNvCxnSpPr/>
            <p:nvPr/>
          </p:nvCxnSpPr>
          <p:spPr>
            <a:xfrm flipH="1">
              <a:off x="7075170" y="5067302"/>
              <a:ext cx="25146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1" name="Straight Connector 850"/>
            <p:cNvCxnSpPr/>
            <p:nvPr/>
          </p:nvCxnSpPr>
          <p:spPr>
            <a:xfrm flipH="1">
              <a:off x="7075703" y="5143502"/>
              <a:ext cx="304267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2" name="Straight Connector 851"/>
            <p:cNvCxnSpPr/>
            <p:nvPr/>
          </p:nvCxnSpPr>
          <p:spPr>
            <a:xfrm flipH="1">
              <a:off x="7075170" y="5219702"/>
              <a:ext cx="22860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3" name="Straight Connector 852"/>
            <p:cNvCxnSpPr/>
            <p:nvPr/>
          </p:nvCxnSpPr>
          <p:spPr>
            <a:xfrm flipH="1">
              <a:off x="7075170" y="5295902"/>
              <a:ext cx="22860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4" name="Straight Connector 853"/>
            <p:cNvCxnSpPr/>
            <p:nvPr/>
          </p:nvCxnSpPr>
          <p:spPr>
            <a:xfrm flipH="1">
              <a:off x="7075170" y="5372102"/>
              <a:ext cx="25146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5" name="Group 854"/>
          <p:cNvGrpSpPr/>
          <p:nvPr/>
        </p:nvGrpSpPr>
        <p:grpSpPr>
          <a:xfrm>
            <a:off x="8767975" y="4168800"/>
            <a:ext cx="493060" cy="645460"/>
            <a:chOff x="6943724" y="4876800"/>
            <a:chExt cx="523876" cy="685802"/>
          </a:xfrm>
        </p:grpSpPr>
        <p:sp>
          <p:nvSpPr>
            <p:cNvPr id="856" name="Rectangle 27"/>
            <p:cNvSpPr/>
            <p:nvPr/>
          </p:nvSpPr>
          <p:spPr>
            <a:xfrm>
              <a:off x="6943724" y="4876801"/>
              <a:ext cx="523876" cy="685801"/>
            </a:xfrm>
            <a:custGeom>
              <a:avLst/>
              <a:gdLst>
                <a:gd name="connsiteX0" fmla="*/ 0 w 523876"/>
                <a:gd name="connsiteY0" fmla="*/ 0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0 h 685801"/>
                <a:gd name="connsiteX0" fmla="*/ 0 w 523876"/>
                <a:gd name="connsiteY0" fmla="*/ 118533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3876" h="685801">
                  <a:moveTo>
                    <a:pt x="0" y="118533"/>
                  </a:moveTo>
                  <a:cubicBezTo>
                    <a:pt x="54428" y="62088"/>
                    <a:pt x="45963" y="75797"/>
                    <a:pt x="112487" y="0"/>
                  </a:cubicBezTo>
                  <a:lnTo>
                    <a:pt x="523876" y="0"/>
                  </a:lnTo>
                  <a:lnTo>
                    <a:pt x="523876" y="685801"/>
                  </a:lnTo>
                  <a:lnTo>
                    <a:pt x="0" y="685801"/>
                  </a:lnTo>
                  <a:lnTo>
                    <a:pt x="0" y="118533"/>
                  </a:lnTo>
                  <a:close/>
                </a:path>
              </a:pathLst>
            </a:cu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sp>
          <p:nvSpPr>
            <p:cNvPr id="857" name="Isosceles Triangle 856"/>
            <p:cNvSpPr/>
            <p:nvPr/>
          </p:nvSpPr>
          <p:spPr>
            <a:xfrm>
              <a:off x="6953249" y="4876800"/>
              <a:ext cx="107346" cy="114301"/>
            </a:xfrm>
            <a:prstGeom prst="triangle">
              <a:avLst>
                <a:gd name="adj" fmla="val 100000"/>
              </a:avLst>
            </a:prstGeom>
            <a:solidFill>
              <a:schemeClr val="bg1">
                <a:lumMod val="5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cxnSp>
          <p:nvCxnSpPr>
            <p:cNvPr id="858" name="Straight Connector 857"/>
            <p:cNvCxnSpPr/>
            <p:nvPr/>
          </p:nvCxnSpPr>
          <p:spPr>
            <a:xfrm flipH="1">
              <a:off x="7075170" y="5067302"/>
              <a:ext cx="25146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9" name="Straight Connector 858"/>
            <p:cNvCxnSpPr/>
            <p:nvPr/>
          </p:nvCxnSpPr>
          <p:spPr>
            <a:xfrm flipH="1">
              <a:off x="7075703" y="5143502"/>
              <a:ext cx="304267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0" name="Straight Connector 859"/>
            <p:cNvCxnSpPr/>
            <p:nvPr/>
          </p:nvCxnSpPr>
          <p:spPr>
            <a:xfrm flipH="1">
              <a:off x="7075170" y="5219702"/>
              <a:ext cx="22860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1" name="Straight Connector 860"/>
            <p:cNvCxnSpPr/>
            <p:nvPr/>
          </p:nvCxnSpPr>
          <p:spPr>
            <a:xfrm flipH="1">
              <a:off x="7075170" y="5295902"/>
              <a:ext cx="22860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2" name="Straight Connector 861"/>
            <p:cNvCxnSpPr/>
            <p:nvPr/>
          </p:nvCxnSpPr>
          <p:spPr>
            <a:xfrm flipH="1">
              <a:off x="7075170" y="5372102"/>
              <a:ext cx="25146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63" name="Group 862"/>
          <p:cNvGrpSpPr/>
          <p:nvPr/>
        </p:nvGrpSpPr>
        <p:grpSpPr>
          <a:xfrm>
            <a:off x="7523034" y="3451624"/>
            <a:ext cx="493060" cy="645460"/>
            <a:chOff x="6943724" y="4876800"/>
            <a:chExt cx="523876" cy="685802"/>
          </a:xfrm>
        </p:grpSpPr>
        <p:sp>
          <p:nvSpPr>
            <p:cNvPr id="864" name="Rectangle 27"/>
            <p:cNvSpPr/>
            <p:nvPr/>
          </p:nvSpPr>
          <p:spPr>
            <a:xfrm>
              <a:off x="6943724" y="4876801"/>
              <a:ext cx="523876" cy="685801"/>
            </a:xfrm>
            <a:custGeom>
              <a:avLst/>
              <a:gdLst>
                <a:gd name="connsiteX0" fmla="*/ 0 w 523876"/>
                <a:gd name="connsiteY0" fmla="*/ 0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0 h 685801"/>
                <a:gd name="connsiteX0" fmla="*/ 0 w 523876"/>
                <a:gd name="connsiteY0" fmla="*/ 118533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3876" h="685801">
                  <a:moveTo>
                    <a:pt x="0" y="118533"/>
                  </a:moveTo>
                  <a:cubicBezTo>
                    <a:pt x="54428" y="62088"/>
                    <a:pt x="45963" y="75797"/>
                    <a:pt x="112487" y="0"/>
                  </a:cubicBezTo>
                  <a:lnTo>
                    <a:pt x="523876" y="0"/>
                  </a:lnTo>
                  <a:lnTo>
                    <a:pt x="523876" y="685801"/>
                  </a:lnTo>
                  <a:lnTo>
                    <a:pt x="0" y="685801"/>
                  </a:lnTo>
                  <a:lnTo>
                    <a:pt x="0" y="118533"/>
                  </a:lnTo>
                  <a:close/>
                </a:path>
              </a:pathLst>
            </a:cu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sp>
          <p:nvSpPr>
            <p:cNvPr id="865" name="Isosceles Triangle 864"/>
            <p:cNvSpPr/>
            <p:nvPr/>
          </p:nvSpPr>
          <p:spPr>
            <a:xfrm>
              <a:off x="6953249" y="4876800"/>
              <a:ext cx="107346" cy="114301"/>
            </a:xfrm>
            <a:prstGeom prst="triangle">
              <a:avLst>
                <a:gd name="adj" fmla="val 100000"/>
              </a:avLst>
            </a:prstGeom>
            <a:solidFill>
              <a:schemeClr val="bg1">
                <a:lumMod val="5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cxnSp>
          <p:nvCxnSpPr>
            <p:cNvPr id="866" name="Straight Connector 865"/>
            <p:cNvCxnSpPr/>
            <p:nvPr/>
          </p:nvCxnSpPr>
          <p:spPr>
            <a:xfrm flipH="1">
              <a:off x="7075170" y="5067302"/>
              <a:ext cx="25146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7" name="Straight Connector 866"/>
            <p:cNvCxnSpPr/>
            <p:nvPr/>
          </p:nvCxnSpPr>
          <p:spPr>
            <a:xfrm flipH="1">
              <a:off x="7075703" y="5143502"/>
              <a:ext cx="304267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8" name="Straight Connector 867"/>
            <p:cNvCxnSpPr/>
            <p:nvPr/>
          </p:nvCxnSpPr>
          <p:spPr>
            <a:xfrm flipH="1">
              <a:off x="7075170" y="5219702"/>
              <a:ext cx="22860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9" name="Straight Connector 868"/>
            <p:cNvCxnSpPr/>
            <p:nvPr/>
          </p:nvCxnSpPr>
          <p:spPr>
            <a:xfrm flipH="1">
              <a:off x="7075170" y="5295902"/>
              <a:ext cx="22860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0" name="Straight Connector 869"/>
            <p:cNvCxnSpPr/>
            <p:nvPr/>
          </p:nvCxnSpPr>
          <p:spPr>
            <a:xfrm flipH="1">
              <a:off x="7075170" y="5372102"/>
              <a:ext cx="25146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71" name="Group 870"/>
          <p:cNvGrpSpPr/>
          <p:nvPr/>
        </p:nvGrpSpPr>
        <p:grpSpPr>
          <a:xfrm>
            <a:off x="8768766" y="3451624"/>
            <a:ext cx="493060" cy="645460"/>
            <a:chOff x="6943724" y="4876800"/>
            <a:chExt cx="523876" cy="685802"/>
          </a:xfrm>
        </p:grpSpPr>
        <p:sp>
          <p:nvSpPr>
            <p:cNvPr id="872" name="Rectangle 27"/>
            <p:cNvSpPr/>
            <p:nvPr/>
          </p:nvSpPr>
          <p:spPr>
            <a:xfrm>
              <a:off x="6943724" y="4876801"/>
              <a:ext cx="523876" cy="685801"/>
            </a:xfrm>
            <a:custGeom>
              <a:avLst/>
              <a:gdLst>
                <a:gd name="connsiteX0" fmla="*/ 0 w 523876"/>
                <a:gd name="connsiteY0" fmla="*/ 0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0 h 685801"/>
                <a:gd name="connsiteX0" fmla="*/ 0 w 523876"/>
                <a:gd name="connsiteY0" fmla="*/ 118533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3876" h="685801">
                  <a:moveTo>
                    <a:pt x="0" y="118533"/>
                  </a:moveTo>
                  <a:cubicBezTo>
                    <a:pt x="54428" y="62088"/>
                    <a:pt x="45963" y="75797"/>
                    <a:pt x="112487" y="0"/>
                  </a:cubicBezTo>
                  <a:lnTo>
                    <a:pt x="523876" y="0"/>
                  </a:lnTo>
                  <a:lnTo>
                    <a:pt x="523876" y="685801"/>
                  </a:lnTo>
                  <a:lnTo>
                    <a:pt x="0" y="685801"/>
                  </a:lnTo>
                  <a:lnTo>
                    <a:pt x="0" y="118533"/>
                  </a:lnTo>
                  <a:close/>
                </a:path>
              </a:pathLst>
            </a:cu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sp>
          <p:nvSpPr>
            <p:cNvPr id="873" name="Isosceles Triangle 872"/>
            <p:cNvSpPr/>
            <p:nvPr/>
          </p:nvSpPr>
          <p:spPr>
            <a:xfrm>
              <a:off x="6953249" y="4876800"/>
              <a:ext cx="107346" cy="114301"/>
            </a:xfrm>
            <a:prstGeom prst="triangle">
              <a:avLst>
                <a:gd name="adj" fmla="val 100000"/>
              </a:avLst>
            </a:prstGeom>
            <a:solidFill>
              <a:schemeClr val="bg1">
                <a:lumMod val="5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cxnSp>
          <p:nvCxnSpPr>
            <p:cNvPr id="874" name="Straight Connector 873"/>
            <p:cNvCxnSpPr/>
            <p:nvPr/>
          </p:nvCxnSpPr>
          <p:spPr>
            <a:xfrm flipH="1">
              <a:off x="7075170" y="5067302"/>
              <a:ext cx="25146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5" name="Straight Connector 874"/>
            <p:cNvCxnSpPr/>
            <p:nvPr/>
          </p:nvCxnSpPr>
          <p:spPr>
            <a:xfrm flipH="1">
              <a:off x="7075703" y="5143502"/>
              <a:ext cx="304267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6" name="Straight Connector 875"/>
            <p:cNvCxnSpPr/>
            <p:nvPr/>
          </p:nvCxnSpPr>
          <p:spPr>
            <a:xfrm flipH="1">
              <a:off x="7075170" y="5219702"/>
              <a:ext cx="22860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7" name="Straight Connector 876"/>
            <p:cNvCxnSpPr/>
            <p:nvPr/>
          </p:nvCxnSpPr>
          <p:spPr>
            <a:xfrm flipH="1">
              <a:off x="7075170" y="5295902"/>
              <a:ext cx="22860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8" name="Straight Connector 877"/>
            <p:cNvCxnSpPr/>
            <p:nvPr/>
          </p:nvCxnSpPr>
          <p:spPr>
            <a:xfrm flipH="1">
              <a:off x="7075170" y="5372102"/>
              <a:ext cx="25146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79" name="Group 878"/>
          <p:cNvGrpSpPr/>
          <p:nvPr/>
        </p:nvGrpSpPr>
        <p:grpSpPr>
          <a:xfrm>
            <a:off x="7523825" y="2734449"/>
            <a:ext cx="493060" cy="645460"/>
            <a:chOff x="6943724" y="4876800"/>
            <a:chExt cx="523876" cy="685802"/>
          </a:xfrm>
        </p:grpSpPr>
        <p:sp>
          <p:nvSpPr>
            <p:cNvPr id="880" name="Rectangle 27"/>
            <p:cNvSpPr/>
            <p:nvPr/>
          </p:nvSpPr>
          <p:spPr>
            <a:xfrm>
              <a:off x="6943724" y="4876801"/>
              <a:ext cx="523876" cy="685801"/>
            </a:xfrm>
            <a:custGeom>
              <a:avLst/>
              <a:gdLst>
                <a:gd name="connsiteX0" fmla="*/ 0 w 523876"/>
                <a:gd name="connsiteY0" fmla="*/ 0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0 h 685801"/>
                <a:gd name="connsiteX0" fmla="*/ 0 w 523876"/>
                <a:gd name="connsiteY0" fmla="*/ 118533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3876" h="685801">
                  <a:moveTo>
                    <a:pt x="0" y="118533"/>
                  </a:moveTo>
                  <a:cubicBezTo>
                    <a:pt x="54428" y="62088"/>
                    <a:pt x="45963" y="75797"/>
                    <a:pt x="112487" y="0"/>
                  </a:cubicBezTo>
                  <a:lnTo>
                    <a:pt x="523876" y="0"/>
                  </a:lnTo>
                  <a:lnTo>
                    <a:pt x="523876" y="685801"/>
                  </a:lnTo>
                  <a:lnTo>
                    <a:pt x="0" y="685801"/>
                  </a:lnTo>
                  <a:lnTo>
                    <a:pt x="0" y="118533"/>
                  </a:lnTo>
                  <a:close/>
                </a:path>
              </a:pathLst>
            </a:cu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sp>
          <p:nvSpPr>
            <p:cNvPr id="881" name="Isosceles Triangle 880"/>
            <p:cNvSpPr/>
            <p:nvPr/>
          </p:nvSpPr>
          <p:spPr>
            <a:xfrm>
              <a:off x="6953249" y="4876800"/>
              <a:ext cx="107346" cy="114301"/>
            </a:xfrm>
            <a:prstGeom prst="triangle">
              <a:avLst>
                <a:gd name="adj" fmla="val 100000"/>
              </a:avLst>
            </a:prstGeom>
            <a:solidFill>
              <a:schemeClr val="bg1">
                <a:lumMod val="5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cxnSp>
          <p:nvCxnSpPr>
            <p:cNvPr id="882" name="Straight Connector 881"/>
            <p:cNvCxnSpPr/>
            <p:nvPr/>
          </p:nvCxnSpPr>
          <p:spPr>
            <a:xfrm flipH="1">
              <a:off x="7075170" y="5067302"/>
              <a:ext cx="25146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3" name="Straight Connector 882"/>
            <p:cNvCxnSpPr/>
            <p:nvPr/>
          </p:nvCxnSpPr>
          <p:spPr>
            <a:xfrm flipH="1">
              <a:off x="7075703" y="5143502"/>
              <a:ext cx="304267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4" name="Straight Connector 883"/>
            <p:cNvCxnSpPr/>
            <p:nvPr/>
          </p:nvCxnSpPr>
          <p:spPr>
            <a:xfrm flipH="1">
              <a:off x="7075170" y="5219702"/>
              <a:ext cx="22860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5" name="Straight Connector 884"/>
            <p:cNvCxnSpPr/>
            <p:nvPr/>
          </p:nvCxnSpPr>
          <p:spPr>
            <a:xfrm flipH="1">
              <a:off x="7075170" y="5295902"/>
              <a:ext cx="22860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6" name="Straight Connector 885"/>
            <p:cNvCxnSpPr/>
            <p:nvPr/>
          </p:nvCxnSpPr>
          <p:spPr>
            <a:xfrm flipH="1">
              <a:off x="7075170" y="5372102"/>
              <a:ext cx="25146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87" name="Group 886"/>
          <p:cNvGrpSpPr/>
          <p:nvPr/>
        </p:nvGrpSpPr>
        <p:grpSpPr>
          <a:xfrm>
            <a:off x="8146691" y="2734449"/>
            <a:ext cx="493060" cy="645460"/>
            <a:chOff x="6943724" y="4876800"/>
            <a:chExt cx="523876" cy="685802"/>
          </a:xfrm>
        </p:grpSpPr>
        <p:sp>
          <p:nvSpPr>
            <p:cNvPr id="888" name="Rectangle 27"/>
            <p:cNvSpPr/>
            <p:nvPr/>
          </p:nvSpPr>
          <p:spPr>
            <a:xfrm>
              <a:off x="6943724" y="4876801"/>
              <a:ext cx="523876" cy="685801"/>
            </a:xfrm>
            <a:custGeom>
              <a:avLst/>
              <a:gdLst>
                <a:gd name="connsiteX0" fmla="*/ 0 w 523876"/>
                <a:gd name="connsiteY0" fmla="*/ 0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0 h 685801"/>
                <a:gd name="connsiteX0" fmla="*/ 0 w 523876"/>
                <a:gd name="connsiteY0" fmla="*/ 118533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3876" h="685801">
                  <a:moveTo>
                    <a:pt x="0" y="118533"/>
                  </a:moveTo>
                  <a:cubicBezTo>
                    <a:pt x="54428" y="62088"/>
                    <a:pt x="45963" y="75797"/>
                    <a:pt x="112487" y="0"/>
                  </a:cubicBezTo>
                  <a:lnTo>
                    <a:pt x="523876" y="0"/>
                  </a:lnTo>
                  <a:lnTo>
                    <a:pt x="523876" y="685801"/>
                  </a:lnTo>
                  <a:lnTo>
                    <a:pt x="0" y="685801"/>
                  </a:lnTo>
                  <a:lnTo>
                    <a:pt x="0" y="118533"/>
                  </a:lnTo>
                  <a:close/>
                </a:path>
              </a:pathLst>
            </a:cu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sp>
          <p:nvSpPr>
            <p:cNvPr id="889" name="Isosceles Triangle 888"/>
            <p:cNvSpPr/>
            <p:nvPr/>
          </p:nvSpPr>
          <p:spPr>
            <a:xfrm>
              <a:off x="6953249" y="4876800"/>
              <a:ext cx="107346" cy="114301"/>
            </a:xfrm>
            <a:prstGeom prst="triangle">
              <a:avLst>
                <a:gd name="adj" fmla="val 100000"/>
              </a:avLst>
            </a:prstGeom>
            <a:solidFill>
              <a:schemeClr val="bg1">
                <a:lumMod val="5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cxnSp>
          <p:nvCxnSpPr>
            <p:cNvPr id="890" name="Straight Connector 889"/>
            <p:cNvCxnSpPr/>
            <p:nvPr/>
          </p:nvCxnSpPr>
          <p:spPr>
            <a:xfrm flipH="1">
              <a:off x="7075170" y="5067302"/>
              <a:ext cx="25146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1" name="Straight Connector 890"/>
            <p:cNvCxnSpPr/>
            <p:nvPr/>
          </p:nvCxnSpPr>
          <p:spPr>
            <a:xfrm flipH="1">
              <a:off x="7075703" y="5143502"/>
              <a:ext cx="304267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2" name="Straight Connector 891"/>
            <p:cNvCxnSpPr/>
            <p:nvPr/>
          </p:nvCxnSpPr>
          <p:spPr>
            <a:xfrm flipH="1">
              <a:off x="7075170" y="5219702"/>
              <a:ext cx="22860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3" name="Straight Connector 892"/>
            <p:cNvCxnSpPr/>
            <p:nvPr/>
          </p:nvCxnSpPr>
          <p:spPr>
            <a:xfrm flipH="1">
              <a:off x="7075170" y="5295902"/>
              <a:ext cx="22860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4" name="Straight Connector 893"/>
            <p:cNvCxnSpPr/>
            <p:nvPr/>
          </p:nvCxnSpPr>
          <p:spPr>
            <a:xfrm flipH="1">
              <a:off x="7075170" y="5372102"/>
              <a:ext cx="25146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95" name="Group 894"/>
          <p:cNvGrpSpPr/>
          <p:nvPr/>
        </p:nvGrpSpPr>
        <p:grpSpPr>
          <a:xfrm>
            <a:off x="8147482" y="2017271"/>
            <a:ext cx="493060" cy="645460"/>
            <a:chOff x="6943724" y="4876800"/>
            <a:chExt cx="523876" cy="685802"/>
          </a:xfrm>
        </p:grpSpPr>
        <p:sp>
          <p:nvSpPr>
            <p:cNvPr id="896" name="Rectangle 27"/>
            <p:cNvSpPr/>
            <p:nvPr/>
          </p:nvSpPr>
          <p:spPr>
            <a:xfrm>
              <a:off x="6943724" y="4876801"/>
              <a:ext cx="523876" cy="685801"/>
            </a:xfrm>
            <a:custGeom>
              <a:avLst/>
              <a:gdLst>
                <a:gd name="connsiteX0" fmla="*/ 0 w 523876"/>
                <a:gd name="connsiteY0" fmla="*/ 0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0 h 685801"/>
                <a:gd name="connsiteX0" fmla="*/ 0 w 523876"/>
                <a:gd name="connsiteY0" fmla="*/ 118533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3876" h="685801">
                  <a:moveTo>
                    <a:pt x="0" y="118533"/>
                  </a:moveTo>
                  <a:cubicBezTo>
                    <a:pt x="54428" y="62088"/>
                    <a:pt x="45963" y="75797"/>
                    <a:pt x="112487" y="0"/>
                  </a:cubicBezTo>
                  <a:lnTo>
                    <a:pt x="523876" y="0"/>
                  </a:lnTo>
                  <a:lnTo>
                    <a:pt x="523876" y="685801"/>
                  </a:lnTo>
                  <a:lnTo>
                    <a:pt x="0" y="685801"/>
                  </a:lnTo>
                  <a:lnTo>
                    <a:pt x="0" y="118533"/>
                  </a:lnTo>
                  <a:close/>
                </a:path>
              </a:pathLst>
            </a:cu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sp>
          <p:nvSpPr>
            <p:cNvPr id="897" name="Isosceles Triangle 896"/>
            <p:cNvSpPr/>
            <p:nvPr/>
          </p:nvSpPr>
          <p:spPr>
            <a:xfrm>
              <a:off x="6953249" y="4876800"/>
              <a:ext cx="107346" cy="114301"/>
            </a:xfrm>
            <a:prstGeom prst="triangle">
              <a:avLst>
                <a:gd name="adj" fmla="val 100000"/>
              </a:avLst>
            </a:prstGeom>
            <a:solidFill>
              <a:schemeClr val="bg1">
                <a:lumMod val="5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cxnSp>
          <p:nvCxnSpPr>
            <p:cNvPr id="898" name="Straight Connector 897"/>
            <p:cNvCxnSpPr/>
            <p:nvPr/>
          </p:nvCxnSpPr>
          <p:spPr>
            <a:xfrm flipH="1">
              <a:off x="7075170" y="5067302"/>
              <a:ext cx="25146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9" name="Straight Connector 898"/>
            <p:cNvCxnSpPr/>
            <p:nvPr/>
          </p:nvCxnSpPr>
          <p:spPr>
            <a:xfrm flipH="1">
              <a:off x="7075703" y="5143502"/>
              <a:ext cx="304267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0" name="Straight Connector 899"/>
            <p:cNvCxnSpPr/>
            <p:nvPr/>
          </p:nvCxnSpPr>
          <p:spPr>
            <a:xfrm flipH="1">
              <a:off x="7075170" y="5219702"/>
              <a:ext cx="22860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1" name="Straight Connector 900"/>
            <p:cNvCxnSpPr/>
            <p:nvPr/>
          </p:nvCxnSpPr>
          <p:spPr>
            <a:xfrm flipH="1">
              <a:off x="7075170" y="5295902"/>
              <a:ext cx="22860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2" name="Straight Connector 901"/>
            <p:cNvCxnSpPr/>
            <p:nvPr/>
          </p:nvCxnSpPr>
          <p:spPr>
            <a:xfrm flipH="1">
              <a:off x="7075170" y="5372102"/>
              <a:ext cx="25146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03" name="Group 902"/>
          <p:cNvGrpSpPr/>
          <p:nvPr/>
        </p:nvGrpSpPr>
        <p:grpSpPr>
          <a:xfrm>
            <a:off x="8770348" y="2017271"/>
            <a:ext cx="493060" cy="645460"/>
            <a:chOff x="6943724" y="4876800"/>
            <a:chExt cx="523876" cy="685802"/>
          </a:xfrm>
        </p:grpSpPr>
        <p:sp>
          <p:nvSpPr>
            <p:cNvPr id="904" name="Rectangle 27"/>
            <p:cNvSpPr/>
            <p:nvPr/>
          </p:nvSpPr>
          <p:spPr>
            <a:xfrm>
              <a:off x="6943724" y="4876801"/>
              <a:ext cx="523876" cy="685801"/>
            </a:xfrm>
            <a:custGeom>
              <a:avLst/>
              <a:gdLst>
                <a:gd name="connsiteX0" fmla="*/ 0 w 523876"/>
                <a:gd name="connsiteY0" fmla="*/ 0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0 h 685801"/>
                <a:gd name="connsiteX0" fmla="*/ 0 w 523876"/>
                <a:gd name="connsiteY0" fmla="*/ 118533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3876" h="685801">
                  <a:moveTo>
                    <a:pt x="0" y="118533"/>
                  </a:moveTo>
                  <a:cubicBezTo>
                    <a:pt x="54428" y="62088"/>
                    <a:pt x="45963" y="75797"/>
                    <a:pt x="112487" y="0"/>
                  </a:cubicBezTo>
                  <a:lnTo>
                    <a:pt x="523876" y="0"/>
                  </a:lnTo>
                  <a:lnTo>
                    <a:pt x="523876" y="685801"/>
                  </a:lnTo>
                  <a:lnTo>
                    <a:pt x="0" y="685801"/>
                  </a:lnTo>
                  <a:lnTo>
                    <a:pt x="0" y="118533"/>
                  </a:lnTo>
                  <a:close/>
                </a:path>
              </a:pathLst>
            </a:cu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sp>
          <p:nvSpPr>
            <p:cNvPr id="905" name="Isosceles Triangle 904"/>
            <p:cNvSpPr/>
            <p:nvPr/>
          </p:nvSpPr>
          <p:spPr>
            <a:xfrm>
              <a:off x="6953249" y="4876800"/>
              <a:ext cx="107346" cy="114301"/>
            </a:xfrm>
            <a:prstGeom prst="triangle">
              <a:avLst>
                <a:gd name="adj" fmla="val 100000"/>
              </a:avLst>
            </a:prstGeom>
            <a:solidFill>
              <a:schemeClr val="bg1">
                <a:lumMod val="5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cxnSp>
          <p:nvCxnSpPr>
            <p:cNvPr id="906" name="Straight Connector 905"/>
            <p:cNvCxnSpPr/>
            <p:nvPr/>
          </p:nvCxnSpPr>
          <p:spPr>
            <a:xfrm flipH="1">
              <a:off x="7075170" y="5067302"/>
              <a:ext cx="25146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7" name="Straight Connector 906"/>
            <p:cNvCxnSpPr/>
            <p:nvPr/>
          </p:nvCxnSpPr>
          <p:spPr>
            <a:xfrm flipH="1">
              <a:off x="7075703" y="5143502"/>
              <a:ext cx="304267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8" name="Straight Connector 907"/>
            <p:cNvCxnSpPr/>
            <p:nvPr/>
          </p:nvCxnSpPr>
          <p:spPr>
            <a:xfrm flipH="1">
              <a:off x="7075170" y="5219702"/>
              <a:ext cx="22860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9" name="Straight Connector 908"/>
            <p:cNvCxnSpPr/>
            <p:nvPr/>
          </p:nvCxnSpPr>
          <p:spPr>
            <a:xfrm flipH="1">
              <a:off x="7075170" y="5295902"/>
              <a:ext cx="22860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0" name="Straight Connector 909"/>
            <p:cNvCxnSpPr/>
            <p:nvPr/>
          </p:nvCxnSpPr>
          <p:spPr>
            <a:xfrm flipH="1">
              <a:off x="7075170" y="5372102"/>
              <a:ext cx="25146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/>
          <p:cNvGrpSpPr/>
          <p:nvPr/>
        </p:nvGrpSpPr>
        <p:grpSpPr>
          <a:xfrm>
            <a:off x="6741459" y="798071"/>
            <a:ext cx="2653554" cy="358588"/>
            <a:chOff x="457200" y="152400"/>
            <a:chExt cx="2819400" cy="381000"/>
          </a:xfrm>
        </p:grpSpPr>
        <p:cxnSp>
          <p:nvCxnSpPr>
            <p:cNvPr id="21" name="Straight Connector 20"/>
            <p:cNvCxnSpPr/>
            <p:nvPr/>
          </p:nvCxnSpPr>
          <p:spPr>
            <a:xfrm>
              <a:off x="3276600" y="152400"/>
              <a:ext cx="0" cy="381000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3" name="Straight Connector 502"/>
            <p:cNvCxnSpPr/>
            <p:nvPr/>
          </p:nvCxnSpPr>
          <p:spPr>
            <a:xfrm>
              <a:off x="457200" y="152400"/>
              <a:ext cx="0" cy="381000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/>
            <p:nvPr/>
          </p:nvCxnSpPr>
          <p:spPr>
            <a:xfrm>
              <a:off x="457200" y="333375"/>
              <a:ext cx="2819400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4" name="Group 503"/>
          <p:cNvGrpSpPr/>
          <p:nvPr/>
        </p:nvGrpSpPr>
        <p:grpSpPr>
          <a:xfrm rot="5400000">
            <a:off x="7494494" y="3344049"/>
            <a:ext cx="4446495" cy="358588"/>
            <a:chOff x="457200" y="152400"/>
            <a:chExt cx="2819400" cy="381000"/>
          </a:xfrm>
        </p:grpSpPr>
        <p:cxnSp>
          <p:nvCxnSpPr>
            <p:cNvPr id="505" name="Straight Connector 504"/>
            <p:cNvCxnSpPr/>
            <p:nvPr/>
          </p:nvCxnSpPr>
          <p:spPr>
            <a:xfrm>
              <a:off x="3276600" y="152400"/>
              <a:ext cx="0" cy="381000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6" name="Straight Connector 505"/>
            <p:cNvCxnSpPr/>
            <p:nvPr/>
          </p:nvCxnSpPr>
          <p:spPr>
            <a:xfrm>
              <a:off x="457200" y="152400"/>
              <a:ext cx="0" cy="381000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7" name="Straight Arrow Connector 506"/>
            <p:cNvCxnSpPr/>
            <p:nvPr/>
          </p:nvCxnSpPr>
          <p:spPr>
            <a:xfrm>
              <a:off x="457200" y="333375"/>
              <a:ext cx="2819400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Rectangle 1"/>
          <p:cNvSpPr/>
          <p:nvPr/>
        </p:nvSpPr>
        <p:spPr>
          <a:xfrm>
            <a:off x="7198910" y="798071"/>
            <a:ext cx="1550642" cy="358588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sz="1695" dirty="0">
                <a:solidFill>
                  <a:schemeClr val="tx1"/>
                </a:solidFill>
              </a:rPr>
              <a:t>30” (0.7 m)</a:t>
            </a:r>
          </a:p>
        </p:txBody>
      </p:sp>
      <p:sp>
        <p:nvSpPr>
          <p:cNvPr id="502" name="Rectangle 501"/>
          <p:cNvSpPr/>
          <p:nvPr/>
        </p:nvSpPr>
        <p:spPr>
          <a:xfrm rot="5400000">
            <a:off x="8942421" y="3360002"/>
            <a:ext cx="1550642" cy="358588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sz="1695" dirty="0">
                <a:solidFill>
                  <a:schemeClr val="tx1"/>
                </a:solidFill>
              </a:rPr>
              <a:t>60” (1.5 m)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1763254" y="5854438"/>
            <a:ext cx="1663212" cy="5555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505" dirty="0"/>
              <a:t>Gray-side =</a:t>
            </a:r>
          </a:p>
          <a:p>
            <a:pPr algn="ctr"/>
            <a:r>
              <a:rPr lang="en-US" sz="1505" dirty="0"/>
              <a:t>Project reviewed</a:t>
            </a:r>
          </a:p>
        </p:txBody>
      </p:sp>
      <p:cxnSp>
        <p:nvCxnSpPr>
          <p:cNvPr id="4" name="Straight Arrow Connector 3"/>
          <p:cNvCxnSpPr/>
          <p:nvPr/>
        </p:nvCxnSpPr>
        <p:spPr>
          <a:xfrm>
            <a:off x="3801035" y="2017273"/>
            <a:ext cx="3034592" cy="304798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1506071" y="367764"/>
            <a:ext cx="2294965" cy="2940424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695" dirty="0"/>
          </a:p>
        </p:txBody>
      </p:sp>
      <p:sp>
        <p:nvSpPr>
          <p:cNvPr id="7" name="TextBox 6"/>
          <p:cNvSpPr txBox="1"/>
          <p:nvPr/>
        </p:nvSpPr>
        <p:spPr>
          <a:xfrm>
            <a:off x="3872754" y="2178466"/>
            <a:ext cx="2008095" cy="1396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95" dirty="0"/>
              <a:t>Each card is </a:t>
            </a:r>
          </a:p>
          <a:p>
            <a:r>
              <a:rPr lang="en-US" sz="1695" dirty="0"/>
              <a:t>placed either white side showing (task undone) or…</a:t>
            </a:r>
          </a:p>
        </p:txBody>
      </p:sp>
      <p:sp>
        <p:nvSpPr>
          <p:cNvPr id="515" name="TextBox 514"/>
          <p:cNvSpPr txBox="1"/>
          <p:nvPr/>
        </p:nvSpPr>
        <p:spPr>
          <a:xfrm>
            <a:off x="2187389" y="1001264"/>
            <a:ext cx="93232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Review project Regina</a:t>
            </a:r>
          </a:p>
          <a:p>
            <a:pPr algn="ctr"/>
            <a:endParaRPr lang="en-US" sz="1600" dirty="0"/>
          </a:p>
          <a:p>
            <a:pPr algn="ctr"/>
            <a:r>
              <a:rPr lang="en-US" sz="1600" i="1" dirty="0"/>
              <a:t>Card 99</a:t>
            </a:r>
          </a:p>
        </p:txBody>
      </p:sp>
      <p:sp>
        <p:nvSpPr>
          <p:cNvPr id="516" name="TextBox 515"/>
          <p:cNvSpPr txBox="1"/>
          <p:nvPr/>
        </p:nvSpPr>
        <p:spPr>
          <a:xfrm>
            <a:off x="1657461" y="2757813"/>
            <a:ext cx="1874809" cy="5555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505" dirty="0"/>
              <a:t>White-side =</a:t>
            </a:r>
          </a:p>
          <a:p>
            <a:pPr algn="ctr"/>
            <a:r>
              <a:rPr lang="en-US" sz="1505" dirty="0"/>
              <a:t>Project unreviewed</a:t>
            </a:r>
          </a:p>
        </p:txBody>
      </p:sp>
      <p:sp>
        <p:nvSpPr>
          <p:cNvPr id="518" name="Rectangle 517"/>
          <p:cNvSpPr/>
          <p:nvPr/>
        </p:nvSpPr>
        <p:spPr>
          <a:xfrm>
            <a:off x="1506071" y="3451624"/>
            <a:ext cx="2294965" cy="2940424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695" dirty="0"/>
          </a:p>
        </p:txBody>
      </p:sp>
      <p:cxnSp>
        <p:nvCxnSpPr>
          <p:cNvPr id="519" name="Straight Arrow Connector 518"/>
          <p:cNvCxnSpPr/>
          <p:nvPr/>
        </p:nvCxnSpPr>
        <p:spPr>
          <a:xfrm flipV="1">
            <a:off x="3801035" y="3783321"/>
            <a:ext cx="3030071" cy="38548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2" name="TextBox 521"/>
          <p:cNvSpPr txBox="1"/>
          <p:nvPr/>
        </p:nvSpPr>
        <p:spPr>
          <a:xfrm>
            <a:off x="3872753" y="3451623"/>
            <a:ext cx="2294965" cy="6140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95" dirty="0"/>
              <a:t>…gray side showing </a:t>
            </a:r>
            <a:br>
              <a:rPr lang="en-US" sz="1695" dirty="0"/>
            </a:br>
            <a:r>
              <a:rPr lang="en-US" sz="1695" dirty="0"/>
              <a:t>(task done)</a:t>
            </a:r>
          </a:p>
        </p:txBody>
      </p:sp>
      <p:grpSp>
        <p:nvGrpSpPr>
          <p:cNvPr id="190" name="Group 189">
            <a:extLst>
              <a:ext uri="{FF2B5EF4-FFF2-40B4-BE49-F238E27FC236}">
                <a16:creationId xmlns:a16="http://schemas.microsoft.com/office/drawing/2014/main" id="{CFDDBFAF-60EE-4F74-BF8A-25650AD6C7DF}"/>
              </a:ext>
            </a:extLst>
          </p:cNvPr>
          <p:cNvGrpSpPr/>
          <p:nvPr/>
        </p:nvGrpSpPr>
        <p:grpSpPr>
          <a:xfrm flipH="1">
            <a:off x="1878226" y="3566514"/>
            <a:ext cx="1506070" cy="2286005"/>
            <a:chOff x="4204972" y="2660193"/>
            <a:chExt cx="1920239" cy="2914656"/>
          </a:xfrm>
          <a:solidFill>
            <a:schemeClr val="tx1">
              <a:lumMod val="50000"/>
              <a:lumOff val="50000"/>
            </a:schemeClr>
          </a:solidFill>
        </p:grpSpPr>
        <p:sp>
          <p:nvSpPr>
            <p:cNvPr id="191" name="Rectangle: Single Corner Snipped 190">
              <a:extLst>
                <a:ext uri="{FF2B5EF4-FFF2-40B4-BE49-F238E27FC236}">
                  <a16:creationId xmlns:a16="http://schemas.microsoft.com/office/drawing/2014/main" id="{7B1C55B5-DA5B-4843-A046-A6449041B4C7}"/>
                </a:ext>
              </a:extLst>
            </p:cNvPr>
            <p:cNvSpPr/>
            <p:nvPr/>
          </p:nvSpPr>
          <p:spPr>
            <a:xfrm flipH="1">
              <a:off x="4204972" y="2660193"/>
              <a:ext cx="1920239" cy="2914656"/>
            </a:xfrm>
            <a:prstGeom prst="snip1Rect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endParaRPr lang="en-US" sz="1695">
                <a:solidFill>
                  <a:schemeClr val="tx1"/>
                </a:solidFill>
              </a:endParaRPr>
            </a:p>
          </p:txBody>
        </p:sp>
        <p:sp>
          <p:nvSpPr>
            <p:cNvPr id="192" name="Isosceles Triangle 191">
              <a:extLst>
                <a:ext uri="{FF2B5EF4-FFF2-40B4-BE49-F238E27FC236}">
                  <a16:creationId xmlns:a16="http://schemas.microsoft.com/office/drawing/2014/main" id="{E1A4BE5D-C0C4-455D-B8D2-720D1DA13E53}"/>
                </a:ext>
              </a:extLst>
            </p:cNvPr>
            <p:cNvSpPr/>
            <p:nvPr/>
          </p:nvSpPr>
          <p:spPr>
            <a:xfrm rot="8141976">
              <a:off x="4223587" y="2773763"/>
              <a:ext cx="415825" cy="222580"/>
            </a:xfrm>
            <a:prstGeom prst="triangle">
              <a:avLst>
                <a:gd name="adj" fmla="val 4922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</p:grpSp>
      <p:sp>
        <p:nvSpPr>
          <p:cNvPr id="193" name="TextBox 192">
            <a:extLst>
              <a:ext uri="{FF2B5EF4-FFF2-40B4-BE49-F238E27FC236}">
                <a16:creationId xmlns:a16="http://schemas.microsoft.com/office/drawing/2014/main" id="{D9CD26C6-F899-45BE-A55B-4C10F4AAD860}"/>
              </a:ext>
            </a:extLst>
          </p:cNvPr>
          <p:cNvSpPr txBox="1"/>
          <p:nvPr/>
        </p:nvSpPr>
        <p:spPr>
          <a:xfrm>
            <a:off x="2106825" y="4268629"/>
            <a:ext cx="10488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Review Project XYZZY</a:t>
            </a:r>
          </a:p>
          <a:p>
            <a:pPr algn="ctr"/>
            <a:endParaRPr lang="en-US" sz="1600" dirty="0">
              <a:solidFill>
                <a:schemeClr val="bg1"/>
              </a:solidFill>
            </a:endParaRPr>
          </a:p>
          <a:p>
            <a:pPr algn="ctr"/>
            <a:r>
              <a:rPr lang="en-US" sz="1600" i="1" dirty="0">
                <a:solidFill>
                  <a:schemeClr val="bg1"/>
                </a:solidFill>
              </a:rPr>
              <a:t>Card 102</a:t>
            </a:r>
          </a:p>
          <a:p>
            <a:pPr algn="ctr"/>
            <a:endParaRPr lang="en-US" sz="1600" b="1" dirty="0">
              <a:solidFill>
                <a:schemeClr val="bg1"/>
              </a:solidFill>
            </a:endParaRPr>
          </a:p>
        </p:txBody>
      </p: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D027FE79-471E-4F4D-84C9-670CBB5C1CB0}"/>
              </a:ext>
            </a:extLst>
          </p:cNvPr>
          <p:cNvGrpSpPr/>
          <p:nvPr/>
        </p:nvGrpSpPr>
        <p:grpSpPr>
          <a:xfrm>
            <a:off x="1864660" y="469889"/>
            <a:ext cx="1506070" cy="2286005"/>
            <a:chOff x="6052188" y="2545733"/>
            <a:chExt cx="1920239" cy="2914656"/>
          </a:xfrm>
          <a:noFill/>
        </p:grpSpPr>
        <p:sp>
          <p:nvSpPr>
            <p:cNvPr id="195" name="Rectangle: Single Corner Snipped 194">
              <a:extLst>
                <a:ext uri="{FF2B5EF4-FFF2-40B4-BE49-F238E27FC236}">
                  <a16:creationId xmlns:a16="http://schemas.microsoft.com/office/drawing/2014/main" id="{15C1AF36-32C4-4019-9837-A1D31A8D8541}"/>
                </a:ext>
              </a:extLst>
            </p:cNvPr>
            <p:cNvSpPr/>
            <p:nvPr/>
          </p:nvSpPr>
          <p:spPr>
            <a:xfrm flipH="1">
              <a:off x="6052188" y="2545733"/>
              <a:ext cx="1920239" cy="2914656"/>
            </a:xfrm>
            <a:prstGeom prst="snip1Rect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endParaRPr lang="en-US" sz="1695">
                <a:solidFill>
                  <a:schemeClr val="tx1"/>
                </a:solidFill>
              </a:endParaRPr>
            </a:p>
          </p:txBody>
        </p:sp>
        <p:sp>
          <p:nvSpPr>
            <p:cNvPr id="196" name="Isosceles Triangle 195">
              <a:extLst>
                <a:ext uri="{FF2B5EF4-FFF2-40B4-BE49-F238E27FC236}">
                  <a16:creationId xmlns:a16="http://schemas.microsoft.com/office/drawing/2014/main" id="{746A67DE-1132-46C9-8882-1136A27D53B5}"/>
                </a:ext>
              </a:extLst>
            </p:cNvPr>
            <p:cNvSpPr/>
            <p:nvPr/>
          </p:nvSpPr>
          <p:spPr>
            <a:xfrm rot="8141976">
              <a:off x="6092510" y="2678513"/>
              <a:ext cx="415825" cy="222580"/>
            </a:xfrm>
            <a:prstGeom prst="triangle">
              <a:avLst>
                <a:gd name="adj" fmla="val 49225"/>
              </a:avLst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</p:grpSp>
    </p:spTree>
    <p:extLst>
      <p:ext uri="{BB962C8B-B14F-4D97-AF65-F5344CB8AC3E}">
        <p14:creationId xmlns:p14="http://schemas.microsoft.com/office/powerpoint/2010/main" val="25400843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Rectangle 500"/>
          <p:cNvSpPr/>
          <p:nvPr/>
        </p:nvSpPr>
        <p:spPr>
          <a:xfrm>
            <a:off x="8390965" y="847165"/>
            <a:ext cx="2653554" cy="4446495"/>
          </a:xfrm>
          <a:prstGeom prst="rect">
            <a:avLst/>
          </a:prstGeom>
          <a:solidFill>
            <a:schemeClr val="bg1">
              <a:lumMod val="8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t">
            <a:noAutofit/>
          </a:bodyPr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Project Review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Quarterly Kamishibai Board</a:t>
            </a:r>
          </a:p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grpSp>
        <p:nvGrpSpPr>
          <p:cNvPr id="1052" name="Group 1051"/>
          <p:cNvGrpSpPr/>
          <p:nvPr/>
        </p:nvGrpSpPr>
        <p:grpSpPr>
          <a:xfrm>
            <a:off x="9178544" y="2998695"/>
            <a:ext cx="493060" cy="645460"/>
            <a:chOff x="6943724" y="4876800"/>
            <a:chExt cx="523876" cy="685802"/>
          </a:xfrm>
          <a:effectLst/>
        </p:grpSpPr>
        <p:sp>
          <p:nvSpPr>
            <p:cNvPr id="1053" name="Rectangle 27"/>
            <p:cNvSpPr/>
            <p:nvPr/>
          </p:nvSpPr>
          <p:spPr>
            <a:xfrm>
              <a:off x="6943724" y="4876801"/>
              <a:ext cx="523876" cy="685801"/>
            </a:xfrm>
            <a:custGeom>
              <a:avLst/>
              <a:gdLst>
                <a:gd name="connsiteX0" fmla="*/ 0 w 523876"/>
                <a:gd name="connsiteY0" fmla="*/ 0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0 h 685801"/>
                <a:gd name="connsiteX0" fmla="*/ 0 w 523876"/>
                <a:gd name="connsiteY0" fmla="*/ 118533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3876" h="685801">
                  <a:moveTo>
                    <a:pt x="0" y="118533"/>
                  </a:moveTo>
                  <a:cubicBezTo>
                    <a:pt x="54428" y="62088"/>
                    <a:pt x="45963" y="75797"/>
                    <a:pt x="112487" y="0"/>
                  </a:cubicBezTo>
                  <a:lnTo>
                    <a:pt x="523876" y="0"/>
                  </a:lnTo>
                  <a:lnTo>
                    <a:pt x="523876" y="685801"/>
                  </a:lnTo>
                  <a:lnTo>
                    <a:pt x="0" y="685801"/>
                  </a:lnTo>
                  <a:lnTo>
                    <a:pt x="0" y="118533"/>
                  </a:lnTo>
                  <a:close/>
                </a:path>
              </a:pathLst>
            </a:cu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sp>
          <p:nvSpPr>
            <p:cNvPr id="1054" name="Isosceles Triangle 1053"/>
            <p:cNvSpPr/>
            <p:nvPr/>
          </p:nvSpPr>
          <p:spPr>
            <a:xfrm>
              <a:off x="6953249" y="4876800"/>
              <a:ext cx="107346" cy="114301"/>
            </a:xfrm>
            <a:prstGeom prst="triangle">
              <a:avLst>
                <a:gd name="adj" fmla="val 100000"/>
              </a:avLst>
            </a:prstGeom>
            <a:solidFill>
              <a:schemeClr val="bg1">
                <a:lumMod val="5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cxnSp>
          <p:nvCxnSpPr>
            <p:cNvPr id="1055" name="Straight Connector 1054"/>
            <p:cNvCxnSpPr/>
            <p:nvPr/>
          </p:nvCxnSpPr>
          <p:spPr>
            <a:xfrm flipH="1">
              <a:off x="7075170" y="5067302"/>
              <a:ext cx="25146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6" name="Straight Connector 1055"/>
            <p:cNvCxnSpPr/>
            <p:nvPr/>
          </p:nvCxnSpPr>
          <p:spPr>
            <a:xfrm flipH="1">
              <a:off x="7075703" y="5143502"/>
              <a:ext cx="304267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7" name="Straight Connector 1056"/>
            <p:cNvCxnSpPr/>
            <p:nvPr/>
          </p:nvCxnSpPr>
          <p:spPr>
            <a:xfrm flipH="1">
              <a:off x="7075170" y="5219702"/>
              <a:ext cx="22860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8" name="Straight Connector 1057"/>
            <p:cNvCxnSpPr/>
            <p:nvPr/>
          </p:nvCxnSpPr>
          <p:spPr>
            <a:xfrm flipH="1">
              <a:off x="7075170" y="5295902"/>
              <a:ext cx="22860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9" name="Straight Connector 1058"/>
            <p:cNvCxnSpPr/>
            <p:nvPr/>
          </p:nvCxnSpPr>
          <p:spPr>
            <a:xfrm flipH="1">
              <a:off x="7075170" y="5372102"/>
              <a:ext cx="25146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60" name="Group 1059"/>
          <p:cNvGrpSpPr/>
          <p:nvPr/>
        </p:nvGrpSpPr>
        <p:grpSpPr>
          <a:xfrm>
            <a:off x="10424274" y="2998695"/>
            <a:ext cx="493060" cy="645460"/>
            <a:chOff x="6943724" y="4876800"/>
            <a:chExt cx="523876" cy="685802"/>
          </a:xfrm>
          <a:effectLst/>
        </p:grpSpPr>
        <p:sp>
          <p:nvSpPr>
            <p:cNvPr id="1061" name="Rectangle 27"/>
            <p:cNvSpPr/>
            <p:nvPr/>
          </p:nvSpPr>
          <p:spPr>
            <a:xfrm>
              <a:off x="6943724" y="4876801"/>
              <a:ext cx="523876" cy="685801"/>
            </a:xfrm>
            <a:custGeom>
              <a:avLst/>
              <a:gdLst>
                <a:gd name="connsiteX0" fmla="*/ 0 w 523876"/>
                <a:gd name="connsiteY0" fmla="*/ 0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0 h 685801"/>
                <a:gd name="connsiteX0" fmla="*/ 0 w 523876"/>
                <a:gd name="connsiteY0" fmla="*/ 118533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3876" h="685801">
                  <a:moveTo>
                    <a:pt x="0" y="118533"/>
                  </a:moveTo>
                  <a:cubicBezTo>
                    <a:pt x="54428" y="62088"/>
                    <a:pt x="45963" y="75797"/>
                    <a:pt x="112487" y="0"/>
                  </a:cubicBezTo>
                  <a:lnTo>
                    <a:pt x="523876" y="0"/>
                  </a:lnTo>
                  <a:lnTo>
                    <a:pt x="523876" y="685801"/>
                  </a:lnTo>
                  <a:lnTo>
                    <a:pt x="0" y="685801"/>
                  </a:lnTo>
                  <a:lnTo>
                    <a:pt x="0" y="118533"/>
                  </a:lnTo>
                  <a:close/>
                </a:path>
              </a:pathLst>
            </a:cu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sp>
          <p:nvSpPr>
            <p:cNvPr id="1062" name="Isosceles Triangle 1061"/>
            <p:cNvSpPr/>
            <p:nvPr/>
          </p:nvSpPr>
          <p:spPr>
            <a:xfrm>
              <a:off x="6953249" y="4876800"/>
              <a:ext cx="107346" cy="114301"/>
            </a:xfrm>
            <a:prstGeom prst="triangle">
              <a:avLst>
                <a:gd name="adj" fmla="val 100000"/>
              </a:avLst>
            </a:prstGeom>
            <a:solidFill>
              <a:schemeClr val="bg1">
                <a:lumMod val="5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cxnSp>
          <p:nvCxnSpPr>
            <p:cNvPr id="1063" name="Straight Connector 1062"/>
            <p:cNvCxnSpPr/>
            <p:nvPr/>
          </p:nvCxnSpPr>
          <p:spPr>
            <a:xfrm flipH="1">
              <a:off x="7075170" y="5067302"/>
              <a:ext cx="25146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4" name="Straight Connector 1063"/>
            <p:cNvCxnSpPr/>
            <p:nvPr/>
          </p:nvCxnSpPr>
          <p:spPr>
            <a:xfrm flipH="1">
              <a:off x="7075703" y="5143502"/>
              <a:ext cx="304267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5" name="Straight Connector 1064"/>
            <p:cNvCxnSpPr/>
            <p:nvPr/>
          </p:nvCxnSpPr>
          <p:spPr>
            <a:xfrm flipH="1">
              <a:off x="7075170" y="5219702"/>
              <a:ext cx="22860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6" name="Straight Connector 1065"/>
            <p:cNvCxnSpPr/>
            <p:nvPr/>
          </p:nvCxnSpPr>
          <p:spPr>
            <a:xfrm flipH="1">
              <a:off x="7075170" y="5295902"/>
              <a:ext cx="22860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7" name="Straight Connector 1066"/>
            <p:cNvCxnSpPr/>
            <p:nvPr/>
          </p:nvCxnSpPr>
          <p:spPr>
            <a:xfrm flipH="1">
              <a:off x="7075170" y="5372102"/>
              <a:ext cx="25146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78" name="Rectangle 677"/>
          <p:cNvSpPr/>
          <p:nvPr/>
        </p:nvSpPr>
        <p:spPr>
          <a:xfrm>
            <a:off x="788894" y="847165"/>
            <a:ext cx="2653554" cy="4446495"/>
          </a:xfrm>
          <a:prstGeom prst="rect">
            <a:avLst/>
          </a:prstGeom>
          <a:solidFill>
            <a:schemeClr val="bg1">
              <a:lumMod val="8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t">
            <a:noAutofit/>
          </a:bodyPr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Project Review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Quarterly Kamishibai Board</a:t>
            </a:r>
          </a:p>
        </p:txBody>
      </p:sp>
      <p:grpSp>
        <p:nvGrpSpPr>
          <p:cNvPr id="849" name="Group 848"/>
          <p:cNvGrpSpPr/>
          <p:nvPr/>
        </p:nvGrpSpPr>
        <p:grpSpPr>
          <a:xfrm>
            <a:off x="2189645" y="2998695"/>
            <a:ext cx="493060" cy="645460"/>
            <a:chOff x="6943724" y="4876800"/>
            <a:chExt cx="523876" cy="685802"/>
          </a:xfrm>
          <a:solidFill>
            <a:schemeClr val="bg1"/>
          </a:solidFill>
        </p:grpSpPr>
        <p:sp>
          <p:nvSpPr>
            <p:cNvPr id="850" name="Rectangle 27"/>
            <p:cNvSpPr/>
            <p:nvPr/>
          </p:nvSpPr>
          <p:spPr>
            <a:xfrm>
              <a:off x="6943724" y="4876801"/>
              <a:ext cx="523876" cy="685801"/>
            </a:xfrm>
            <a:custGeom>
              <a:avLst/>
              <a:gdLst>
                <a:gd name="connsiteX0" fmla="*/ 0 w 523876"/>
                <a:gd name="connsiteY0" fmla="*/ 0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0 h 685801"/>
                <a:gd name="connsiteX0" fmla="*/ 0 w 523876"/>
                <a:gd name="connsiteY0" fmla="*/ 118533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3876" h="685801">
                  <a:moveTo>
                    <a:pt x="0" y="118533"/>
                  </a:moveTo>
                  <a:cubicBezTo>
                    <a:pt x="54428" y="62088"/>
                    <a:pt x="45963" y="75797"/>
                    <a:pt x="112487" y="0"/>
                  </a:cubicBezTo>
                  <a:lnTo>
                    <a:pt x="523876" y="0"/>
                  </a:lnTo>
                  <a:lnTo>
                    <a:pt x="523876" y="685801"/>
                  </a:lnTo>
                  <a:lnTo>
                    <a:pt x="0" y="685801"/>
                  </a:lnTo>
                  <a:lnTo>
                    <a:pt x="0" y="118533"/>
                  </a:lnTo>
                  <a:close/>
                </a:path>
              </a:pathLst>
            </a:cu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sp>
          <p:nvSpPr>
            <p:cNvPr id="851" name="Isosceles Triangle 850"/>
            <p:cNvSpPr/>
            <p:nvPr/>
          </p:nvSpPr>
          <p:spPr>
            <a:xfrm>
              <a:off x="6953249" y="4876800"/>
              <a:ext cx="107346" cy="114301"/>
            </a:xfrm>
            <a:prstGeom prst="triangle">
              <a:avLst>
                <a:gd name="adj" fmla="val 100000"/>
              </a:avLst>
            </a:prstGeom>
            <a:solidFill>
              <a:schemeClr val="bg1">
                <a:lumMod val="5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cxnSp>
          <p:nvCxnSpPr>
            <p:cNvPr id="852" name="Straight Connector 851"/>
            <p:cNvCxnSpPr/>
            <p:nvPr/>
          </p:nvCxnSpPr>
          <p:spPr>
            <a:xfrm flipH="1">
              <a:off x="7075170" y="5067302"/>
              <a:ext cx="251460" cy="0"/>
            </a:xfrm>
            <a:prstGeom prst="line">
              <a:avLst/>
            </a:prstGeom>
            <a:grpFill/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3" name="Straight Connector 852"/>
            <p:cNvCxnSpPr/>
            <p:nvPr/>
          </p:nvCxnSpPr>
          <p:spPr>
            <a:xfrm flipH="1">
              <a:off x="7075703" y="5143502"/>
              <a:ext cx="304267" cy="0"/>
            </a:xfrm>
            <a:prstGeom prst="line">
              <a:avLst/>
            </a:prstGeom>
            <a:grpFill/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4" name="Straight Connector 853"/>
            <p:cNvCxnSpPr/>
            <p:nvPr/>
          </p:nvCxnSpPr>
          <p:spPr>
            <a:xfrm flipH="1">
              <a:off x="7075170" y="5219702"/>
              <a:ext cx="228600" cy="0"/>
            </a:xfrm>
            <a:prstGeom prst="line">
              <a:avLst/>
            </a:prstGeom>
            <a:grpFill/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5" name="Straight Connector 854"/>
            <p:cNvCxnSpPr/>
            <p:nvPr/>
          </p:nvCxnSpPr>
          <p:spPr>
            <a:xfrm flipH="1">
              <a:off x="7075170" y="5295902"/>
              <a:ext cx="228600" cy="0"/>
            </a:xfrm>
            <a:prstGeom prst="line">
              <a:avLst/>
            </a:prstGeom>
            <a:grpFill/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6" name="Straight Connector 855"/>
            <p:cNvCxnSpPr/>
            <p:nvPr/>
          </p:nvCxnSpPr>
          <p:spPr>
            <a:xfrm flipH="1">
              <a:off x="7075170" y="5372102"/>
              <a:ext cx="251460" cy="0"/>
            </a:xfrm>
            <a:prstGeom prst="line">
              <a:avLst/>
            </a:prstGeom>
            <a:grpFill/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65" name="Group 864"/>
          <p:cNvGrpSpPr/>
          <p:nvPr/>
        </p:nvGrpSpPr>
        <p:grpSpPr>
          <a:xfrm>
            <a:off x="946061" y="4433053"/>
            <a:ext cx="493060" cy="645460"/>
            <a:chOff x="6943724" y="4876800"/>
            <a:chExt cx="523876" cy="685802"/>
          </a:xfrm>
          <a:solidFill>
            <a:schemeClr val="bg1"/>
          </a:solidFill>
        </p:grpSpPr>
        <p:sp>
          <p:nvSpPr>
            <p:cNvPr id="866" name="Rectangle 27"/>
            <p:cNvSpPr/>
            <p:nvPr/>
          </p:nvSpPr>
          <p:spPr>
            <a:xfrm>
              <a:off x="6943724" y="4876801"/>
              <a:ext cx="523876" cy="685801"/>
            </a:xfrm>
            <a:custGeom>
              <a:avLst/>
              <a:gdLst>
                <a:gd name="connsiteX0" fmla="*/ 0 w 523876"/>
                <a:gd name="connsiteY0" fmla="*/ 0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0 h 685801"/>
                <a:gd name="connsiteX0" fmla="*/ 0 w 523876"/>
                <a:gd name="connsiteY0" fmla="*/ 118533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3876" h="685801">
                  <a:moveTo>
                    <a:pt x="0" y="118533"/>
                  </a:moveTo>
                  <a:cubicBezTo>
                    <a:pt x="54428" y="62088"/>
                    <a:pt x="45963" y="75797"/>
                    <a:pt x="112487" y="0"/>
                  </a:cubicBezTo>
                  <a:lnTo>
                    <a:pt x="523876" y="0"/>
                  </a:lnTo>
                  <a:lnTo>
                    <a:pt x="523876" y="685801"/>
                  </a:lnTo>
                  <a:lnTo>
                    <a:pt x="0" y="685801"/>
                  </a:lnTo>
                  <a:lnTo>
                    <a:pt x="0" y="118533"/>
                  </a:lnTo>
                  <a:close/>
                </a:path>
              </a:pathLst>
            </a:cu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sp>
          <p:nvSpPr>
            <p:cNvPr id="867" name="Isosceles Triangle 866"/>
            <p:cNvSpPr/>
            <p:nvPr/>
          </p:nvSpPr>
          <p:spPr>
            <a:xfrm>
              <a:off x="6953249" y="4876800"/>
              <a:ext cx="107346" cy="114301"/>
            </a:xfrm>
            <a:prstGeom prst="triangle">
              <a:avLst>
                <a:gd name="adj" fmla="val 100000"/>
              </a:avLst>
            </a:prstGeom>
            <a:solidFill>
              <a:schemeClr val="bg1">
                <a:lumMod val="5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cxnSp>
          <p:nvCxnSpPr>
            <p:cNvPr id="868" name="Straight Connector 867"/>
            <p:cNvCxnSpPr/>
            <p:nvPr/>
          </p:nvCxnSpPr>
          <p:spPr>
            <a:xfrm flipH="1">
              <a:off x="7075170" y="5067302"/>
              <a:ext cx="251460" cy="0"/>
            </a:xfrm>
            <a:prstGeom prst="line">
              <a:avLst/>
            </a:prstGeom>
            <a:grpFill/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9" name="Straight Connector 868"/>
            <p:cNvCxnSpPr/>
            <p:nvPr/>
          </p:nvCxnSpPr>
          <p:spPr>
            <a:xfrm flipH="1">
              <a:off x="7075703" y="5143502"/>
              <a:ext cx="304267" cy="0"/>
            </a:xfrm>
            <a:prstGeom prst="line">
              <a:avLst/>
            </a:prstGeom>
            <a:grpFill/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0" name="Straight Connector 869"/>
            <p:cNvCxnSpPr/>
            <p:nvPr/>
          </p:nvCxnSpPr>
          <p:spPr>
            <a:xfrm flipH="1">
              <a:off x="7075170" y="5219702"/>
              <a:ext cx="228600" cy="0"/>
            </a:xfrm>
            <a:prstGeom prst="line">
              <a:avLst/>
            </a:prstGeom>
            <a:grpFill/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1" name="Straight Connector 870"/>
            <p:cNvCxnSpPr/>
            <p:nvPr/>
          </p:nvCxnSpPr>
          <p:spPr>
            <a:xfrm flipH="1">
              <a:off x="7075170" y="5295902"/>
              <a:ext cx="228600" cy="0"/>
            </a:xfrm>
            <a:prstGeom prst="line">
              <a:avLst/>
            </a:prstGeom>
            <a:grpFill/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2" name="Straight Connector 871"/>
            <p:cNvCxnSpPr/>
            <p:nvPr/>
          </p:nvCxnSpPr>
          <p:spPr>
            <a:xfrm flipH="1">
              <a:off x="7075170" y="5372102"/>
              <a:ext cx="251460" cy="0"/>
            </a:xfrm>
            <a:prstGeom prst="line">
              <a:avLst/>
            </a:prstGeom>
            <a:grpFill/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73" name="Group 872"/>
          <p:cNvGrpSpPr/>
          <p:nvPr/>
        </p:nvGrpSpPr>
        <p:grpSpPr>
          <a:xfrm>
            <a:off x="939058" y="3000175"/>
            <a:ext cx="493060" cy="645460"/>
            <a:chOff x="6943724" y="4876800"/>
            <a:chExt cx="523876" cy="685802"/>
          </a:xfrm>
          <a:solidFill>
            <a:schemeClr val="bg1"/>
          </a:solidFill>
        </p:grpSpPr>
        <p:sp>
          <p:nvSpPr>
            <p:cNvPr id="874" name="Rectangle 27"/>
            <p:cNvSpPr/>
            <p:nvPr/>
          </p:nvSpPr>
          <p:spPr>
            <a:xfrm>
              <a:off x="6943724" y="4876801"/>
              <a:ext cx="523876" cy="685801"/>
            </a:xfrm>
            <a:custGeom>
              <a:avLst/>
              <a:gdLst>
                <a:gd name="connsiteX0" fmla="*/ 0 w 523876"/>
                <a:gd name="connsiteY0" fmla="*/ 0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0 h 685801"/>
                <a:gd name="connsiteX0" fmla="*/ 0 w 523876"/>
                <a:gd name="connsiteY0" fmla="*/ 118533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3876" h="685801">
                  <a:moveTo>
                    <a:pt x="0" y="118533"/>
                  </a:moveTo>
                  <a:cubicBezTo>
                    <a:pt x="54428" y="62088"/>
                    <a:pt x="45963" y="75797"/>
                    <a:pt x="112487" y="0"/>
                  </a:cubicBezTo>
                  <a:lnTo>
                    <a:pt x="523876" y="0"/>
                  </a:lnTo>
                  <a:lnTo>
                    <a:pt x="523876" y="685801"/>
                  </a:lnTo>
                  <a:lnTo>
                    <a:pt x="0" y="685801"/>
                  </a:lnTo>
                  <a:lnTo>
                    <a:pt x="0" y="118533"/>
                  </a:lnTo>
                  <a:close/>
                </a:path>
              </a:pathLst>
            </a:cu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sp>
          <p:nvSpPr>
            <p:cNvPr id="875" name="Isosceles Triangle 874"/>
            <p:cNvSpPr/>
            <p:nvPr/>
          </p:nvSpPr>
          <p:spPr>
            <a:xfrm>
              <a:off x="6953249" y="4876800"/>
              <a:ext cx="107346" cy="114301"/>
            </a:xfrm>
            <a:prstGeom prst="triangle">
              <a:avLst>
                <a:gd name="adj" fmla="val 100000"/>
              </a:avLst>
            </a:prstGeom>
            <a:solidFill>
              <a:schemeClr val="bg1">
                <a:lumMod val="5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cxnSp>
          <p:nvCxnSpPr>
            <p:cNvPr id="876" name="Straight Connector 875"/>
            <p:cNvCxnSpPr/>
            <p:nvPr/>
          </p:nvCxnSpPr>
          <p:spPr>
            <a:xfrm flipH="1">
              <a:off x="7075170" y="5067302"/>
              <a:ext cx="251460" cy="0"/>
            </a:xfrm>
            <a:prstGeom prst="line">
              <a:avLst/>
            </a:prstGeom>
            <a:grpFill/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7" name="Straight Connector 876"/>
            <p:cNvCxnSpPr/>
            <p:nvPr/>
          </p:nvCxnSpPr>
          <p:spPr>
            <a:xfrm flipH="1">
              <a:off x="7075703" y="5143502"/>
              <a:ext cx="304267" cy="0"/>
            </a:xfrm>
            <a:prstGeom prst="line">
              <a:avLst/>
            </a:prstGeom>
            <a:grpFill/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8" name="Straight Connector 877"/>
            <p:cNvCxnSpPr/>
            <p:nvPr/>
          </p:nvCxnSpPr>
          <p:spPr>
            <a:xfrm flipH="1">
              <a:off x="7075170" y="5219702"/>
              <a:ext cx="228600" cy="0"/>
            </a:xfrm>
            <a:prstGeom prst="line">
              <a:avLst/>
            </a:prstGeom>
            <a:grpFill/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9" name="Straight Connector 878"/>
            <p:cNvCxnSpPr/>
            <p:nvPr/>
          </p:nvCxnSpPr>
          <p:spPr>
            <a:xfrm flipH="1">
              <a:off x="7075170" y="5295902"/>
              <a:ext cx="228600" cy="0"/>
            </a:xfrm>
            <a:prstGeom prst="line">
              <a:avLst/>
            </a:prstGeom>
            <a:grpFill/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0" name="Straight Connector 879"/>
            <p:cNvCxnSpPr/>
            <p:nvPr/>
          </p:nvCxnSpPr>
          <p:spPr>
            <a:xfrm flipH="1">
              <a:off x="7075170" y="5372102"/>
              <a:ext cx="251460" cy="0"/>
            </a:xfrm>
            <a:prstGeom prst="line">
              <a:avLst/>
            </a:prstGeom>
            <a:grpFill/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27" name="Group 726"/>
          <p:cNvGrpSpPr/>
          <p:nvPr/>
        </p:nvGrpSpPr>
        <p:grpSpPr>
          <a:xfrm>
            <a:off x="946814" y="3715872"/>
            <a:ext cx="493060" cy="645460"/>
            <a:chOff x="6943724" y="4876800"/>
            <a:chExt cx="523876" cy="685802"/>
          </a:xfrm>
        </p:grpSpPr>
        <p:sp>
          <p:nvSpPr>
            <p:cNvPr id="728" name="Rectangle 27"/>
            <p:cNvSpPr/>
            <p:nvPr/>
          </p:nvSpPr>
          <p:spPr>
            <a:xfrm>
              <a:off x="6943724" y="4876801"/>
              <a:ext cx="523876" cy="685801"/>
            </a:xfrm>
            <a:custGeom>
              <a:avLst/>
              <a:gdLst>
                <a:gd name="connsiteX0" fmla="*/ 0 w 523876"/>
                <a:gd name="connsiteY0" fmla="*/ 0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0 h 685801"/>
                <a:gd name="connsiteX0" fmla="*/ 0 w 523876"/>
                <a:gd name="connsiteY0" fmla="*/ 118533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3876" h="685801">
                  <a:moveTo>
                    <a:pt x="0" y="118533"/>
                  </a:moveTo>
                  <a:cubicBezTo>
                    <a:pt x="54428" y="62088"/>
                    <a:pt x="45963" y="75797"/>
                    <a:pt x="112487" y="0"/>
                  </a:cubicBezTo>
                  <a:lnTo>
                    <a:pt x="523876" y="0"/>
                  </a:lnTo>
                  <a:lnTo>
                    <a:pt x="523876" y="685801"/>
                  </a:lnTo>
                  <a:lnTo>
                    <a:pt x="0" y="685801"/>
                  </a:lnTo>
                  <a:lnTo>
                    <a:pt x="0" y="118533"/>
                  </a:lnTo>
                  <a:close/>
                </a:path>
              </a:pathLst>
            </a:cu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sp>
          <p:nvSpPr>
            <p:cNvPr id="729" name="Isosceles Triangle 728"/>
            <p:cNvSpPr/>
            <p:nvPr/>
          </p:nvSpPr>
          <p:spPr>
            <a:xfrm>
              <a:off x="6953249" y="4876800"/>
              <a:ext cx="107346" cy="114301"/>
            </a:xfrm>
            <a:prstGeom prst="triangle">
              <a:avLst>
                <a:gd name="adj" fmla="val 100000"/>
              </a:avLst>
            </a:prstGeom>
            <a:solidFill>
              <a:schemeClr val="bg1">
                <a:lumMod val="5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cxnSp>
          <p:nvCxnSpPr>
            <p:cNvPr id="730" name="Straight Connector 729"/>
            <p:cNvCxnSpPr/>
            <p:nvPr/>
          </p:nvCxnSpPr>
          <p:spPr>
            <a:xfrm flipH="1">
              <a:off x="7075170" y="5067302"/>
              <a:ext cx="25146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1" name="Straight Connector 730"/>
            <p:cNvCxnSpPr/>
            <p:nvPr/>
          </p:nvCxnSpPr>
          <p:spPr>
            <a:xfrm flipH="1">
              <a:off x="7075703" y="5143502"/>
              <a:ext cx="304267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2" name="Straight Connector 731"/>
            <p:cNvCxnSpPr/>
            <p:nvPr/>
          </p:nvCxnSpPr>
          <p:spPr>
            <a:xfrm flipH="1">
              <a:off x="7075170" y="5219702"/>
              <a:ext cx="22860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3" name="Straight Connector 732"/>
            <p:cNvCxnSpPr/>
            <p:nvPr/>
          </p:nvCxnSpPr>
          <p:spPr>
            <a:xfrm flipH="1">
              <a:off x="7075170" y="5295902"/>
              <a:ext cx="22860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4" name="Straight Connector 733"/>
            <p:cNvCxnSpPr/>
            <p:nvPr/>
          </p:nvCxnSpPr>
          <p:spPr>
            <a:xfrm flipH="1">
              <a:off x="7075170" y="5372102"/>
              <a:ext cx="25146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35" name="Group 734"/>
          <p:cNvGrpSpPr/>
          <p:nvPr/>
        </p:nvGrpSpPr>
        <p:grpSpPr>
          <a:xfrm>
            <a:off x="948394" y="2281518"/>
            <a:ext cx="493060" cy="645460"/>
            <a:chOff x="6943724" y="4876800"/>
            <a:chExt cx="523876" cy="685802"/>
          </a:xfrm>
        </p:grpSpPr>
        <p:sp>
          <p:nvSpPr>
            <p:cNvPr id="736" name="Rectangle 27"/>
            <p:cNvSpPr/>
            <p:nvPr/>
          </p:nvSpPr>
          <p:spPr>
            <a:xfrm>
              <a:off x="6943724" y="4876801"/>
              <a:ext cx="523876" cy="685801"/>
            </a:xfrm>
            <a:custGeom>
              <a:avLst/>
              <a:gdLst>
                <a:gd name="connsiteX0" fmla="*/ 0 w 523876"/>
                <a:gd name="connsiteY0" fmla="*/ 0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0 h 685801"/>
                <a:gd name="connsiteX0" fmla="*/ 0 w 523876"/>
                <a:gd name="connsiteY0" fmla="*/ 118533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3876" h="685801">
                  <a:moveTo>
                    <a:pt x="0" y="118533"/>
                  </a:moveTo>
                  <a:cubicBezTo>
                    <a:pt x="54428" y="62088"/>
                    <a:pt x="45963" y="75797"/>
                    <a:pt x="112487" y="0"/>
                  </a:cubicBezTo>
                  <a:lnTo>
                    <a:pt x="523876" y="0"/>
                  </a:lnTo>
                  <a:lnTo>
                    <a:pt x="523876" y="685801"/>
                  </a:lnTo>
                  <a:lnTo>
                    <a:pt x="0" y="685801"/>
                  </a:lnTo>
                  <a:lnTo>
                    <a:pt x="0" y="118533"/>
                  </a:lnTo>
                  <a:close/>
                </a:path>
              </a:pathLst>
            </a:cu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sp>
          <p:nvSpPr>
            <p:cNvPr id="737" name="Isosceles Triangle 736"/>
            <p:cNvSpPr/>
            <p:nvPr/>
          </p:nvSpPr>
          <p:spPr>
            <a:xfrm>
              <a:off x="6953249" y="4876800"/>
              <a:ext cx="107346" cy="114301"/>
            </a:xfrm>
            <a:prstGeom prst="triangle">
              <a:avLst>
                <a:gd name="adj" fmla="val 100000"/>
              </a:avLst>
            </a:prstGeom>
            <a:solidFill>
              <a:schemeClr val="bg1">
                <a:lumMod val="5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cxnSp>
          <p:nvCxnSpPr>
            <p:cNvPr id="738" name="Straight Connector 737"/>
            <p:cNvCxnSpPr/>
            <p:nvPr/>
          </p:nvCxnSpPr>
          <p:spPr>
            <a:xfrm flipH="1">
              <a:off x="7075170" y="5067302"/>
              <a:ext cx="25146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9" name="Straight Connector 738"/>
            <p:cNvCxnSpPr/>
            <p:nvPr/>
          </p:nvCxnSpPr>
          <p:spPr>
            <a:xfrm flipH="1">
              <a:off x="7075703" y="5143502"/>
              <a:ext cx="304267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0" name="Straight Connector 739"/>
            <p:cNvCxnSpPr/>
            <p:nvPr/>
          </p:nvCxnSpPr>
          <p:spPr>
            <a:xfrm flipH="1">
              <a:off x="7075170" y="5219702"/>
              <a:ext cx="22860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1" name="Straight Connector 740"/>
            <p:cNvCxnSpPr/>
            <p:nvPr/>
          </p:nvCxnSpPr>
          <p:spPr>
            <a:xfrm flipH="1">
              <a:off x="7075170" y="5295902"/>
              <a:ext cx="22860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2" name="Straight Connector 741"/>
            <p:cNvCxnSpPr/>
            <p:nvPr/>
          </p:nvCxnSpPr>
          <p:spPr>
            <a:xfrm flipH="1">
              <a:off x="7075170" y="5372102"/>
              <a:ext cx="25146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43" name="Group 742"/>
          <p:cNvGrpSpPr/>
          <p:nvPr/>
        </p:nvGrpSpPr>
        <p:grpSpPr>
          <a:xfrm>
            <a:off x="949185" y="1564342"/>
            <a:ext cx="493060" cy="645460"/>
            <a:chOff x="6943724" y="4876800"/>
            <a:chExt cx="523876" cy="685802"/>
          </a:xfrm>
        </p:grpSpPr>
        <p:sp>
          <p:nvSpPr>
            <p:cNvPr id="744" name="Rectangle 27"/>
            <p:cNvSpPr/>
            <p:nvPr/>
          </p:nvSpPr>
          <p:spPr>
            <a:xfrm>
              <a:off x="6943724" y="4876801"/>
              <a:ext cx="523876" cy="685801"/>
            </a:xfrm>
            <a:custGeom>
              <a:avLst/>
              <a:gdLst>
                <a:gd name="connsiteX0" fmla="*/ 0 w 523876"/>
                <a:gd name="connsiteY0" fmla="*/ 0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0 h 685801"/>
                <a:gd name="connsiteX0" fmla="*/ 0 w 523876"/>
                <a:gd name="connsiteY0" fmla="*/ 118533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3876" h="685801">
                  <a:moveTo>
                    <a:pt x="0" y="118533"/>
                  </a:moveTo>
                  <a:cubicBezTo>
                    <a:pt x="54428" y="62088"/>
                    <a:pt x="45963" y="75797"/>
                    <a:pt x="112487" y="0"/>
                  </a:cubicBezTo>
                  <a:lnTo>
                    <a:pt x="523876" y="0"/>
                  </a:lnTo>
                  <a:lnTo>
                    <a:pt x="523876" y="685801"/>
                  </a:lnTo>
                  <a:lnTo>
                    <a:pt x="0" y="685801"/>
                  </a:lnTo>
                  <a:lnTo>
                    <a:pt x="0" y="118533"/>
                  </a:lnTo>
                  <a:close/>
                </a:path>
              </a:pathLst>
            </a:cu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sp>
          <p:nvSpPr>
            <p:cNvPr id="745" name="Isosceles Triangle 744"/>
            <p:cNvSpPr/>
            <p:nvPr/>
          </p:nvSpPr>
          <p:spPr>
            <a:xfrm>
              <a:off x="6953249" y="4876800"/>
              <a:ext cx="107346" cy="114301"/>
            </a:xfrm>
            <a:prstGeom prst="triangle">
              <a:avLst>
                <a:gd name="adj" fmla="val 100000"/>
              </a:avLst>
            </a:prstGeom>
            <a:solidFill>
              <a:schemeClr val="bg1">
                <a:lumMod val="5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cxnSp>
          <p:nvCxnSpPr>
            <p:cNvPr id="746" name="Straight Connector 745"/>
            <p:cNvCxnSpPr/>
            <p:nvPr/>
          </p:nvCxnSpPr>
          <p:spPr>
            <a:xfrm flipH="1">
              <a:off x="7075170" y="5067302"/>
              <a:ext cx="25146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7" name="Straight Connector 746"/>
            <p:cNvCxnSpPr/>
            <p:nvPr/>
          </p:nvCxnSpPr>
          <p:spPr>
            <a:xfrm flipH="1">
              <a:off x="7075703" y="5143502"/>
              <a:ext cx="304267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8" name="Straight Connector 747"/>
            <p:cNvCxnSpPr/>
            <p:nvPr/>
          </p:nvCxnSpPr>
          <p:spPr>
            <a:xfrm flipH="1">
              <a:off x="7075170" y="5219702"/>
              <a:ext cx="22860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9" name="Straight Connector 748"/>
            <p:cNvCxnSpPr/>
            <p:nvPr/>
          </p:nvCxnSpPr>
          <p:spPr>
            <a:xfrm flipH="1">
              <a:off x="7075170" y="5295902"/>
              <a:ext cx="22860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0" name="Straight Connector 749"/>
            <p:cNvCxnSpPr/>
            <p:nvPr/>
          </p:nvCxnSpPr>
          <p:spPr>
            <a:xfrm flipH="1">
              <a:off x="7075170" y="5372102"/>
              <a:ext cx="25146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53" name="Group 752"/>
          <p:cNvGrpSpPr/>
          <p:nvPr/>
        </p:nvGrpSpPr>
        <p:grpSpPr>
          <a:xfrm>
            <a:off x="1568889" y="4433047"/>
            <a:ext cx="493060" cy="645460"/>
            <a:chOff x="6943724" y="4876800"/>
            <a:chExt cx="523876" cy="685802"/>
          </a:xfrm>
        </p:grpSpPr>
        <p:sp>
          <p:nvSpPr>
            <p:cNvPr id="754" name="Rectangle 27"/>
            <p:cNvSpPr/>
            <p:nvPr/>
          </p:nvSpPr>
          <p:spPr>
            <a:xfrm>
              <a:off x="6943724" y="4876801"/>
              <a:ext cx="523876" cy="685801"/>
            </a:xfrm>
            <a:custGeom>
              <a:avLst/>
              <a:gdLst>
                <a:gd name="connsiteX0" fmla="*/ 0 w 523876"/>
                <a:gd name="connsiteY0" fmla="*/ 0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0 h 685801"/>
                <a:gd name="connsiteX0" fmla="*/ 0 w 523876"/>
                <a:gd name="connsiteY0" fmla="*/ 118533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3876" h="685801">
                  <a:moveTo>
                    <a:pt x="0" y="118533"/>
                  </a:moveTo>
                  <a:cubicBezTo>
                    <a:pt x="54428" y="62088"/>
                    <a:pt x="45963" y="75797"/>
                    <a:pt x="112487" y="0"/>
                  </a:cubicBezTo>
                  <a:lnTo>
                    <a:pt x="523876" y="0"/>
                  </a:lnTo>
                  <a:lnTo>
                    <a:pt x="523876" y="685801"/>
                  </a:lnTo>
                  <a:lnTo>
                    <a:pt x="0" y="685801"/>
                  </a:lnTo>
                  <a:lnTo>
                    <a:pt x="0" y="118533"/>
                  </a:lnTo>
                  <a:close/>
                </a:path>
              </a:pathLst>
            </a:cu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sp>
          <p:nvSpPr>
            <p:cNvPr id="755" name="Isosceles Triangle 754"/>
            <p:cNvSpPr/>
            <p:nvPr/>
          </p:nvSpPr>
          <p:spPr>
            <a:xfrm>
              <a:off x="6953249" y="4876800"/>
              <a:ext cx="107346" cy="114301"/>
            </a:xfrm>
            <a:prstGeom prst="triangle">
              <a:avLst>
                <a:gd name="adj" fmla="val 100000"/>
              </a:avLst>
            </a:prstGeom>
            <a:solidFill>
              <a:schemeClr val="bg1">
                <a:lumMod val="5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cxnSp>
          <p:nvCxnSpPr>
            <p:cNvPr id="756" name="Straight Connector 755"/>
            <p:cNvCxnSpPr/>
            <p:nvPr/>
          </p:nvCxnSpPr>
          <p:spPr>
            <a:xfrm flipH="1">
              <a:off x="7075170" y="5067302"/>
              <a:ext cx="25146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7" name="Straight Connector 756"/>
            <p:cNvCxnSpPr/>
            <p:nvPr/>
          </p:nvCxnSpPr>
          <p:spPr>
            <a:xfrm flipH="1">
              <a:off x="7075703" y="5143502"/>
              <a:ext cx="304267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8" name="Straight Connector 757"/>
            <p:cNvCxnSpPr/>
            <p:nvPr/>
          </p:nvCxnSpPr>
          <p:spPr>
            <a:xfrm flipH="1">
              <a:off x="7075170" y="5219702"/>
              <a:ext cx="22860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9" name="Straight Connector 758"/>
            <p:cNvCxnSpPr/>
            <p:nvPr/>
          </p:nvCxnSpPr>
          <p:spPr>
            <a:xfrm flipH="1">
              <a:off x="7075170" y="5295902"/>
              <a:ext cx="22860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0" name="Straight Connector 759"/>
            <p:cNvCxnSpPr/>
            <p:nvPr/>
          </p:nvCxnSpPr>
          <p:spPr>
            <a:xfrm flipH="1">
              <a:off x="7075170" y="5372102"/>
              <a:ext cx="25146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69" name="Group 768"/>
          <p:cNvGrpSpPr/>
          <p:nvPr/>
        </p:nvGrpSpPr>
        <p:grpSpPr>
          <a:xfrm>
            <a:off x="1569679" y="3715872"/>
            <a:ext cx="493060" cy="645460"/>
            <a:chOff x="6943724" y="4876800"/>
            <a:chExt cx="523876" cy="685802"/>
          </a:xfrm>
        </p:grpSpPr>
        <p:sp>
          <p:nvSpPr>
            <p:cNvPr id="770" name="Rectangle 27"/>
            <p:cNvSpPr/>
            <p:nvPr/>
          </p:nvSpPr>
          <p:spPr>
            <a:xfrm>
              <a:off x="6943724" y="4876801"/>
              <a:ext cx="523876" cy="685801"/>
            </a:xfrm>
            <a:custGeom>
              <a:avLst/>
              <a:gdLst>
                <a:gd name="connsiteX0" fmla="*/ 0 w 523876"/>
                <a:gd name="connsiteY0" fmla="*/ 0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0 h 685801"/>
                <a:gd name="connsiteX0" fmla="*/ 0 w 523876"/>
                <a:gd name="connsiteY0" fmla="*/ 118533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3876" h="685801">
                  <a:moveTo>
                    <a:pt x="0" y="118533"/>
                  </a:moveTo>
                  <a:cubicBezTo>
                    <a:pt x="54428" y="62088"/>
                    <a:pt x="45963" y="75797"/>
                    <a:pt x="112487" y="0"/>
                  </a:cubicBezTo>
                  <a:lnTo>
                    <a:pt x="523876" y="0"/>
                  </a:lnTo>
                  <a:lnTo>
                    <a:pt x="523876" y="685801"/>
                  </a:lnTo>
                  <a:lnTo>
                    <a:pt x="0" y="685801"/>
                  </a:lnTo>
                  <a:lnTo>
                    <a:pt x="0" y="118533"/>
                  </a:lnTo>
                  <a:close/>
                </a:path>
              </a:pathLst>
            </a:cu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sp>
          <p:nvSpPr>
            <p:cNvPr id="771" name="Isosceles Triangle 770"/>
            <p:cNvSpPr/>
            <p:nvPr/>
          </p:nvSpPr>
          <p:spPr>
            <a:xfrm>
              <a:off x="6953249" y="4876800"/>
              <a:ext cx="107346" cy="114301"/>
            </a:xfrm>
            <a:prstGeom prst="triangle">
              <a:avLst>
                <a:gd name="adj" fmla="val 100000"/>
              </a:avLst>
            </a:prstGeom>
            <a:solidFill>
              <a:schemeClr val="bg1">
                <a:lumMod val="5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cxnSp>
          <p:nvCxnSpPr>
            <p:cNvPr id="772" name="Straight Connector 771"/>
            <p:cNvCxnSpPr/>
            <p:nvPr/>
          </p:nvCxnSpPr>
          <p:spPr>
            <a:xfrm flipH="1">
              <a:off x="7075170" y="5067302"/>
              <a:ext cx="25146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3" name="Straight Connector 772"/>
            <p:cNvCxnSpPr/>
            <p:nvPr/>
          </p:nvCxnSpPr>
          <p:spPr>
            <a:xfrm flipH="1">
              <a:off x="7075703" y="5143502"/>
              <a:ext cx="304267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4" name="Straight Connector 773"/>
            <p:cNvCxnSpPr/>
            <p:nvPr/>
          </p:nvCxnSpPr>
          <p:spPr>
            <a:xfrm flipH="1">
              <a:off x="7075170" y="5219702"/>
              <a:ext cx="22860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5" name="Straight Connector 774"/>
            <p:cNvCxnSpPr/>
            <p:nvPr/>
          </p:nvCxnSpPr>
          <p:spPr>
            <a:xfrm flipH="1">
              <a:off x="7075170" y="5295902"/>
              <a:ext cx="22860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6" name="Straight Connector 775"/>
            <p:cNvCxnSpPr/>
            <p:nvPr/>
          </p:nvCxnSpPr>
          <p:spPr>
            <a:xfrm flipH="1">
              <a:off x="7075170" y="5372102"/>
              <a:ext cx="25146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77" name="Group 776"/>
          <p:cNvGrpSpPr/>
          <p:nvPr/>
        </p:nvGrpSpPr>
        <p:grpSpPr>
          <a:xfrm>
            <a:off x="2192545" y="3715872"/>
            <a:ext cx="493060" cy="645460"/>
            <a:chOff x="6943724" y="4876800"/>
            <a:chExt cx="523876" cy="685802"/>
          </a:xfrm>
        </p:grpSpPr>
        <p:sp>
          <p:nvSpPr>
            <p:cNvPr id="778" name="Rectangle 27"/>
            <p:cNvSpPr/>
            <p:nvPr/>
          </p:nvSpPr>
          <p:spPr>
            <a:xfrm>
              <a:off x="6943724" y="4876801"/>
              <a:ext cx="523876" cy="685801"/>
            </a:xfrm>
            <a:custGeom>
              <a:avLst/>
              <a:gdLst>
                <a:gd name="connsiteX0" fmla="*/ 0 w 523876"/>
                <a:gd name="connsiteY0" fmla="*/ 0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0 h 685801"/>
                <a:gd name="connsiteX0" fmla="*/ 0 w 523876"/>
                <a:gd name="connsiteY0" fmla="*/ 118533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3876" h="685801">
                  <a:moveTo>
                    <a:pt x="0" y="118533"/>
                  </a:moveTo>
                  <a:cubicBezTo>
                    <a:pt x="54428" y="62088"/>
                    <a:pt x="45963" y="75797"/>
                    <a:pt x="112487" y="0"/>
                  </a:cubicBezTo>
                  <a:lnTo>
                    <a:pt x="523876" y="0"/>
                  </a:lnTo>
                  <a:lnTo>
                    <a:pt x="523876" y="685801"/>
                  </a:lnTo>
                  <a:lnTo>
                    <a:pt x="0" y="685801"/>
                  </a:lnTo>
                  <a:lnTo>
                    <a:pt x="0" y="118533"/>
                  </a:lnTo>
                  <a:close/>
                </a:path>
              </a:pathLst>
            </a:cu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sp>
          <p:nvSpPr>
            <p:cNvPr id="779" name="Isosceles Triangle 778"/>
            <p:cNvSpPr/>
            <p:nvPr/>
          </p:nvSpPr>
          <p:spPr>
            <a:xfrm>
              <a:off x="6953249" y="4876800"/>
              <a:ext cx="107346" cy="114301"/>
            </a:xfrm>
            <a:prstGeom prst="triangle">
              <a:avLst>
                <a:gd name="adj" fmla="val 100000"/>
              </a:avLst>
            </a:prstGeom>
            <a:solidFill>
              <a:schemeClr val="bg1">
                <a:lumMod val="5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cxnSp>
          <p:nvCxnSpPr>
            <p:cNvPr id="780" name="Straight Connector 779"/>
            <p:cNvCxnSpPr/>
            <p:nvPr/>
          </p:nvCxnSpPr>
          <p:spPr>
            <a:xfrm flipH="1">
              <a:off x="7075170" y="5067302"/>
              <a:ext cx="25146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1" name="Straight Connector 780"/>
            <p:cNvCxnSpPr/>
            <p:nvPr/>
          </p:nvCxnSpPr>
          <p:spPr>
            <a:xfrm flipH="1">
              <a:off x="7075703" y="5143502"/>
              <a:ext cx="304267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2" name="Straight Connector 781"/>
            <p:cNvCxnSpPr/>
            <p:nvPr/>
          </p:nvCxnSpPr>
          <p:spPr>
            <a:xfrm flipH="1">
              <a:off x="7075170" y="5219702"/>
              <a:ext cx="22860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3" name="Straight Connector 782"/>
            <p:cNvCxnSpPr/>
            <p:nvPr/>
          </p:nvCxnSpPr>
          <p:spPr>
            <a:xfrm flipH="1">
              <a:off x="7075170" y="5295902"/>
              <a:ext cx="22860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4" name="Straight Connector 783"/>
            <p:cNvCxnSpPr/>
            <p:nvPr/>
          </p:nvCxnSpPr>
          <p:spPr>
            <a:xfrm flipH="1">
              <a:off x="7075170" y="5372102"/>
              <a:ext cx="25146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85" name="Group 784"/>
          <p:cNvGrpSpPr/>
          <p:nvPr/>
        </p:nvGrpSpPr>
        <p:grpSpPr>
          <a:xfrm>
            <a:off x="2815410" y="3715872"/>
            <a:ext cx="493060" cy="645460"/>
            <a:chOff x="6943724" y="4876800"/>
            <a:chExt cx="523876" cy="685802"/>
          </a:xfrm>
        </p:grpSpPr>
        <p:sp>
          <p:nvSpPr>
            <p:cNvPr id="786" name="Rectangle 27"/>
            <p:cNvSpPr/>
            <p:nvPr/>
          </p:nvSpPr>
          <p:spPr>
            <a:xfrm>
              <a:off x="6943724" y="4876801"/>
              <a:ext cx="523876" cy="685801"/>
            </a:xfrm>
            <a:custGeom>
              <a:avLst/>
              <a:gdLst>
                <a:gd name="connsiteX0" fmla="*/ 0 w 523876"/>
                <a:gd name="connsiteY0" fmla="*/ 0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0 h 685801"/>
                <a:gd name="connsiteX0" fmla="*/ 0 w 523876"/>
                <a:gd name="connsiteY0" fmla="*/ 118533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3876" h="685801">
                  <a:moveTo>
                    <a:pt x="0" y="118533"/>
                  </a:moveTo>
                  <a:cubicBezTo>
                    <a:pt x="54428" y="62088"/>
                    <a:pt x="45963" y="75797"/>
                    <a:pt x="112487" y="0"/>
                  </a:cubicBezTo>
                  <a:lnTo>
                    <a:pt x="523876" y="0"/>
                  </a:lnTo>
                  <a:lnTo>
                    <a:pt x="523876" y="685801"/>
                  </a:lnTo>
                  <a:lnTo>
                    <a:pt x="0" y="685801"/>
                  </a:lnTo>
                  <a:lnTo>
                    <a:pt x="0" y="118533"/>
                  </a:lnTo>
                  <a:close/>
                </a:path>
              </a:pathLst>
            </a:cu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sp>
          <p:nvSpPr>
            <p:cNvPr id="787" name="Isosceles Triangle 786"/>
            <p:cNvSpPr/>
            <p:nvPr/>
          </p:nvSpPr>
          <p:spPr>
            <a:xfrm>
              <a:off x="6953249" y="4876800"/>
              <a:ext cx="107346" cy="114301"/>
            </a:xfrm>
            <a:prstGeom prst="triangle">
              <a:avLst>
                <a:gd name="adj" fmla="val 100000"/>
              </a:avLst>
            </a:prstGeom>
            <a:solidFill>
              <a:schemeClr val="bg1">
                <a:lumMod val="5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cxnSp>
          <p:nvCxnSpPr>
            <p:cNvPr id="788" name="Straight Connector 787"/>
            <p:cNvCxnSpPr/>
            <p:nvPr/>
          </p:nvCxnSpPr>
          <p:spPr>
            <a:xfrm flipH="1">
              <a:off x="7075170" y="5067302"/>
              <a:ext cx="25146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9" name="Straight Connector 788"/>
            <p:cNvCxnSpPr/>
            <p:nvPr/>
          </p:nvCxnSpPr>
          <p:spPr>
            <a:xfrm flipH="1">
              <a:off x="7075703" y="5143502"/>
              <a:ext cx="304267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0" name="Straight Connector 789"/>
            <p:cNvCxnSpPr/>
            <p:nvPr/>
          </p:nvCxnSpPr>
          <p:spPr>
            <a:xfrm flipH="1">
              <a:off x="7075170" y="5219702"/>
              <a:ext cx="22860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1" name="Straight Connector 790"/>
            <p:cNvCxnSpPr/>
            <p:nvPr/>
          </p:nvCxnSpPr>
          <p:spPr>
            <a:xfrm flipH="1">
              <a:off x="7075170" y="5295902"/>
              <a:ext cx="22860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2" name="Straight Connector 791"/>
            <p:cNvCxnSpPr/>
            <p:nvPr/>
          </p:nvCxnSpPr>
          <p:spPr>
            <a:xfrm flipH="1">
              <a:off x="7075170" y="5372102"/>
              <a:ext cx="25146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93" name="Group 792"/>
          <p:cNvGrpSpPr/>
          <p:nvPr/>
        </p:nvGrpSpPr>
        <p:grpSpPr>
          <a:xfrm>
            <a:off x="1570470" y="2998695"/>
            <a:ext cx="493060" cy="645460"/>
            <a:chOff x="6943724" y="4876800"/>
            <a:chExt cx="523876" cy="685802"/>
          </a:xfrm>
        </p:grpSpPr>
        <p:sp>
          <p:nvSpPr>
            <p:cNvPr id="794" name="Rectangle 27"/>
            <p:cNvSpPr/>
            <p:nvPr/>
          </p:nvSpPr>
          <p:spPr>
            <a:xfrm>
              <a:off x="6943724" y="4876801"/>
              <a:ext cx="523876" cy="685801"/>
            </a:xfrm>
            <a:custGeom>
              <a:avLst/>
              <a:gdLst>
                <a:gd name="connsiteX0" fmla="*/ 0 w 523876"/>
                <a:gd name="connsiteY0" fmla="*/ 0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0 h 685801"/>
                <a:gd name="connsiteX0" fmla="*/ 0 w 523876"/>
                <a:gd name="connsiteY0" fmla="*/ 118533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3876" h="685801">
                  <a:moveTo>
                    <a:pt x="0" y="118533"/>
                  </a:moveTo>
                  <a:cubicBezTo>
                    <a:pt x="54428" y="62088"/>
                    <a:pt x="45963" y="75797"/>
                    <a:pt x="112487" y="0"/>
                  </a:cubicBezTo>
                  <a:lnTo>
                    <a:pt x="523876" y="0"/>
                  </a:lnTo>
                  <a:lnTo>
                    <a:pt x="523876" y="685801"/>
                  </a:lnTo>
                  <a:lnTo>
                    <a:pt x="0" y="685801"/>
                  </a:lnTo>
                  <a:lnTo>
                    <a:pt x="0" y="118533"/>
                  </a:lnTo>
                  <a:close/>
                </a:path>
              </a:pathLst>
            </a:cu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sp>
          <p:nvSpPr>
            <p:cNvPr id="795" name="Isosceles Triangle 794"/>
            <p:cNvSpPr/>
            <p:nvPr/>
          </p:nvSpPr>
          <p:spPr>
            <a:xfrm>
              <a:off x="6953249" y="4876800"/>
              <a:ext cx="107346" cy="114301"/>
            </a:xfrm>
            <a:prstGeom prst="triangle">
              <a:avLst>
                <a:gd name="adj" fmla="val 100000"/>
              </a:avLst>
            </a:prstGeom>
            <a:solidFill>
              <a:schemeClr val="bg1">
                <a:lumMod val="5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cxnSp>
          <p:nvCxnSpPr>
            <p:cNvPr id="796" name="Straight Connector 795"/>
            <p:cNvCxnSpPr/>
            <p:nvPr/>
          </p:nvCxnSpPr>
          <p:spPr>
            <a:xfrm flipH="1">
              <a:off x="7075170" y="5067302"/>
              <a:ext cx="25146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7" name="Straight Connector 796"/>
            <p:cNvCxnSpPr/>
            <p:nvPr/>
          </p:nvCxnSpPr>
          <p:spPr>
            <a:xfrm flipH="1">
              <a:off x="7075703" y="5143502"/>
              <a:ext cx="304267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8" name="Straight Connector 797"/>
            <p:cNvCxnSpPr/>
            <p:nvPr/>
          </p:nvCxnSpPr>
          <p:spPr>
            <a:xfrm flipH="1">
              <a:off x="7075170" y="5219702"/>
              <a:ext cx="22860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9" name="Straight Connector 798"/>
            <p:cNvCxnSpPr/>
            <p:nvPr/>
          </p:nvCxnSpPr>
          <p:spPr>
            <a:xfrm flipH="1">
              <a:off x="7075170" y="5295902"/>
              <a:ext cx="22860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0" name="Straight Connector 799"/>
            <p:cNvCxnSpPr/>
            <p:nvPr/>
          </p:nvCxnSpPr>
          <p:spPr>
            <a:xfrm flipH="1">
              <a:off x="7075170" y="5372102"/>
              <a:ext cx="25146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01" name="Group 800"/>
          <p:cNvGrpSpPr/>
          <p:nvPr/>
        </p:nvGrpSpPr>
        <p:grpSpPr>
          <a:xfrm>
            <a:off x="2816201" y="2998695"/>
            <a:ext cx="493060" cy="645460"/>
            <a:chOff x="6943724" y="4876800"/>
            <a:chExt cx="523876" cy="685802"/>
          </a:xfrm>
        </p:grpSpPr>
        <p:sp>
          <p:nvSpPr>
            <p:cNvPr id="802" name="Rectangle 27"/>
            <p:cNvSpPr/>
            <p:nvPr/>
          </p:nvSpPr>
          <p:spPr>
            <a:xfrm>
              <a:off x="6943724" y="4876801"/>
              <a:ext cx="523876" cy="685801"/>
            </a:xfrm>
            <a:custGeom>
              <a:avLst/>
              <a:gdLst>
                <a:gd name="connsiteX0" fmla="*/ 0 w 523876"/>
                <a:gd name="connsiteY0" fmla="*/ 0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0 h 685801"/>
                <a:gd name="connsiteX0" fmla="*/ 0 w 523876"/>
                <a:gd name="connsiteY0" fmla="*/ 118533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3876" h="685801">
                  <a:moveTo>
                    <a:pt x="0" y="118533"/>
                  </a:moveTo>
                  <a:cubicBezTo>
                    <a:pt x="54428" y="62088"/>
                    <a:pt x="45963" y="75797"/>
                    <a:pt x="112487" y="0"/>
                  </a:cubicBezTo>
                  <a:lnTo>
                    <a:pt x="523876" y="0"/>
                  </a:lnTo>
                  <a:lnTo>
                    <a:pt x="523876" y="685801"/>
                  </a:lnTo>
                  <a:lnTo>
                    <a:pt x="0" y="685801"/>
                  </a:lnTo>
                  <a:lnTo>
                    <a:pt x="0" y="118533"/>
                  </a:lnTo>
                  <a:close/>
                </a:path>
              </a:pathLst>
            </a:cu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sp>
          <p:nvSpPr>
            <p:cNvPr id="803" name="Isosceles Triangle 802"/>
            <p:cNvSpPr/>
            <p:nvPr/>
          </p:nvSpPr>
          <p:spPr>
            <a:xfrm>
              <a:off x="6953249" y="4876800"/>
              <a:ext cx="107346" cy="114301"/>
            </a:xfrm>
            <a:prstGeom prst="triangle">
              <a:avLst>
                <a:gd name="adj" fmla="val 100000"/>
              </a:avLst>
            </a:prstGeom>
            <a:solidFill>
              <a:schemeClr val="bg1">
                <a:lumMod val="5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cxnSp>
          <p:nvCxnSpPr>
            <p:cNvPr id="804" name="Straight Connector 803"/>
            <p:cNvCxnSpPr/>
            <p:nvPr/>
          </p:nvCxnSpPr>
          <p:spPr>
            <a:xfrm flipH="1">
              <a:off x="7075170" y="5067302"/>
              <a:ext cx="25146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5" name="Straight Connector 804"/>
            <p:cNvCxnSpPr/>
            <p:nvPr/>
          </p:nvCxnSpPr>
          <p:spPr>
            <a:xfrm flipH="1">
              <a:off x="7075703" y="5143502"/>
              <a:ext cx="304267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6" name="Straight Connector 805"/>
            <p:cNvCxnSpPr/>
            <p:nvPr/>
          </p:nvCxnSpPr>
          <p:spPr>
            <a:xfrm flipH="1">
              <a:off x="7075170" y="5219702"/>
              <a:ext cx="22860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7" name="Straight Connector 806"/>
            <p:cNvCxnSpPr/>
            <p:nvPr/>
          </p:nvCxnSpPr>
          <p:spPr>
            <a:xfrm flipH="1">
              <a:off x="7075170" y="5295902"/>
              <a:ext cx="22860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8" name="Straight Connector 807"/>
            <p:cNvCxnSpPr/>
            <p:nvPr/>
          </p:nvCxnSpPr>
          <p:spPr>
            <a:xfrm flipH="1">
              <a:off x="7075170" y="5372102"/>
              <a:ext cx="25146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09" name="Group 808"/>
          <p:cNvGrpSpPr/>
          <p:nvPr/>
        </p:nvGrpSpPr>
        <p:grpSpPr>
          <a:xfrm>
            <a:off x="1571261" y="2281518"/>
            <a:ext cx="493060" cy="645460"/>
            <a:chOff x="6943724" y="4876800"/>
            <a:chExt cx="523876" cy="685802"/>
          </a:xfrm>
        </p:grpSpPr>
        <p:sp>
          <p:nvSpPr>
            <p:cNvPr id="810" name="Rectangle 27"/>
            <p:cNvSpPr/>
            <p:nvPr/>
          </p:nvSpPr>
          <p:spPr>
            <a:xfrm>
              <a:off x="6943724" y="4876801"/>
              <a:ext cx="523876" cy="685801"/>
            </a:xfrm>
            <a:custGeom>
              <a:avLst/>
              <a:gdLst>
                <a:gd name="connsiteX0" fmla="*/ 0 w 523876"/>
                <a:gd name="connsiteY0" fmla="*/ 0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0 h 685801"/>
                <a:gd name="connsiteX0" fmla="*/ 0 w 523876"/>
                <a:gd name="connsiteY0" fmla="*/ 118533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3876" h="685801">
                  <a:moveTo>
                    <a:pt x="0" y="118533"/>
                  </a:moveTo>
                  <a:cubicBezTo>
                    <a:pt x="54428" y="62088"/>
                    <a:pt x="45963" y="75797"/>
                    <a:pt x="112487" y="0"/>
                  </a:cubicBezTo>
                  <a:lnTo>
                    <a:pt x="523876" y="0"/>
                  </a:lnTo>
                  <a:lnTo>
                    <a:pt x="523876" y="685801"/>
                  </a:lnTo>
                  <a:lnTo>
                    <a:pt x="0" y="685801"/>
                  </a:lnTo>
                  <a:lnTo>
                    <a:pt x="0" y="118533"/>
                  </a:lnTo>
                  <a:close/>
                </a:path>
              </a:pathLst>
            </a:cu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sp>
          <p:nvSpPr>
            <p:cNvPr id="811" name="Isosceles Triangle 810"/>
            <p:cNvSpPr/>
            <p:nvPr/>
          </p:nvSpPr>
          <p:spPr>
            <a:xfrm>
              <a:off x="6953249" y="4876800"/>
              <a:ext cx="107346" cy="114301"/>
            </a:xfrm>
            <a:prstGeom prst="triangle">
              <a:avLst>
                <a:gd name="adj" fmla="val 100000"/>
              </a:avLst>
            </a:prstGeom>
            <a:solidFill>
              <a:schemeClr val="bg1">
                <a:lumMod val="5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cxnSp>
          <p:nvCxnSpPr>
            <p:cNvPr id="812" name="Straight Connector 811"/>
            <p:cNvCxnSpPr/>
            <p:nvPr/>
          </p:nvCxnSpPr>
          <p:spPr>
            <a:xfrm flipH="1">
              <a:off x="7075170" y="5067302"/>
              <a:ext cx="25146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3" name="Straight Connector 812"/>
            <p:cNvCxnSpPr/>
            <p:nvPr/>
          </p:nvCxnSpPr>
          <p:spPr>
            <a:xfrm flipH="1">
              <a:off x="7075703" y="5143502"/>
              <a:ext cx="304267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4" name="Straight Connector 813"/>
            <p:cNvCxnSpPr/>
            <p:nvPr/>
          </p:nvCxnSpPr>
          <p:spPr>
            <a:xfrm flipH="1">
              <a:off x="7075170" y="5219702"/>
              <a:ext cx="22860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5" name="Straight Connector 814"/>
            <p:cNvCxnSpPr/>
            <p:nvPr/>
          </p:nvCxnSpPr>
          <p:spPr>
            <a:xfrm flipH="1">
              <a:off x="7075170" y="5295902"/>
              <a:ext cx="22860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6" name="Straight Connector 815"/>
            <p:cNvCxnSpPr/>
            <p:nvPr/>
          </p:nvCxnSpPr>
          <p:spPr>
            <a:xfrm flipH="1">
              <a:off x="7075170" y="5372102"/>
              <a:ext cx="25146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17" name="Group 816"/>
          <p:cNvGrpSpPr/>
          <p:nvPr/>
        </p:nvGrpSpPr>
        <p:grpSpPr>
          <a:xfrm>
            <a:off x="2194126" y="2281518"/>
            <a:ext cx="493060" cy="645460"/>
            <a:chOff x="6943724" y="4876800"/>
            <a:chExt cx="523876" cy="685802"/>
          </a:xfrm>
        </p:grpSpPr>
        <p:sp>
          <p:nvSpPr>
            <p:cNvPr id="818" name="Rectangle 27"/>
            <p:cNvSpPr/>
            <p:nvPr/>
          </p:nvSpPr>
          <p:spPr>
            <a:xfrm>
              <a:off x="6943724" y="4876801"/>
              <a:ext cx="523876" cy="685801"/>
            </a:xfrm>
            <a:custGeom>
              <a:avLst/>
              <a:gdLst>
                <a:gd name="connsiteX0" fmla="*/ 0 w 523876"/>
                <a:gd name="connsiteY0" fmla="*/ 0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0 h 685801"/>
                <a:gd name="connsiteX0" fmla="*/ 0 w 523876"/>
                <a:gd name="connsiteY0" fmla="*/ 118533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3876" h="685801">
                  <a:moveTo>
                    <a:pt x="0" y="118533"/>
                  </a:moveTo>
                  <a:cubicBezTo>
                    <a:pt x="54428" y="62088"/>
                    <a:pt x="45963" y="75797"/>
                    <a:pt x="112487" y="0"/>
                  </a:cubicBezTo>
                  <a:lnTo>
                    <a:pt x="523876" y="0"/>
                  </a:lnTo>
                  <a:lnTo>
                    <a:pt x="523876" y="685801"/>
                  </a:lnTo>
                  <a:lnTo>
                    <a:pt x="0" y="685801"/>
                  </a:lnTo>
                  <a:lnTo>
                    <a:pt x="0" y="118533"/>
                  </a:lnTo>
                  <a:close/>
                </a:path>
              </a:pathLst>
            </a:cu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sp>
          <p:nvSpPr>
            <p:cNvPr id="819" name="Isosceles Triangle 818"/>
            <p:cNvSpPr/>
            <p:nvPr/>
          </p:nvSpPr>
          <p:spPr>
            <a:xfrm>
              <a:off x="6953249" y="4876800"/>
              <a:ext cx="107346" cy="114301"/>
            </a:xfrm>
            <a:prstGeom prst="triangle">
              <a:avLst>
                <a:gd name="adj" fmla="val 100000"/>
              </a:avLst>
            </a:prstGeom>
            <a:solidFill>
              <a:schemeClr val="bg1">
                <a:lumMod val="5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cxnSp>
          <p:nvCxnSpPr>
            <p:cNvPr id="820" name="Straight Connector 819"/>
            <p:cNvCxnSpPr/>
            <p:nvPr/>
          </p:nvCxnSpPr>
          <p:spPr>
            <a:xfrm flipH="1">
              <a:off x="7075170" y="5067302"/>
              <a:ext cx="25146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1" name="Straight Connector 820"/>
            <p:cNvCxnSpPr/>
            <p:nvPr/>
          </p:nvCxnSpPr>
          <p:spPr>
            <a:xfrm flipH="1">
              <a:off x="7075703" y="5143502"/>
              <a:ext cx="304267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2" name="Straight Connector 821"/>
            <p:cNvCxnSpPr/>
            <p:nvPr/>
          </p:nvCxnSpPr>
          <p:spPr>
            <a:xfrm flipH="1">
              <a:off x="7075170" y="5219702"/>
              <a:ext cx="22860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3" name="Straight Connector 822"/>
            <p:cNvCxnSpPr/>
            <p:nvPr/>
          </p:nvCxnSpPr>
          <p:spPr>
            <a:xfrm flipH="1">
              <a:off x="7075170" y="5295902"/>
              <a:ext cx="22860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4" name="Straight Connector 823"/>
            <p:cNvCxnSpPr/>
            <p:nvPr/>
          </p:nvCxnSpPr>
          <p:spPr>
            <a:xfrm flipH="1">
              <a:off x="7075170" y="5372102"/>
              <a:ext cx="25146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25" name="Group 824"/>
          <p:cNvGrpSpPr/>
          <p:nvPr/>
        </p:nvGrpSpPr>
        <p:grpSpPr>
          <a:xfrm>
            <a:off x="2194917" y="1564342"/>
            <a:ext cx="493060" cy="645460"/>
            <a:chOff x="6943724" y="4876800"/>
            <a:chExt cx="523876" cy="685802"/>
          </a:xfrm>
        </p:grpSpPr>
        <p:sp>
          <p:nvSpPr>
            <p:cNvPr id="826" name="Rectangle 27"/>
            <p:cNvSpPr/>
            <p:nvPr/>
          </p:nvSpPr>
          <p:spPr>
            <a:xfrm>
              <a:off x="6943724" y="4876801"/>
              <a:ext cx="523876" cy="685801"/>
            </a:xfrm>
            <a:custGeom>
              <a:avLst/>
              <a:gdLst>
                <a:gd name="connsiteX0" fmla="*/ 0 w 523876"/>
                <a:gd name="connsiteY0" fmla="*/ 0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0 h 685801"/>
                <a:gd name="connsiteX0" fmla="*/ 0 w 523876"/>
                <a:gd name="connsiteY0" fmla="*/ 118533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3876" h="685801">
                  <a:moveTo>
                    <a:pt x="0" y="118533"/>
                  </a:moveTo>
                  <a:cubicBezTo>
                    <a:pt x="54428" y="62088"/>
                    <a:pt x="45963" y="75797"/>
                    <a:pt x="112487" y="0"/>
                  </a:cubicBezTo>
                  <a:lnTo>
                    <a:pt x="523876" y="0"/>
                  </a:lnTo>
                  <a:lnTo>
                    <a:pt x="523876" y="685801"/>
                  </a:lnTo>
                  <a:lnTo>
                    <a:pt x="0" y="685801"/>
                  </a:lnTo>
                  <a:lnTo>
                    <a:pt x="0" y="118533"/>
                  </a:lnTo>
                  <a:close/>
                </a:path>
              </a:pathLst>
            </a:cu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sp>
          <p:nvSpPr>
            <p:cNvPr id="827" name="Isosceles Triangle 826"/>
            <p:cNvSpPr/>
            <p:nvPr/>
          </p:nvSpPr>
          <p:spPr>
            <a:xfrm>
              <a:off x="6953249" y="4876800"/>
              <a:ext cx="107346" cy="114301"/>
            </a:xfrm>
            <a:prstGeom prst="triangle">
              <a:avLst>
                <a:gd name="adj" fmla="val 100000"/>
              </a:avLst>
            </a:prstGeom>
            <a:solidFill>
              <a:schemeClr val="bg1">
                <a:lumMod val="5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cxnSp>
          <p:nvCxnSpPr>
            <p:cNvPr id="828" name="Straight Connector 827"/>
            <p:cNvCxnSpPr/>
            <p:nvPr/>
          </p:nvCxnSpPr>
          <p:spPr>
            <a:xfrm flipH="1">
              <a:off x="7075170" y="5067302"/>
              <a:ext cx="25146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9" name="Straight Connector 828"/>
            <p:cNvCxnSpPr/>
            <p:nvPr/>
          </p:nvCxnSpPr>
          <p:spPr>
            <a:xfrm flipH="1">
              <a:off x="7075703" y="5143502"/>
              <a:ext cx="304267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0" name="Straight Connector 829"/>
            <p:cNvCxnSpPr/>
            <p:nvPr/>
          </p:nvCxnSpPr>
          <p:spPr>
            <a:xfrm flipH="1">
              <a:off x="7075170" y="5219702"/>
              <a:ext cx="22860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1" name="Straight Connector 830"/>
            <p:cNvCxnSpPr/>
            <p:nvPr/>
          </p:nvCxnSpPr>
          <p:spPr>
            <a:xfrm flipH="1">
              <a:off x="7075170" y="5295902"/>
              <a:ext cx="22860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2" name="Straight Connector 831"/>
            <p:cNvCxnSpPr/>
            <p:nvPr/>
          </p:nvCxnSpPr>
          <p:spPr>
            <a:xfrm flipH="1">
              <a:off x="7075170" y="5372102"/>
              <a:ext cx="25146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33" name="Group 832"/>
          <p:cNvGrpSpPr/>
          <p:nvPr/>
        </p:nvGrpSpPr>
        <p:grpSpPr>
          <a:xfrm>
            <a:off x="2817782" y="1564342"/>
            <a:ext cx="493060" cy="645460"/>
            <a:chOff x="6943724" y="4876800"/>
            <a:chExt cx="523876" cy="685802"/>
          </a:xfrm>
        </p:grpSpPr>
        <p:sp>
          <p:nvSpPr>
            <p:cNvPr id="834" name="Rectangle 27"/>
            <p:cNvSpPr/>
            <p:nvPr/>
          </p:nvSpPr>
          <p:spPr>
            <a:xfrm>
              <a:off x="6943724" y="4876801"/>
              <a:ext cx="523876" cy="685801"/>
            </a:xfrm>
            <a:custGeom>
              <a:avLst/>
              <a:gdLst>
                <a:gd name="connsiteX0" fmla="*/ 0 w 523876"/>
                <a:gd name="connsiteY0" fmla="*/ 0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0 h 685801"/>
                <a:gd name="connsiteX0" fmla="*/ 0 w 523876"/>
                <a:gd name="connsiteY0" fmla="*/ 118533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3876" h="685801">
                  <a:moveTo>
                    <a:pt x="0" y="118533"/>
                  </a:moveTo>
                  <a:cubicBezTo>
                    <a:pt x="54428" y="62088"/>
                    <a:pt x="45963" y="75797"/>
                    <a:pt x="112487" y="0"/>
                  </a:cubicBezTo>
                  <a:lnTo>
                    <a:pt x="523876" y="0"/>
                  </a:lnTo>
                  <a:lnTo>
                    <a:pt x="523876" y="685801"/>
                  </a:lnTo>
                  <a:lnTo>
                    <a:pt x="0" y="685801"/>
                  </a:lnTo>
                  <a:lnTo>
                    <a:pt x="0" y="118533"/>
                  </a:lnTo>
                  <a:close/>
                </a:path>
              </a:pathLst>
            </a:cu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sp>
          <p:nvSpPr>
            <p:cNvPr id="835" name="Isosceles Triangle 834"/>
            <p:cNvSpPr/>
            <p:nvPr/>
          </p:nvSpPr>
          <p:spPr>
            <a:xfrm>
              <a:off x="6953249" y="4876800"/>
              <a:ext cx="107346" cy="114301"/>
            </a:xfrm>
            <a:prstGeom prst="triangle">
              <a:avLst>
                <a:gd name="adj" fmla="val 100000"/>
              </a:avLst>
            </a:prstGeom>
            <a:solidFill>
              <a:schemeClr val="bg1">
                <a:lumMod val="5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cxnSp>
          <p:nvCxnSpPr>
            <p:cNvPr id="836" name="Straight Connector 835"/>
            <p:cNvCxnSpPr/>
            <p:nvPr/>
          </p:nvCxnSpPr>
          <p:spPr>
            <a:xfrm flipH="1">
              <a:off x="7075170" y="5067302"/>
              <a:ext cx="25146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7" name="Straight Connector 836"/>
            <p:cNvCxnSpPr/>
            <p:nvPr/>
          </p:nvCxnSpPr>
          <p:spPr>
            <a:xfrm flipH="1">
              <a:off x="7075703" y="5143502"/>
              <a:ext cx="304267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8" name="Straight Connector 837"/>
            <p:cNvCxnSpPr/>
            <p:nvPr/>
          </p:nvCxnSpPr>
          <p:spPr>
            <a:xfrm flipH="1">
              <a:off x="7075170" y="5219702"/>
              <a:ext cx="22860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9" name="Straight Connector 838"/>
            <p:cNvCxnSpPr/>
            <p:nvPr/>
          </p:nvCxnSpPr>
          <p:spPr>
            <a:xfrm flipH="1">
              <a:off x="7075170" y="5295902"/>
              <a:ext cx="22860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0" name="Straight Connector 839"/>
            <p:cNvCxnSpPr/>
            <p:nvPr/>
          </p:nvCxnSpPr>
          <p:spPr>
            <a:xfrm flipH="1">
              <a:off x="7075170" y="5372102"/>
              <a:ext cx="25146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/>
          <p:cNvSpPr txBox="1"/>
          <p:nvPr/>
        </p:nvSpPr>
        <p:spPr>
          <a:xfrm>
            <a:off x="534402" y="5293660"/>
            <a:ext cx="314861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1695" dirty="0"/>
          </a:p>
          <a:p>
            <a:pPr algn="ctr"/>
            <a:r>
              <a:rPr lang="en-US" sz="1505" dirty="0"/>
              <a:t>Shown at beginning of the quarter</a:t>
            </a:r>
          </a:p>
          <a:p>
            <a:pPr algn="ctr"/>
            <a:r>
              <a:rPr lang="en-US" sz="1505" dirty="0"/>
              <a:t>(no projects reviewed)</a:t>
            </a:r>
          </a:p>
          <a:p>
            <a:pPr algn="ctr"/>
            <a:endParaRPr lang="en-US" sz="1695" dirty="0"/>
          </a:p>
        </p:txBody>
      </p:sp>
      <p:sp>
        <p:nvSpPr>
          <p:cNvPr id="498" name="TextBox 497"/>
          <p:cNvSpPr txBox="1"/>
          <p:nvPr/>
        </p:nvSpPr>
        <p:spPr>
          <a:xfrm>
            <a:off x="4213912" y="5293659"/>
            <a:ext cx="3419527" cy="8163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1695" dirty="0"/>
          </a:p>
          <a:p>
            <a:pPr algn="ctr"/>
            <a:r>
              <a:rPr lang="en-US" sz="1505" dirty="0"/>
              <a:t>Shown in the middle of the quarter</a:t>
            </a:r>
          </a:p>
          <a:p>
            <a:pPr algn="ctr"/>
            <a:r>
              <a:rPr lang="en-US" sz="1505" dirty="0"/>
              <a:t>(about half of the projects reviewed)</a:t>
            </a:r>
          </a:p>
        </p:txBody>
      </p:sp>
      <p:sp>
        <p:nvSpPr>
          <p:cNvPr id="499" name="TextBox 498"/>
          <p:cNvSpPr txBox="1"/>
          <p:nvPr/>
        </p:nvSpPr>
        <p:spPr>
          <a:xfrm>
            <a:off x="8142686" y="5293659"/>
            <a:ext cx="3191899" cy="8163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1695" dirty="0"/>
          </a:p>
          <a:p>
            <a:pPr algn="ctr"/>
            <a:r>
              <a:rPr lang="en-US" sz="1505" dirty="0"/>
              <a:t>Shown near the end of the quarter</a:t>
            </a:r>
          </a:p>
          <a:p>
            <a:pPr algn="ctr"/>
            <a:r>
              <a:rPr lang="en-US" sz="1505" dirty="0"/>
              <a:t>(all but two projects reviewed)</a:t>
            </a:r>
          </a:p>
        </p:txBody>
      </p:sp>
      <p:sp>
        <p:nvSpPr>
          <p:cNvPr id="28" name="Freeform 27"/>
          <p:cNvSpPr/>
          <p:nvPr/>
        </p:nvSpPr>
        <p:spPr>
          <a:xfrm>
            <a:off x="3738283" y="560294"/>
            <a:ext cx="519954" cy="5665695"/>
          </a:xfrm>
          <a:custGeom>
            <a:avLst/>
            <a:gdLst>
              <a:gd name="connsiteX0" fmla="*/ 552450 w 552450"/>
              <a:gd name="connsiteY0" fmla="*/ 0 h 4733925"/>
              <a:gd name="connsiteX1" fmla="*/ 161925 w 552450"/>
              <a:gd name="connsiteY1" fmla="*/ 2590800 h 4733925"/>
              <a:gd name="connsiteX2" fmla="*/ 342900 w 552450"/>
              <a:gd name="connsiteY2" fmla="*/ 2343150 h 4733925"/>
              <a:gd name="connsiteX3" fmla="*/ 0 w 552450"/>
              <a:gd name="connsiteY3" fmla="*/ 4733925 h 4733925"/>
              <a:gd name="connsiteX4" fmla="*/ 0 w 552450"/>
              <a:gd name="connsiteY4" fmla="*/ 4733925 h 4733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2450" h="4733925">
                <a:moveTo>
                  <a:pt x="552450" y="0"/>
                </a:moveTo>
                <a:lnTo>
                  <a:pt x="161925" y="2590800"/>
                </a:lnTo>
                <a:lnTo>
                  <a:pt x="342900" y="2343150"/>
                </a:lnTo>
                <a:lnTo>
                  <a:pt x="0" y="4733925"/>
                </a:lnTo>
                <a:lnTo>
                  <a:pt x="0" y="4733925"/>
                </a:lnTo>
              </a:path>
            </a:pathLst>
          </a:cu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95"/>
          </a:p>
        </p:txBody>
      </p:sp>
      <p:sp>
        <p:nvSpPr>
          <p:cNvPr id="509" name="Freeform 508"/>
          <p:cNvSpPr/>
          <p:nvPr/>
        </p:nvSpPr>
        <p:spPr>
          <a:xfrm>
            <a:off x="7584142" y="560294"/>
            <a:ext cx="519954" cy="5665695"/>
          </a:xfrm>
          <a:custGeom>
            <a:avLst/>
            <a:gdLst>
              <a:gd name="connsiteX0" fmla="*/ 552450 w 552450"/>
              <a:gd name="connsiteY0" fmla="*/ 0 h 4733925"/>
              <a:gd name="connsiteX1" fmla="*/ 161925 w 552450"/>
              <a:gd name="connsiteY1" fmla="*/ 2590800 h 4733925"/>
              <a:gd name="connsiteX2" fmla="*/ 342900 w 552450"/>
              <a:gd name="connsiteY2" fmla="*/ 2343150 h 4733925"/>
              <a:gd name="connsiteX3" fmla="*/ 0 w 552450"/>
              <a:gd name="connsiteY3" fmla="*/ 4733925 h 4733925"/>
              <a:gd name="connsiteX4" fmla="*/ 0 w 552450"/>
              <a:gd name="connsiteY4" fmla="*/ 4733925 h 4733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2450" h="4733925">
                <a:moveTo>
                  <a:pt x="552450" y="0"/>
                </a:moveTo>
                <a:lnTo>
                  <a:pt x="161925" y="2590800"/>
                </a:lnTo>
                <a:lnTo>
                  <a:pt x="342900" y="2343150"/>
                </a:lnTo>
                <a:lnTo>
                  <a:pt x="0" y="4733925"/>
                </a:lnTo>
                <a:lnTo>
                  <a:pt x="0" y="4733925"/>
                </a:lnTo>
              </a:path>
            </a:pathLst>
          </a:cu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95"/>
          </a:p>
        </p:txBody>
      </p:sp>
      <p:sp>
        <p:nvSpPr>
          <p:cNvPr id="29" name="TextBox 28"/>
          <p:cNvSpPr txBox="1"/>
          <p:nvPr/>
        </p:nvSpPr>
        <p:spPr>
          <a:xfrm rot="16611970">
            <a:off x="3460110" y="2321370"/>
            <a:ext cx="825867" cy="3531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95" dirty="0"/>
              <a:t>April 1</a:t>
            </a:r>
          </a:p>
        </p:txBody>
      </p:sp>
      <p:sp>
        <p:nvSpPr>
          <p:cNvPr id="510" name="TextBox 509"/>
          <p:cNvSpPr txBox="1"/>
          <p:nvPr/>
        </p:nvSpPr>
        <p:spPr>
          <a:xfrm rot="16611970">
            <a:off x="3797911" y="2321370"/>
            <a:ext cx="853119" cy="3531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95" dirty="0"/>
              <a:t>May 15</a:t>
            </a:r>
          </a:p>
        </p:txBody>
      </p:sp>
      <p:sp>
        <p:nvSpPr>
          <p:cNvPr id="511" name="TextBox 510"/>
          <p:cNvSpPr txBox="1"/>
          <p:nvPr/>
        </p:nvSpPr>
        <p:spPr>
          <a:xfrm rot="16611970">
            <a:off x="7254101" y="2321370"/>
            <a:ext cx="853119" cy="3531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95" dirty="0"/>
              <a:t>May 15</a:t>
            </a:r>
          </a:p>
        </p:txBody>
      </p:sp>
      <p:sp>
        <p:nvSpPr>
          <p:cNvPr id="512" name="TextBox 511"/>
          <p:cNvSpPr txBox="1"/>
          <p:nvPr/>
        </p:nvSpPr>
        <p:spPr>
          <a:xfrm rot="16611970">
            <a:off x="7570209" y="2321370"/>
            <a:ext cx="938077" cy="3531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95" dirty="0"/>
              <a:t>June 20</a:t>
            </a:r>
          </a:p>
        </p:txBody>
      </p:sp>
      <p:sp>
        <p:nvSpPr>
          <p:cNvPr id="514" name="Rectangle 513"/>
          <p:cNvSpPr/>
          <p:nvPr/>
        </p:nvSpPr>
        <p:spPr>
          <a:xfrm>
            <a:off x="4661647" y="847165"/>
            <a:ext cx="2653554" cy="4446495"/>
          </a:xfrm>
          <a:prstGeom prst="rect">
            <a:avLst/>
          </a:prstGeom>
          <a:solidFill>
            <a:schemeClr val="bg1">
              <a:lumMod val="8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t">
            <a:noAutofit/>
          </a:bodyPr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Project Review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Quarterly Kamishibai Board</a:t>
            </a:r>
          </a:p>
        </p:txBody>
      </p:sp>
      <p:grpSp>
        <p:nvGrpSpPr>
          <p:cNvPr id="563" name="Group 562"/>
          <p:cNvGrpSpPr/>
          <p:nvPr/>
        </p:nvGrpSpPr>
        <p:grpSpPr>
          <a:xfrm>
            <a:off x="4819566" y="3715872"/>
            <a:ext cx="493060" cy="645460"/>
            <a:chOff x="6943724" y="4876800"/>
            <a:chExt cx="523876" cy="685802"/>
          </a:xfrm>
        </p:grpSpPr>
        <p:sp>
          <p:nvSpPr>
            <p:cNvPr id="564" name="Rectangle 27"/>
            <p:cNvSpPr/>
            <p:nvPr/>
          </p:nvSpPr>
          <p:spPr>
            <a:xfrm>
              <a:off x="6943724" y="4876801"/>
              <a:ext cx="523876" cy="685801"/>
            </a:xfrm>
            <a:custGeom>
              <a:avLst/>
              <a:gdLst>
                <a:gd name="connsiteX0" fmla="*/ 0 w 523876"/>
                <a:gd name="connsiteY0" fmla="*/ 0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0 h 685801"/>
                <a:gd name="connsiteX0" fmla="*/ 0 w 523876"/>
                <a:gd name="connsiteY0" fmla="*/ 118533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3876" h="685801">
                  <a:moveTo>
                    <a:pt x="0" y="118533"/>
                  </a:moveTo>
                  <a:cubicBezTo>
                    <a:pt x="54428" y="62088"/>
                    <a:pt x="45963" y="75797"/>
                    <a:pt x="112487" y="0"/>
                  </a:cubicBezTo>
                  <a:lnTo>
                    <a:pt x="523876" y="0"/>
                  </a:lnTo>
                  <a:lnTo>
                    <a:pt x="523876" y="685801"/>
                  </a:lnTo>
                  <a:lnTo>
                    <a:pt x="0" y="685801"/>
                  </a:lnTo>
                  <a:lnTo>
                    <a:pt x="0" y="118533"/>
                  </a:lnTo>
                  <a:close/>
                </a:path>
              </a:pathLst>
            </a:cu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sp>
          <p:nvSpPr>
            <p:cNvPr id="565" name="Isosceles Triangle 564"/>
            <p:cNvSpPr/>
            <p:nvPr/>
          </p:nvSpPr>
          <p:spPr>
            <a:xfrm>
              <a:off x="6953249" y="4876800"/>
              <a:ext cx="107346" cy="114301"/>
            </a:xfrm>
            <a:prstGeom prst="triangle">
              <a:avLst>
                <a:gd name="adj" fmla="val 100000"/>
              </a:avLst>
            </a:prstGeom>
            <a:solidFill>
              <a:schemeClr val="bg1">
                <a:lumMod val="5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cxnSp>
          <p:nvCxnSpPr>
            <p:cNvPr id="566" name="Straight Connector 565"/>
            <p:cNvCxnSpPr/>
            <p:nvPr/>
          </p:nvCxnSpPr>
          <p:spPr>
            <a:xfrm flipH="1">
              <a:off x="7075170" y="5067302"/>
              <a:ext cx="25146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7" name="Straight Connector 566"/>
            <p:cNvCxnSpPr/>
            <p:nvPr/>
          </p:nvCxnSpPr>
          <p:spPr>
            <a:xfrm flipH="1">
              <a:off x="7075703" y="5143502"/>
              <a:ext cx="304267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8" name="Straight Connector 567"/>
            <p:cNvCxnSpPr/>
            <p:nvPr/>
          </p:nvCxnSpPr>
          <p:spPr>
            <a:xfrm flipH="1">
              <a:off x="7075170" y="5219702"/>
              <a:ext cx="22860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9" name="Straight Connector 568"/>
            <p:cNvCxnSpPr/>
            <p:nvPr/>
          </p:nvCxnSpPr>
          <p:spPr>
            <a:xfrm flipH="1">
              <a:off x="7075170" y="5295902"/>
              <a:ext cx="22860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0" name="Straight Connector 569"/>
            <p:cNvCxnSpPr/>
            <p:nvPr/>
          </p:nvCxnSpPr>
          <p:spPr>
            <a:xfrm flipH="1">
              <a:off x="7075170" y="5372102"/>
              <a:ext cx="25146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71" name="Group 570"/>
          <p:cNvGrpSpPr/>
          <p:nvPr/>
        </p:nvGrpSpPr>
        <p:grpSpPr>
          <a:xfrm>
            <a:off x="4821148" y="2281518"/>
            <a:ext cx="493060" cy="645460"/>
            <a:chOff x="6943724" y="4876800"/>
            <a:chExt cx="523876" cy="685802"/>
          </a:xfrm>
        </p:grpSpPr>
        <p:sp>
          <p:nvSpPr>
            <p:cNvPr id="572" name="Rectangle 27"/>
            <p:cNvSpPr/>
            <p:nvPr/>
          </p:nvSpPr>
          <p:spPr>
            <a:xfrm>
              <a:off x="6943724" y="4876801"/>
              <a:ext cx="523876" cy="685801"/>
            </a:xfrm>
            <a:custGeom>
              <a:avLst/>
              <a:gdLst>
                <a:gd name="connsiteX0" fmla="*/ 0 w 523876"/>
                <a:gd name="connsiteY0" fmla="*/ 0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0 h 685801"/>
                <a:gd name="connsiteX0" fmla="*/ 0 w 523876"/>
                <a:gd name="connsiteY0" fmla="*/ 118533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3876" h="685801">
                  <a:moveTo>
                    <a:pt x="0" y="118533"/>
                  </a:moveTo>
                  <a:cubicBezTo>
                    <a:pt x="54428" y="62088"/>
                    <a:pt x="45963" y="75797"/>
                    <a:pt x="112487" y="0"/>
                  </a:cubicBezTo>
                  <a:lnTo>
                    <a:pt x="523876" y="0"/>
                  </a:lnTo>
                  <a:lnTo>
                    <a:pt x="523876" y="685801"/>
                  </a:lnTo>
                  <a:lnTo>
                    <a:pt x="0" y="685801"/>
                  </a:lnTo>
                  <a:lnTo>
                    <a:pt x="0" y="118533"/>
                  </a:lnTo>
                  <a:close/>
                </a:path>
              </a:pathLst>
            </a:cu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sp>
          <p:nvSpPr>
            <p:cNvPr id="573" name="Isosceles Triangle 572"/>
            <p:cNvSpPr/>
            <p:nvPr/>
          </p:nvSpPr>
          <p:spPr>
            <a:xfrm>
              <a:off x="6953249" y="4876800"/>
              <a:ext cx="107346" cy="114301"/>
            </a:xfrm>
            <a:prstGeom prst="triangle">
              <a:avLst>
                <a:gd name="adj" fmla="val 100000"/>
              </a:avLst>
            </a:prstGeom>
            <a:solidFill>
              <a:schemeClr val="bg1">
                <a:lumMod val="5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cxnSp>
          <p:nvCxnSpPr>
            <p:cNvPr id="574" name="Straight Connector 573"/>
            <p:cNvCxnSpPr/>
            <p:nvPr/>
          </p:nvCxnSpPr>
          <p:spPr>
            <a:xfrm flipH="1">
              <a:off x="7075170" y="5067302"/>
              <a:ext cx="25146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5" name="Straight Connector 574"/>
            <p:cNvCxnSpPr/>
            <p:nvPr/>
          </p:nvCxnSpPr>
          <p:spPr>
            <a:xfrm flipH="1">
              <a:off x="7075703" y="5143502"/>
              <a:ext cx="304267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6" name="Straight Connector 575"/>
            <p:cNvCxnSpPr/>
            <p:nvPr/>
          </p:nvCxnSpPr>
          <p:spPr>
            <a:xfrm flipH="1">
              <a:off x="7075170" y="5219702"/>
              <a:ext cx="22860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7" name="Straight Connector 576"/>
            <p:cNvCxnSpPr/>
            <p:nvPr/>
          </p:nvCxnSpPr>
          <p:spPr>
            <a:xfrm flipH="1">
              <a:off x="7075170" y="5295902"/>
              <a:ext cx="22860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8" name="Straight Connector 577"/>
            <p:cNvCxnSpPr/>
            <p:nvPr/>
          </p:nvCxnSpPr>
          <p:spPr>
            <a:xfrm flipH="1">
              <a:off x="7075170" y="5372102"/>
              <a:ext cx="25146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79" name="Group 578"/>
          <p:cNvGrpSpPr/>
          <p:nvPr/>
        </p:nvGrpSpPr>
        <p:grpSpPr>
          <a:xfrm>
            <a:off x="4821938" y="1564342"/>
            <a:ext cx="493060" cy="645460"/>
            <a:chOff x="6943724" y="4876800"/>
            <a:chExt cx="523876" cy="685802"/>
          </a:xfrm>
        </p:grpSpPr>
        <p:sp>
          <p:nvSpPr>
            <p:cNvPr id="580" name="Rectangle 27"/>
            <p:cNvSpPr/>
            <p:nvPr/>
          </p:nvSpPr>
          <p:spPr>
            <a:xfrm>
              <a:off x="6943724" y="4876801"/>
              <a:ext cx="523876" cy="685801"/>
            </a:xfrm>
            <a:custGeom>
              <a:avLst/>
              <a:gdLst>
                <a:gd name="connsiteX0" fmla="*/ 0 w 523876"/>
                <a:gd name="connsiteY0" fmla="*/ 0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0 h 685801"/>
                <a:gd name="connsiteX0" fmla="*/ 0 w 523876"/>
                <a:gd name="connsiteY0" fmla="*/ 118533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3876" h="685801">
                  <a:moveTo>
                    <a:pt x="0" y="118533"/>
                  </a:moveTo>
                  <a:cubicBezTo>
                    <a:pt x="54428" y="62088"/>
                    <a:pt x="45963" y="75797"/>
                    <a:pt x="112487" y="0"/>
                  </a:cubicBezTo>
                  <a:lnTo>
                    <a:pt x="523876" y="0"/>
                  </a:lnTo>
                  <a:lnTo>
                    <a:pt x="523876" y="685801"/>
                  </a:lnTo>
                  <a:lnTo>
                    <a:pt x="0" y="685801"/>
                  </a:lnTo>
                  <a:lnTo>
                    <a:pt x="0" y="118533"/>
                  </a:lnTo>
                  <a:close/>
                </a:path>
              </a:pathLst>
            </a:cu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sp>
          <p:nvSpPr>
            <p:cNvPr id="581" name="Isosceles Triangle 580"/>
            <p:cNvSpPr/>
            <p:nvPr/>
          </p:nvSpPr>
          <p:spPr>
            <a:xfrm>
              <a:off x="6953249" y="4876800"/>
              <a:ext cx="107346" cy="114301"/>
            </a:xfrm>
            <a:prstGeom prst="triangle">
              <a:avLst>
                <a:gd name="adj" fmla="val 100000"/>
              </a:avLst>
            </a:prstGeom>
            <a:solidFill>
              <a:schemeClr val="bg1">
                <a:lumMod val="5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cxnSp>
          <p:nvCxnSpPr>
            <p:cNvPr id="582" name="Straight Connector 581"/>
            <p:cNvCxnSpPr/>
            <p:nvPr/>
          </p:nvCxnSpPr>
          <p:spPr>
            <a:xfrm flipH="1">
              <a:off x="7075170" y="5067302"/>
              <a:ext cx="25146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3" name="Straight Connector 582"/>
            <p:cNvCxnSpPr/>
            <p:nvPr/>
          </p:nvCxnSpPr>
          <p:spPr>
            <a:xfrm flipH="1">
              <a:off x="7075703" y="5143502"/>
              <a:ext cx="304267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4" name="Straight Connector 583"/>
            <p:cNvCxnSpPr/>
            <p:nvPr/>
          </p:nvCxnSpPr>
          <p:spPr>
            <a:xfrm flipH="1">
              <a:off x="7075170" y="5219702"/>
              <a:ext cx="22860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5" name="Straight Connector 584"/>
            <p:cNvCxnSpPr/>
            <p:nvPr/>
          </p:nvCxnSpPr>
          <p:spPr>
            <a:xfrm flipH="1">
              <a:off x="7075170" y="5295902"/>
              <a:ext cx="22860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6" name="Straight Connector 585"/>
            <p:cNvCxnSpPr/>
            <p:nvPr/>
          </p:nvCxnSpPr>
          <p:spPr>
            <a:xfrm flipH="1">
              <a:off x="7075170" y="5372102"/>
              <a:ext cx="25146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9" name="Group 588"/>
          <p:cNvGrpSpPr/>
          <p:nvPr/>
        </p:nvGrpSpPr>
        <p:grpSpPr>
          <a:xfrm>
            <a:off x="5441642" y="4433047"/>
            <a:ext cx="493060" cy="645460"/>
            <a:chOff x="6943724" y="4876800"/>
            <a:chExt cx="523876" cy="685802"/>
          </a:xfrm>
        </p:grpSpPr>
        <p:sp>
          <p:nvSpPr>
            <p:cNvPr id="590" name="Rectangle 27"/>
            <p:cNvSpPr/>
            <p:nvPr/>
          </p:nvSpPr>
          <p:spPr>
            <a:xfrm>
              <a:off x="6943724" y="4876801"/>
              <a:ext cx="523876" cy="685801"/>
            </a:xfrm>
            <a:custGeom>
              <a:avLst/>
              <a:gdLst>
                <a:gd name="connsiteX0" fmla="*/ 0 w 523876"/>
                <a:gd name="connsiteY0" fmla="*/ 0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0 h 685801"/>
                <a:gd name="connsiteX0" fmla="*/ 0 w 523876"/>
                <a:gd name="connsiteY0" fmla="*/ 118533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3876" h="685801">
                  <a:moveTo>
                    <a:pt x="0" y="118533"/>
                  </a:moveTo>
                  <a:cubicBezTo>
                    <a:pt x="54428" y="62088"/>
                    <a:pt x="45963" y="75797"/>
                    <a:pt x="112487" y="0"/>
                  </a:cubicBezTo>
                  <a:lnTo>
                    <a:pt x="523876" y="0"/>
                  </a:lnTo>
                  <a:lnTo>
                    <a:pt x="523876" y="685801"/>
                  </a:lnTo>
                  <a:lnTo>
                    <a:pt x="0" y="685801"/>
                  </a:lnTo>
                  <a:lnTo>
                    <a:pt x="0" y="118533"/>
                  </a:lnTo>
                  <a:close/>
                </a:path>
              </a:pathLst>
            </a:cu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sp>
          <p:nvSpPr>
            <p:cNvPr id="591" name="Isosceles Triangle 590"/>
            <p:cNvSpPr/>
            <p:nvPr/>
          </p:nvSpPr>
          <p:spPr>
            <a:xfrm>
              <a:off x="6953249" y="4876800"/>
              <a:ext cx="107346" cy="114301"/>
            </a:xfrm>
            <a:prstGeom prst="triangle">
              <a:avLst>
                <a:gd name="adj" fmla="val 100000"/>
              </a:avLst>
            </a:prstGeom>
            <a:solidFill>
              <a:schemeClr val="bg1">
                <a:lumMod val="5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cxnSp>
          <p:nvCxnSpPr>
            <p:cNvPr id="592" name="Straight Connector 591"/>
            <p:cNvCxnSpPr/>
            <p:nvPr/>
          </p:nvCxnSpPr>
          <p:spPr>
            <a:xfrm flipH="1">
              <a:off x="7075170" y="5067302"/>
              <a:ext cx="25146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3" name="Straight Connector 592"/>
            <p:cNvCxnSpPr/>
            <p:nvPr/>
          </p:nvCxnSpPr>
          <p:spPr>
            <a:xfrm flipH="1">
              <a:off x="7075703" y="5143502"/>
              <a:ext cx="304267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4" name="Straight Connector 593"/>
            <p:cNvCxnSpPr/>
            <p:nvPr/>
          </p:nvCxnSpPr>
          <p:spPr>
            <a:xfrm flipH="1">
              <a:off x="7075170" y="5219702"/>
              <a:ext cx="22860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5" name="Straight Connector 594"/>
            <p:cNvCxnSpPr/>
            <p:nvPr/>
          </p:nvCxnSpPr>
          <p:spPr>
            <a:xfrm flipH="1">
              <a:off x="7075170" y="5295902"/>
              <a:ext cx="22860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6" name="Straight Connector 595"/>
            <p:cNvCxnSpPr/>
            <p:nvPr/>
          </p:nvCxnSpPr>
          <p:spPr>
            <a:xfrm flipH="1">
              <a:off x="7075170" y="5372102"/>
              <a:ext cx="25146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05" name="Group 604"/>
          <p:cNvGrpSpPr/>
          <p:nvPr/>
        </p:nvGrpSpPr>
        <p:grpSpPr>
          <a:xfrm>
            <a:off x="5442432" y="3715872"/>
            <a:ext cx="493060" cy="645460"/>
            <a:chOff x="6943724" y="4876800"/>
            <a:chExt cx="523876" cy="685802"/>
          </a:xfrm>
        </p:grpSpPr>
        <p:sp>
          <p:nvSpPr>
            <p:cNvPr id="606" name="Rectangle 27"/>
            <p:cNvSpPr/>
            <p:nvPr/>
          </p:nvSpPr>
          <p:spPr>
            <a:xfrm>
              <a:off x="6943724" y="4876801"/>
              <a:ext cx="523876" cy="685801"/>
            </a:xfrm>
            <a:custGeom>
              <a:avLst/>
              <a:gdLst>
                <a:gd name="connsiteX0" fmla="*/ 0 w 523876"/>
                <a:gd name="connsiteY0" fmla="*/ 0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0 h 685801"/>
                <a:gd name="connsiteX0" fmla="*/ 0 w 523876"/>
                <a:gd name="connsiteY0" fmla="*/ 118533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3876" h="685801">
                  <a:moveTo>
                    <a:pt x="0" y="118533"/>
                  </a:moveTo>
                  <a:cubicBezTo>
                    <a:pt x="54428" y="62088"/>
                    <a:pt x="45963" y="75797"/>
                    <a:pt x="112487" y="0"/>
                  </a:cubicBezTo>
                  <a:lnTo>
                    <a:pt x="523876" y="0"/>
                  </a:lnTo>
                  <a:lnTo>
                    <a:pt x="523876" y="685801"/>
                  </a:lnTo>
                  <a:lnTo>
                    <a:pt x="0" y="685801"/>
                  </a:lnTo>
                  <a:lnTo>
                    <a:pt x="0" y="118533"/>
                  </a:lnTo>
                  <a:close/>
                </a:path>
              </a:pathLst>
            </a:cu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sp>
          <p:nvSpPr>
            <p:cNvPr id="607" name="Isosceles Triangle 606"/>
            <p:cNvSpPr/>
            <p:nvPr/>
          </p:nvSpPr>
          <p:spPr>
            <a:xfrm>
              <a:off x="6953249" y="4876800"/>
              <a:ext cx="107346" cy="114301"/>
            </a:xfrm>
            <a:prstGeom prst="triangle">
              <a:avLst>
                <a:gd name="adj" fmla="val 100000"/>
              </a:avLst>
            </a:prstGeom>
            <a:solidFill>
              <a:schemeClr val="bg1">
                <a:lumMod val="5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cxnSp>
          <p:nvCxnSpPr>
            <p:cNvPr id="608" name="Straight Connector 607"/>
            <p:cNvCxnSpPr/>
            <p:nvPr/>
          </p:nvCxnSpPr>
          <p:spPr>
            <a:xfrm flipH="1">
              <a:off x="7075170" y="5067302"/>
              <a:ext cx="25146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9" name="Straight Connector 608"/>
            <p:cNvCxnSpPr/>
            <p:nvPr/>
          </p:nvCxnSpPr>
          <p:spPr>
            <a:xfrm flipH="1">
              <a:off x="7075703" y="5143502"/>
              <a:ext cx="304267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0" name="Straight Connector 609"/>
            <p:cNvCxnSpPr/>
            <p:nvPr/>
          </p:nvCxnSpPr>
          <p:spPr>
            <a:xfrm flipH="1">
              <a:off x="7075170" y="5219702"/>
              <a:ext cx="22860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1" name="Straight Connector 610"/>
            <p:cNvCxnSpPr/>
            <p:nvPr/>
          </p:nvCxnSpPr>
          <p:spPr>
            <a:xfrm flipH="1">
              <a:off x="7075170" y="5295902"/>
              <a:ext cx="22860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2" name="Straight Connector 611"/>
            <p:cNvCxnSpPr/>
            <p:nvPr/>
          </p:nvCxnSpPr>
          <p:spPr>
            <a:xfrm flipH="1">
              <a:off x="7075170" y="5372102"/>
              <a:ext cx="25146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13" name="Group 612"/>
          <p:cNvGrpSpPr/>
          <p:nvPr/>
        </p:nvGrpSpPr>
        <p:grpSpPr>
          <a:xfrm>
            <a:off x="6065298" y="3715872"/>
            <a:ext cx="493060" cy="645460"/>
            <a:chOff x="6943724" y="4876800"/>
            <a:chExt cx="523876" cy="685802"/>
          </a:xfrm>
        </p:grpSpPr>
        <p:sp>
          <p:nvSpPr>
            <p:cNvPr id="614" name="Rectangle 27"/>
            <p:cNvSpPr/>
            <p:nvPr/>
          </p:nvSpPr>
          <p:spPr>
            <a:xfrm>
              <a:off x="6943724" y="4876801"/>
              <a:ext cx="523876" cy="685801"/>
            </a:xfrm>
            <a:custGeom>
              <a:avLst/>
              <a:gdLst>
                <a:gd name="connsiteX0" fmla="*/ 0 w 523876"/>
                <a:gd name="connsiteY0" fmla="*/ 0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0 h 685801"/>
                <a:gd name="connsiteX0" fmla="*/ 0 w 523876"/>
                <a:gd name="connsiteY0" fmla="*/ 118533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3876" h="685801">
                  <a:moveTo>
                    <a:pt x="0" y="118533"/>
                  </a:moveTo>
                  <a:cubicBezTo>
                    <a:pt x="54428" y="62088"/>
                    <a:pt x="45963" y="75797"/>
                    <a:pt x="112487" y="0"/>
                  </a:cubicBezTo>
                  <a:lnTo>
                    <a:pt x="523876" y="0"/>
                  </a:lnTo>
                  <a:lnTo>
                    <a:pt x="523876" y="685801"/>
                  </a:lnTo>
                  <a:lnTo>
                    <a:pt x="0" y="685801"/>
                  </a:lnTo>
                  <a:lnTo>
                    <a:pt x="0" y="118533"/>
                  </a:lnTo>
                  <a:close/>
                </a:path>
              </a:pathLst>
            </a:cu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sp>
          <p:nvSpPr>
            <p:cNvPr id="615" name="Isosceles Triangle 614"/>
            <p:cNvSpPr/>
            <p:nvPr/>
          </p:nvSpPr>
          <p:spPr>
            <a:xfrm>
              <a:off x="6953249" y="4876800"/>
              <a:ext cx="107346" cy="114301"/>
            </a:xfrm>
            <a:prstGeom prst="triangle">
              <a:avLst>
                <a:gd name="adj" fmla="val 100000"/>
              </a:avLst>
            </a:prstGeom>
            <a:solidFill>
              <a:schemeClr val="bg1">
                <a:lumMod val="5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cxnSp>
          <p:nvCxnSpPr>
            <p:cNvPr id="616" name="Straight Connector 615"/>
            <p:cNvCxnSpPr/>
            <p:nvPr/>
          </p:nvCxnSpPr>
          <p:spPr>
            <a:xfrm flipH="1">
              <a:off x="7075170" y="5067302"/>
              <a:ext cx="25146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7" name="Straight Connector 616"/>
            <p:cNvCxnSpPr/>
            <p:nvPr/>
          </p:nvCxnSpPr>
          <p:spPr>
            <a:xfrm flipH="1">
              <a:off x="7075703" y="5143502"/>
              <a:ext cx="304267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8" name="Straight Connector 617"/>
            <p:cNvCxnSpPr/>
            <p:nvPr/>
          </p:nvCxnSpPr>
          <p:spPr>
            <a:xfrm flipH="1">
              <a:off x="7075170" y="5219702"/>
              <a:ext cx="22860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9" name="Straight Connector 618"/>
            <p:cNvCxnSpPr/>
            <p:nvPr/>
          </p:nvCxnSpPr>
          <p:spPr>
            <a:xfrm flipH="1">
              <a:off x="7075170" y="5295902"/>
              <a:ext cx="22860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0" name="Straight Connector 619"/>
            <p:cNvCxnSpPr/>
            <p:nvPr/>
          </p:nvCxnSpPr>
          <p:spPr>
            <a:xfrm flipH="1">
              <a:off x="7075170" y="5372102"/>
              <a:ext cx="25146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21" name="Group 620"/>
          <p:cNvGrpSpPr/>
          <p:nvPr/>
        </p:nvGrpSpPr>
        <p:grpSpPr>
          <a:xfrm>
            <a:off x="6688163" y="3715872"/>
            <a:ext cx="493060" cy="645460"/>
            <a:chOff x="6943724" y="4876800"/>
            <a:chExt cx="523876" cy="685802"/>
          </a:xfrm>
        </p:grpSpPr>
        <p:sp>
          <p:nvSpPr>
            <p:cNvPr id="622" name="Rectangle 27"/>
            <p:cNvSpPr/>
            <p:nvPr/>
          </p:nvSpPr>
          <p:spPr>
            <a:xfrm>
              <a:off x="6943724" y="4876801"/>
              <a:ext cx="523876" cy="685801"/>
            </a:xfrm>
            <a:custGeom>
              <a:avLst/>
              <a:gdLst>
                <a:gd name="connsiteX0" fmla="*/ 0 w 523876"/>
                <a:gd name="connsiteY0" fmla="*/ 0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0 h 685801"/>
                <a:gd name="connsiteX0" fmla="*/ 0 w 523876"/>
                <a:gd name="connsiteY0" fmla="*/ 118533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3876" h="685801">
                  <a:moveTo>
                    <a:pt x="0" y="118533"/>
                  </a:moveTo>
                  <a:cubicBezTo>
                    <a:pt x="54428" y="62088"/>
                    <a:pt x="45963" y="75797"/>
                    <a:pt x="112487" y="0"/>
                  </a:cubicBezTo>
                  <a:lnTo>
                    <a:pt x="523876" y="0"/>
                  </a:lnTo>
                  <a:lnTo>
                    <a:pt x="523876" y="685801"/>
                  </a:lnTo>
                  <a:lnTo>
                    <a:pt x="0" y="685801"/>
                  </a:lnTo>
                  <a:lnTo>
                    <a:pt x="0" y="118533"/>
                  </a:lnTo>
                  <a:close/>
                </a:path>
              </a:pathLst>
            </a:cu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sp>
          <p:nvSpPr>
            <p:cNvPr id="623" name="Isosceles Triangle 622"/>
            <p:cNvSpPr/>
            <p:nvPr/>
          </p:nvSpPr>
          <p:spPr>
            <a:xfrm>
              <a:off x="6953249" y="4876800"/>
              <a:ext cx="107346" cy="114301"/>
            </a:xfrm>
            <a:prstGeom prst="triangle">
              <a:avLst>
                <a:gd name="adj" fmla="val 100000"/>
              </a:avLst>
            </a:prstGeom>
            <a:solidFill>
              <a:schemeClr val="bg1">
                <a:lumMod val="5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cxnSp>
          <p:nvCxnSpPr>
            <p:cNvPr id="624" name="Straight Connector 623"/>
            <p:cNvCxnSpPr/>
            <p:nvPr/>
          </p:nvCxnSpPr>
          <p:spPr>
            <a:xfrm flipH="1">
              <a:off x="7075170" y="5067302"/>
              <a:ext cx="25146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5" name="Straight Connector 624"/>
            <p:cNvCxnSpPr/>
            <p:nvPr/>
          </p:nvCxnSpPr>
          <p:spPr>
            <a:xfrm flipH="1">
              <a:off x="7075703" y="5143502"/>
              <a:ext cx="304267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6" name="Straight Connector 625"/>
            <p:cNvCxnSpPr/>
            <p:nvPr/>
          </p:nvCxnSpPr>
          <p:spPr>
            <a:xfrm flipH="1">
              <a:off x="7075170" y="5219702"/>
              <a:ext cx="22860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7" name="Straight Connector 626"/>
            <p:cNvCxnSpPr/>
            <p:nvPr/>
          </p:nvCxnSpPr>
          <p:spPr>
            <a:xfrm flipH="1">
              <a:off x="7075170" y="5295902"/>
              <a:ext cx="22860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8" name="Straight Connector 627"/>
            <p:cNvCxnSpPr/>
            <p:nvPr/>
          </p:nvCxnSpPr>
          <p:spPr>
            <a:xfrm flipH="1">
              <a:off x="7075170" y="5372102"/>
              <a:ext cx="25146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29" name="Group 628"/>
          <p:cNvGrpSpPr/>
          <p:nvPr/>
        </p:nvGrpSpPr>
        <p:grpSpPr>
          <a:xfrm>
            <a:off x="5443224" y="2998695"/>
            <a:ext cx="493060" cy="645460"/>
            <a:chOff x="6943724" y="4876800"/>
            <a:chExt cx="523876" cy="685802"/>
          </a:xfrm>
        </p:grpSpPr>
        <p:sp>
          <p:nvSpPr>
            <p:cNvPr id="630" name="Rectangle 27"/>
            <p:cNvSpPr/>
            <p:nvPr/>
          </p:nvSpPr>
          <p:spPr>
            <a:xfrm>
              <a:off x="6943724" y="4876801"/>
              <a:ext cx="523876" cy="685801"/>
            </a:xfrm>
            <a:custGeom>
              <a:avLst/>
              <a:gdLst>
                <a:gd name="connsiteX0" fmla="*/ 0 w 523876"/>
                <a:gd name="connsiteY0" fmla="*/ 0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0 h 685801"/>
                <a:gd name="connsiteX0" fmla="*/ 0 w 523876"/>
                <a:gd name="connsiteY0" fmla="*/ 118533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3876" h="685801">
                  <a:moveTo>
                    <a:pt x="0" y="118533"/>
                  </a:moveTo>
                  <a:cubicBezTo>
                    <a:pt x="54428" y="62088"/>
                    <a:pt x="45963" y="75797"/>
                    <a:pt x="112487" y="0"/>
                  </a:cubicBezTo>
                  <a:lnTo>
                    <a:pt x="523876" y="0"/>
                  </a:lnTo>
                  <a:lnTo>
                    <a:pt x="523876" y="685801"/>
                  </a:lnTo>
                  <a:lnTo>
                    <a:pt x="0" y="685801"/>
                  </a:lnTo>
                  <a:lnTo>
                    <a:pt x="0" y="118533"/>
                  </a:lnTo>
                  <a:close/>
                </a:path>
              </a:pathLst>
            </a:cu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sp>
          <p:nvSpPr>
            <p:cNvPr id="631" name="Isosceles Triangle 630"/>
            <p:cNvSpPr/>
            <p:nvPr/>
          </p:nvSpPr>
          <p:spPr>
            <a:xfrm>
              <a:off x="6953249" y="4876800"/>
              <a:ext cx="107346" cy="114301"/>
            </a:xfrm>
            <a:prstGeom prst="triangle">
              <a:avLst>
                <a:gd name="adj" fmla="val 100000"/>
              </a:avLst>
            </a:prstGeom>
            <a:solidFill>
              <a:schemeClr val="bg1">
                <a:lumMod val="5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cxnSp>
          <p:nvCxnSpPr>
            <p:cNvPr id="632" name="Straight Connector 631"/>
            <p:cNvCxnSpPr/>
            <p:nvPr/>
          </p:nvCxnSpPr>
          <p:spPr>
            <a:xfrm flipH="1">
              <a:off x="7075170" y="5067302"/>
              <a:ext cx="25146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3" name="Straight Connector 632"/>
            <p:cNvCxnSpPr/>
            <p:nvPr/>
          </p:nvCxnSpPr>
          <p:spPr>
            <a:xfrm flipH="1">
              <a:off x="7075703" y="5143502"/>
              <a:ext cx="304267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4" name="Straight Connector 633"/>
            <p:cNvCxnSpPr/>
            <p:nvPr/>
          </p:nvCxnSpPr>
          <p:spPr>
            <a:xfrm flipH="1">
              <a:off x="7075170" y="5219702"/>
              <a:ext cx="22860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5" name="Straight Connector 634"/>
            <p:cNvCxnSpPr/>
            <p:nvPr/>
          </p:nvCxnSpPr>
          <p:spPr>
            <a:xfrm flipH="1">
              <a:off x="7075170" y="5295902"/>
              <a:ext cx="22860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6" name="Straight Connector 635"/>
            <p:cNvCxnSpPr/>
            <p:nvPr/>
          </p:nvCxnSpPr>
          <p:spPr>
            <a:xfrm flipH="1">
              <a:off x="7075170" y="5372102"/>
              <a:ext cx="25146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37" name="Group 636"/>
          <p:cNvGrpSpPr/>
          <p:nvPr/>
        </p:nvGrpSpPr>
        <p:grpSpPr>
          <a:xfrm>
            <a:off x="6688954" y="2998695"/>
            <a:ext cx="493060" cy="645460"/>
            <a:chOff x="6943724" y="4876800"/>
            <a:chExt cx="523876" cy="685802"/>
          </a:xfrm>
        </p:grpSpPr>
        <p:sp>
          <p:nvSpPr>
            <p:cNvPr id="638" name="Rectangle 27"/>
            <p:cNvSpPr/>
            <p:nvPr/>
          </p:nvSpPr>
          <p:spPr>
            <a:xfrm>
              <a:off x="6943724" y="4876801"/>
              <a:ext cx="523876" cy="685801"/>
            </a:xfrm>
            <a:custGeom>
              <a:avLst/>
              <a:gdLst>
                <a:gd name="connsiteX0" fmla="*/ 0 w 523876"/>
                <a:gd name="connsiteY0" fmla="*/ 0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0 h 685801"/>
                <a:gd name="connsiteX0" fmla="*/ 0 w 523876"/>
                <a:gd name="connsiteY0" fmla="*/ 118533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3876" h="685801">
                  <a:moveTo>
                    <a:pt x="0" y="118533"/>
                  </a:moveTo>
                  <a:cubicBezTo>
                    <a:pt x="54428" y="62088"/>
                    <a:pt x="45963" y="75797"/>
                    <a:pt x="112487" y="0"/>
                  </a:cubicBezTo>
                  <a:lnTo>
                    <a:pt x="523876" y="0"/>
                  </a:lnTo>
                  <a:lnTo>
                    <a:pt x="523876" y="685801"/>
                  </a:lnTo>
                  <a:lnTo>
                    <a:pt x="0" y="685801"/>
                  </a:lnTo>
                  <a:lnTo>
                    <a:pt x="0" y="118533"/>
                  </a:lnTo>
                  <a:close/>
                </a:path>
              </a:pathLst>
            </a:cu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sp>
          <p:nvSpPr>
            <p:cNvPr id="639" name="Isosceles Triangle 638"/>
            <p:cNvSpPr/>
            <p:nvPr/>
          </p:nvSpPr>
          <p:spPr>
            <a:xfrm>
              <a:off x="6953249" y="4876800"/>
              <a:ext cx="107346" cy="114301"/>
            </a:xfrm>
            <a:prstGeom prst="triangle">
              <a:avLst>
                <a:gd name="adj" fmla="val 100000"/>
              </a:avLst>
            </a:prstGeom>
            <a:solidFill>
              <a:schemeClr val="bg1">
                <a:lumMod val="5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cxnSp>
          <p:nvCxnSpPr>
            <p:cNvPr id="640" name="Straight Connector 639"/>
            <p:cNvCxnSpPr/>
            <p:nvPr/>
          </p:nvCxnSpPr>
          <p:spPr>
            <a:xfrm flipH="1">
              <a:off x="7075170" y="5067302"/>
              <a:ext cx="25146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1" name="Straight Connector 640"/>
            <p:cNvCxnSpPr/>
            <p:nvPr/>
          </p:nvCxnSpPr>
          <p:spPr>
            <a:xfrm flipH="1">
              <a:off x="7075703" y="5143502"/>
              <a:ext cx="304267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2" name="Straight Connector 641"/>
            <p:cNvCxnSpPr/>
            <p:nvPr/>
          </p:nvCxnSpPr>
          <p:spPr>
            <a:xfrm flipH="1">
              <a:off x="7075170" y="5219702"/>
              <a:ext cx="22860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3" name="Straight Connector 642"/>
            <p:cNvCxnSpPr/>
            <p:nvPr/>
          </p:nvCxnSpPr>
          <p:spPr>
            <a:xfrm flipH="1">
              <a:off x="7075170" y="5295902"/>
              <a:ext cx="22860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4" name="Straight Connector 643"/>
            <p:cNvCxnSpPr/>
            <p:nvPr/>
          </p:nvCxnSpPr>
          <p:spPr>
            <a:xfrm flipH="1">
              <a:off x="7075170" y="5372102"/>
              <a:ext cx="25146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45" name="Group 644"/>
          <p:cNvGrpSpPr/>
          <p:nvPr/>
        </p:nvGrpSpPr>
        <p:grpSpPr>
          <a:xfrm>
            <a:off x="5444014" y="2281518"/>
            <a:ext cx="493060" cy="645460"/>
            <a:chOff x="6943724" y="4876800"/>
            <a:chExt cx="523876" cy="685802"/>
          </a:xfrm>
        </p:grpSpPr>
        <p:sp>
          <p:nvSpPr>
            <p:cNvPr id="646" name="Rectangle 27"/>
            <p:cNvSpPr/>
            <p:nvPr/>
          </p:nvSpPr>
          <p:spPr>
            <a:xfrm>
              <a:off x="6943724" y="4876801"/>
              <a:ext cx="523876" cy="685801"/>
            </a:xfrm>
            <a:custGeom>
              <a:avLst/>
              <a:gdLst>
                <a:gd name="connsiteX0" fmla="*/ 0 w 523876"/>
                <a:gd name="connsiteY0" fmla="*/ 0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0 h 685801"/>
                <a:gd name="connsiteX0" fmla="*/ 0 w 523876"/>
                <a:gd name="connsiteY0" fmla="*/ 118533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3876" h="685801">
                  <a:moveTo>
                    <a:pt x="0" y="118533"/>
                  </a:moveTo>
                  <a:cubicBezTo>
                    <a:pt x="54428" y="62088"/>
                    <a:pt x="45963" y="75797"/>
                    <a:pt x="112487" y="0"/>
                  </a:cubicBezTo>
                  <a:lnTo>
                    <a:pt x="523876" y="0"/>
                  </a:lnTo>
                  <a:lnTo>
                    <a:pt x="523876" y="685801"/>
                  </a:lnTo>
                  <a:lnTo>
                    <a:pt x="0" y="685801"/>
                  </a:lnTo>
                  <a:lnTo>
                    <a:pt x="0" y="118533"/>
                  </a:lnTo>
                  <a:close/>
                </a:path>
              </a:pathLst>
            </a:cu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sp>
          <p:nvSpPr>
            <p:cNvPr id="647" name="Isosceles Triangle 646"/>
            <p:cNvSpPr/>
            <p:nvPr/>
          </p:nvSpPr>
          <p:spPr>
            <a:xfrm>
              <a:off x="6953249" y="4876800"/>
              <a:ext cx="107346" cy="114301"/>
            </a:xfrm>
            <a:prstGeom prst="triangle">
              <a:avLst>
                <a:gd name="adj" fmla="val 100000"/>
              </a:avLst>
            </a:prstGeom>
            <a:solidFill>
              <a:schemeClr val="bg1">
                <a:lumMod val="5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cxnSp>
          <p:nvCxnSpPr>
            <p:cNvPr id="648" name="Straight Connector 647"/>
            <p:cNvCxnSpPr/>
            <p:nvPr/>
          </p:nvCxnSpPr>
          <p:spPr>
            <a:xfrm flipH="1">
              <a:off x="7075170" y="5067302"/>
              <a:ext cx="25146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9" name="Straight Connector 648"/>
            <p:cNvCxnSpPr/>
            <p:nvPr/>
          </p:nvCxnSpPr>
          <p:spPr>
            <a:xfrm flipH="1">
              <a:off x="7075703" y="5143502"/>
              <a:ext cx="304267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0" name="Straight Connector 649"/>
            <p:cNvCxnSpPr/>
            <p:nvPr/>
          </p:nvCxnSpPr>
          <p:spPr>
            <a:xfrm flipH="1">
              <a:off x="7075170" y="5219702"/>
              <a:ext cx="22860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1" name="Straight Connector 650"/>
            <p:cNvCxnSpPr/>
            <p:nvPr/>
          </p:nvCxnSpPr>
          <p:spPr>
            <a:xfrm flipH="1">
              <a:off x="7075170" y="5295902"/>
              <a:ext cx="22860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2" name="Straight Connector 651"/>
            <p:cNvCxnSpPr/>
            <p:nvPr/>
          </p:nvCxnSpPr>
          <p:spPr>
            <a:xfrm flipH="1">
              <a:off x="7075170" y="5372102"/>
              <a:ext cx="25146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53" name="Group 652"/>
          <p:cNvGrpSpPr/>
          <p:nvPr/>
        </p:nvGrpSpPr>
        <p:grpSpPr>
          <a:xfrm>
            <a:off x="6066879" y="2281518"/>
            <a:ext cx="493060" cy="645460"/>
            <a:chOff x="6943724" y="4876800"/>
            <a:chExt cx="523876" cy="685802"/>
          </a:xfrm>
        </p:grpSpPr>
        <p:sp>
          <p:nvSpPr>
            <p:cNvPr id="654" name="Rectangle 27"/>
            <p:cNvSpPr/>
            <p:nvPr/>
          </p:nvSpPr>
          <p:spPr>
            <a:xfrm>
              <a:off x="6943724" y="4876801"/>
              <a:ext cx="523876" cy="685801"/>
            </a:xfrm>
            <a:custGeom>
              <a:avLst/>
              <a:gdLst>
                <a:gd name="connsiteX0" fmla="*/ 0 w 523876"/>
                <a:gd name="connsiteY0" fmla="*/ 0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0 h 685801"/>
                <a:gd name="connsiteX0" fmla="*/ 0 w 523876"/>
                <a:gd name="connsiteY0" fmla="*/ 118533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3876" h="685801">
                  <a:moveTo>
                    <a:pt x="0" y="118533"/>
                  </a:moveTo>
                  <a:cubicBezTo>
                    <a:pt x="54428" y="62088"/>
                    <a:pt x="45963" y="75797"/>
                    <a:pt x="112487" y="0"/>
                  </a:cubicBezTo>
                  <a:lnTo>
                    <a:pt x="523876" y="0"/>
                  </a:lnTo>
                  <a:lnTo>
                    <a:pt x="523876" y="685801"/>
                  </a:lnTo>
                  <a:lnTo>
                    <a:pt x="0" y="685801"/>
                  </a:lnTo>
                  <a:lnTo>
                    <a:pt x="0" y="118533"/>
                  </a:lnTo>
                  <a:close/>
                </a:path>
              </a:pathLst>
            </a:cu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sp>
          <p:nvSpPr>
            <p:cNvPr id="655" name="Isosceles Triangle 654"/>
            <p:cNvSpPr/>
            <p:nvPr/>
          </p:nvSpPr>
          <p:spPr>
            <a:xfrm>
              <a:off x="6953249" y="4876800"/>
              <a:ext cx="107346" cy="114301"/>
            </a:xfrm>
            <a:prstGeom prst="triangle">
              <a:avLst>
                <a:gd name="adj" fmla="val 100000"/>
              </a:avLst>
            </a:prstGeom>
            <a:solidFill>
              <a:schemeClr val="bg1">
                <a:lumMod val="5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cxnSp>
          <p:nvCxnSpPr>
            <p:cNvPr id="656" name="Straight Connector 655"/>
            <p:cNvCxnSpPr/>
            <p:nvPr/>
          </p:nvCxnSpPr>
          <p:spPr>
            <a:xfrm flipH="1">
              <a:off x="7075170" y="5067302"/>
              <a:ext cx="25146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7" name="Straight Connector 656"/>
            <p:cNvCxnSpPr/>
            <p:nvPr/>
          </p:nvCxnSpPr>
          <p:spPr>
            <a:xfrm flipH="1">
              <a:off x="7075703" y="5143502"/>
              <a:ext cx="304267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8" name="Straight Connector 657"/>
            <p:cNvCxnSpPr/>
            <p:nvPr/>
          </p:nvCxnSpPr>
          <p:spPr>
            <a:xfrm flipH="1">
              <a:off x="7075170" y="5219702"/>
              <a:ext cx="22860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9" name="Straight Connector 658"/>
            <p:cNvCxnSpPr/>
            <p:nvPr/>
          </p:nvCxnSpPr>
          <p:spPr>
            <a:xfrm flipH="1">
              <a:off x="7075170" y="5295902"/>
              <a:ext cx="22860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0" name="Straight Connector 659"/>
            <p:cNvCxnSpPr/>
            <p:nvPr/>
          </p:nvCxnSpPr>
          <p:spPr>
            <a:xfrm flipH="1">
              <a:off x="7075170" y="5372102"/>
              <a:ext cx="25146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61" name="Group 660"/>
          <p:cNvGrpSpPr/>
          <p:nvPr/>
        </p:nvGrpSpPr>
        <p:grpSpPr>
          <a:xfrm>
            <a:off x="6067670" y="1564342"/>
            <a:ext cx="493060" cy="645460"/>
            <a:chOff x="6943724" y="4876800"/>
            <a:chExt cx="523876" cy="685802"/>
          </a:xfrm>
        </p:grpSpPr>
        <p:sp>
          <p:nvSpPr>
            <p:cNvPr id="662" name="Rectangle 27"/>
            <p:cNvSpPr/>
            <p:nvPr/>
          </p:nvSpPr>
          <p:spPr>
            <a:xfrm>
              <a:off x="6943724" y="4876801"/>
              <a:ext cx="523876" cy="685801"/>
            </a:xfrm>
            <a:custGeom>
              <a:avLst/>
              <a:gdLst>
                <a:gd name="connsiteX0" fmla="*/ 0 w 523876"/>
                <a:gd name="connsiteY0" fmla="*/ 0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0 h 685801"/>
                <a:gd name="connsiteX0" fmla="*/ 0 w 523876"/>
                <a:gd name="connsiteY0" fmla="*/ 118533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3876" h="685801">
                  <a:moveTo>
                    <a:pt x="0" y="118533"/>
                  </a:moveTo>
                  <a:cubicBezTo>
                    <a:pt x="54428" y="62088"/>
                    <a:pt x="45963" y="75797"/>
                    <a:pt x="112487" y="0"/>
                  </a:cubicBezTo>
                  <a:lnTo>
                    <a:pt x="523876" y="0"/>
                  </a:lnTo>
                  <a:lnTo>
                    <a:pt x="523876" y="685801"/>
                  </a:lnTo>
                  <a:lnTo>
                    <a:pt x="0" y="685801"/>
                  </a:lnTo>
                  <a:lnTo>
                    <a:pt x="0" y="118533"/>
                  </a:lnTo>
                  <a:close/>
                </a:path>
              </a:pathLst>
            </a:cu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sp>
          <p:nvSpPr>
            <p:cNvPr id="663" name="Isosceles Triangle 662"/>
            <p:cNvSpPr/>
            <p:nvPr/>
          </p:nvSpPr>
          <p:spPr>
            <a:xfrm>
              <a:off x="6953249" y="4876800"/>
              <a:ext cx="107346" cy="114301"/>
            </a:xfrm>
            <a:prstGeom prst="triangle">
              <a:avLst>
                <a:gd name="adj" fmla="val 100000"/>
              </a:avLst>
            </a:prstGeom>
            <a:solidFill>
              <a:schemeClr val="bg1">
                <a:lumMod val="5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cxnSp>
          <p:nvCxnSpPr>
            <p:cNvPr id="664" name="Straight Connector 663"/>
            <p:cNvCxnSpPr/>
            <p:nvPr/>
          </p:nvCxnSpPr>
          <p:spPr>
            <a:xfrm flipH="1">
              <a:off x="7075170" y="5067302"/>
              <a:ext cx="25146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5" name="Straight Connector 664"/>
            <p:cNvCxnSpPr/>
            <p:nvPr/>
          </p:nvCxnSpPr>
          <p:spPr>
            <a:xfrm flipH="1">
              <a:off x="7075703" y="5143502"/>
              <a:ext cx="304267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6" name="Straight Connector 665"/>
            <p:cNvCxnSpPr/>
            <p:nvPr/>
          </p:nvCxnSpPr>
          <p:spPr>
            <a:xfrm flipH="1">
              <a:off x="7075170" y="5219702"/>
              <a:ext cx="22860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7" name="Straight Connector 666"/>
            <p:cNvCxnSpPr/>
            <p:nvPr/>
          </p:nvCxnSpPr>
          <p:spPr>
            <a:xfrm flipH="1">
              <a:off x="7075170" y="5295902"/>
              <a:ext cx="22860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8" name="Straight Connector 667"/>
            <p:cNvCxnSpPr/>
            <p:nvPr/>
          </p:nvCxnSpPr>
          <p:spPr>
            <a:xfrm flipH="1">
              <a:off x="7075170" y="5372102"/>
              <a:ext cx="25146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69" name="Group 668"/>
          <p:cNvGrpSpPr/>
          <p:nvPr/>
        </p:nvGrpSpPr>
        <p:grpSpPr>
          <a:xfrm>
            <a:off x="6690535" y="1564342"/>
            <a:ext cx="493060" cy="645460"/>
            <a:chOff x="6943724" y="4876800"/>
            <a:chExt cx="523876" cy="685802"/>
          </a:xfrm>
        </p:grpSpPr>
        <p:sp>
          <p:nvSpPr>
            <p:cNvPr id="670" name="Rectangle 27"/>
            <p:cNvSpPr/>
            <p:nvPr/>
          </p:nvSpPr>
          <p:spPr>
            <a:xfrm>
              <a:off x="6943724" y="4876801"/>
              <a:ext cx="523876" cy="685801"/>
            </a:xfrm>
            <a:custGeom>
              <a:avLst/>
              <a:gdLst>
                <a:gd name="connsiteX0" fmla="*/ 0 w 523876"/>
                <a:gd name="connsiteY0" fmla="*/ 0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0 h 685801"/>
                <a:gd name="connsiteX0" fmla="*/ 0 w 523876"/>
                <a:gd name="connsiteY0" fmla="*/ 118533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3876" h="685801">
                  <a:moveTo>
                    <a:pt x="0" y="118533"/>
                  </a:moveTo>
                  <a:cubicBezTo>
                    <a:pt x="54428" y="62088"/>
                    <a:pt x="45963" y="75797"/>
                    <a:pt x="112487" y="0"/>
                  </a:cubicBezTo>
                  <a:lnTo>
                    <a:pt x="523876" y="0"/>
                  </a:lnTo>
                  <a:lnTo>
                    <a:pt x="523876" y="685801"/>
                  </a:lnTo>
                  <a:lnTo>
                    <a:pt x="0" y="685801"/>
                  </a:lnTo>
                  <a:lnTo>
                    <a:pt x="0" y="118533"/>
                  </a:lnTo>
                  <a:close/>
                </a:path>
              </a:pathLst>
            </a:cu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sp>
          <p:nvSpPr>
            <p:cNvPr id="671" name="Isosceles Triangle 670"/>
            <p:cNvSpPr/>
            <p:nvPr/>
          </p:nvSpPr>
          <p:spPr>
            <a:xfrm>
              <a:off x="6953249" y="4876800"/>
              <a:ext cx="107346" cy="114301"/>
            </a:xfrm>
            <a:prstGeom prst="triangle">
              <a:avLst>
                <a:gd name="adj" fmla="val 100000"/>
              </a:avLst>
            </a:prstGeom>
            <a:solidFill>
              <a:schemeClr val="bg1">
                <a:lumMod val="5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cxnSp>
          <p:nvCxnSpPr>
            <p:cNvPr id="672" name="Straight Connector 671"/>
            <p:cNvCxnSpPr/>
            <p:nvPr/>
          </p:nvCxnSpPr>
          <p:spPr>
            <a:xfrm flipH="1">
              <a:off x="7075170" y="5067302"/>
              <a:ext cx="25146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3" name="Straight Connector 672"/>
            <p:cNvCxnSpPr/>
            <p:nvPr/>
          </p:nvCxnSpPr>
          <p:spPr>
            <a:xfrm flipH="1">
              <a:off x="7075703" y="5143502"/>
              <a:ext cx="304267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4" name="Straight Connector 673"/>
            <p:cNvCxnSpPr/>
            <p:nvPr/>
          </p:nvCxnSpPr>
          <p:spPr>
            <a:xfrm flipH="1">
              <a:off x="7075170" y="5219702"/>
              <a:ext cx="22860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5" name="Straight Connector 674"/>
            <p:cNvCxnSpPr/>
            <p:nvPr/>
          </p:nvCxnSpPr>
          <p:spPr>
            <a:xfrm flipH="1">
              <a:off x="7075170" y="5295902"/>
              <a:ext cx="22860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6" name="Straight Connector 675"/>
            <p:cNvCxnSpPr/>
            <p:nvPr/>
          </p:nvCxnSpPr>
          <p:spPr>
            <a:xfrm flipH="1">
              <a:off x="7075170" y="5372102"/>
              <a:ext cx="25146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81" name="Group 880"/>
          <p:cNvGrpSpPr/>
          <p:nvPr/>
        </p:nvGrpSpPr>
        <p:grpSpPr>
          <a:xfrm>
            <a:off x="2811718" y="2274034"/>
            <a:ext cx="493060" cy="645460"/>
            <a:chOff x="6943724" y="4876800"/>
            <a:chExt cx="523876" cy="685802"/>
          </a:xfrm>
        </p:grpSpPr>
        <p:sp>
          <p:nvSpPr>
            <p:cNvPr id="882" name="Rectangle 27"/>
            <p:cNvSpPr/>
            <p:nvPr/>
          </p:nvSpPr>
          <p:spPr>
            <a:xfrm>
              <a:off x="6943724" y="4876801"/>
              <a:ext cx="523876" cy="685801"/>
            </a:xfrm>
            <a:custGeom>
              <a:avLst/>
              <a:gdLst>
                <a:gd name="connsiteX0" fmla="*/ 0 w 523876"/>
                <a:gd name="connsiteY0" fmla="*/ 0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0 h 685801"/>
                <a:gd name="connsiteX0" fmla="*/ 0 w 523876"/>
                <a:gd name="connsiteY0" fmla="*/ 118533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3876" h="685801">
                  <a:moveTo>
                    <a:pt x="0" y="118533"/>
                  </a:moveTo>
                  <a:cubicBezTo>
                    <a:pt x="54428" y="62088"/>
                    <a:pt x="45963" y="75797"/>
                    <a:pt x="112487" y="0"/>
                  </a:cubicBezTo>
                  <a:lnTo>
                    <a:pt x="523876" y="0"/>
                  </a:lnTo>
                  <a:lnTo>
                    <a:pt x="523876" y="685801"/>
                  </a:lnTo>
                  <a:lnTo>
                    <a:pt x="0" y="685801"/>
                  </a:lnTo>
                  <a:lnTo>
                    <a:pt x="0" y="118533"/>
                  </a:lnTo>
                  <a:close/>
                </a:path>
              </a:pathLst>
            </a:cu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sp>
          <p:nvSpPr>
            <p:cNvPr id="883" name="Isosceles Triangle 882"/>
            <p:cNvSpPr/>
            <p:nvPr/>
          </p:nvSpPr>
          <p:spPr>
            <a:xfrm>
              <a:off x="6953249" y="4876800"/>
              <a:ext cx="107346" cy="114301"/>
            </a:xfrm>
            <a:prstGeom prst="triangle">
              <a:avLst>
                <a:gd name="adj" fmla="val 100000"/>
              </a:avLst>
            </a:prstGeom>
            <a:solidFill>
              <a:schemeClr val="bg1">
                <a:lumMod val="5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cxnSp>
          <p:nvCxnSpPr>
            <p:cNvPr id="884" name="Straight Connector 883"/>
            <p:cNvCxnSpPr/>
            <p:nvPr/>
          </p:nvCxnSpPr>
          <p:spPr>
            <a:xfrm flipH="1">
              <a:off x="7075170" y="5067302"/>
              <a:ext cx="25146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5" name="Straight Connector 884"/>
            <p:cNvCxnSpPr/>
            <p:nvPr/>
          </p:nvCxnSpPr>
          <p:spPr>
            <a:xfrm flipH="1">
              <a:off x="7075703" y="5143502"/>
              <a:ext cx="304267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6" name="Straight Connector 885"/>
            <p:cNvCxnSpPr/>
            <p:nvPr/>
          </p:nvCxnSpPr>
          <p:spPr>
            <a:xfrm flipH="1">
              <a:off x="7075170" y="5219702"/>
              <a:ext cx="22860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7" name="Straight Connector 886"/>
            <p:cNvCxnSpPr/>
            <p:nvPr/>
          </p:nvCxnSpPr>
          <p:spPr>
            <a:xfrm flipH="1">
              <a:off x="7075170" y="5295902"/>
              <a:ext cx="22860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8" name="Straight Connector 887"/>
            <p:cNvCxnSpPr/>
            <p:nvPr/>
          </p:nvCxnSpPr>
          <p:spPr>
            <a:xfrm flipH="1">
              <a:off x="7075170" y="5372102"/>
              <a:ext cx="25146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2" name="Group 501">
            <a:extLst>
              <a:ext uri="{FF2B5EF4-FFF2-40B4-BE49-F238E27FC236}">
                <a16:creationId xmlns:a16="http://schemas.microsoft.com/office/drawing/2014/main" id="{1DB3FE5C-81B6-434E-85C1-1AA461BB40A0}"/>
              </a:ext>
            </a:extLst>
          </p:cNvPr>
          <p:cNvGrpSpPr/>
          <p:nvPr/>
        </p:nvGrpSpPr>
        <p:grpSpPr>
          <a:xfrm flipH="1">
            <a:off x="5428459" y="1546410"/>
            <a:ext cx="493060" cy="645460"/>
            <a:chOff x="6943724" y="4876800"/>
            <a:chExt cx="523876" cy="685802"/>
          </a:xfrm>
          <a:solidFill>
            <a:schemeClr val="bg1"/>
          </a:solidFill>
        </p:grpSpPr>
        <p:sp>
          <p:nvSpPr>
            <p:cNvPr id="503" name="Rectangle 27">
              <a:extLst>
                <a:ext uri="{FF2B5EF4-FFF2-40B4-BE49-F238E27FC236}">
                  <a16:creationId xmlns:a16="http://schemas.microsoft.com/office/drawing/2014/main" id="{2807CA74-753B-4452-838D-A8077F322733}"/>
                </a:ext>
              </a:extLst>
            </p:cNvPr>
            <p:cNvSpPr/>
            <p:nvPr/>
          </p:nvSpPr>
          <p:spPr>
            <a:xfrm>
              <a:off x="6943724" y="4876801"/>
              <a:ext cx="523876" cy="685801"/>
            </a:xfrm>
            <a:custGeom>
              <a:avLst/>
              <a:gdLst>
                <a:gd name="connsiteX0" fmla="*/ 0 w 523876"/>
                <a:gd name="connsiteY0" fmla="*/ 0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0 h 685801"/>
                <a:gd name="connsiteX0" fmla="*/ 0 w 523876"/>
                <a:gd name="connsiteY0" fmla="*/ 118533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3876" h="685801">
                  <a:moveTo>
                    <a:pt x="0" y="118533"/>
                  </a:moveTo>
                  <a:cubicBezTo>
                    <a:pt x="54428" y="62088"/>
                    <a:pt x="45963" y="75797"/>
                    <a:pt x="112487" y="0"/>
                  </a:cubicBezTo>
                  <a:lnTo>
                    <a:pt x="523876" y="0"/>
                  </a:lnTo>
                  <a:lnTo>
                    <a:pt x="523876" y="685801"/>
                  </a:lnTo>
                  <a:lnTo>
                    <a:pt x="0" y="685801"/>
                  </a:lnTo>
                  <a:lnTo>
                    <a:pt x="0" y="118533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sp>
          <p:nvSpPr>
            <p:cNvPr id="504" name="Isosceles Triangle 503">
              <a:extLst>
                <a:ext uri="{FF2B5EF4-FFF2-40B4-BE49-F238E27FC236}">
                  <a16:creationId xmlns:a16="http://schemas.microsoft.com/office/drawing/2014/main" id="{EEA096E6-252A-47F0-8C57-300274275641}"/>
                </a:ext>
              </a:extLst>
            </p:cNvPr>
            <p:cNvSpPr/>
            <p:nvPr/>
          </p:nvSpPr>
          <p:spPr>
            <a:xfrm>
              <a:off x="6953249" y="4876800"/>
              <a:ext cx="107346" cy="114301"/>
            </a:xfrm>
            <a:prstGeom prst="triangle">
              <a:avLst>
                <a:gd name="adj" fmla="val 100000"/>
              </a:avLst>
            </a:prstGeom>
            <a:grp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cxnSp>
          <p:nvCxnSpPr>
            <p:cNvPr id="505" name="Straight Connector 504">
              <a:extLst>
                <a:ext uri="{FF2B5EF4-FFF2-40B4-BE49-F238E27FC236}">
                  <a16:creationId xmlns:a16="http://schemas.microsoft.com/office/drawing/2014/main" id="{55E86469-9A6A-46ED-A012-1F4F0829A22B}"/>
                </a:ext>
              </a:extLst>
            </p:cNvPr>
            <p:cNvCxnSpPr/>
            <p:nvPr/>
          </p:nvCxnSpPr>
          <p:spPr>
            <a:xfrm flipH="1">
              <a:off x="7128510" y="5067302"/>
              <a:ext cx="25146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6" name="Straight Connector 505">
              <a:extLst>
                <a:ext uri="{FF2B5EF4-FFF2-40B4-BE49-F238E27FC236}">
                  <a16:creationId xmlns:a16="http://schemas.microsoft.com/office/drawing/2014/main" id="{BBC0C2BF-92F2-4689-9F30-40D0CC2253CE}"/>
                </a:ext>
              </a:extLst>
            </p:cNvPr>
            <p:cNvCxnSpPr/>
            <p:nvPr/>
          </p:nvCxnSpPr>
          <p:spPr>
            <a:xfrm flipH="1">
              <a:off x="7075703" y="5143502"/>
              <a:ext cx="304267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7" name="Straight Connector 506">
              <a:extLst>
                <a:ext uri="{FF2B5EF4-FFF2-40B4-BE49-F238E27FC236}">
                  <a16:creationId xmlns:a16="http://schemas.microsoft.com/office/drawing/2014/main" id="{35B0D92E-BE58-4C02-B690-578C2C1E33DF}"/>
                </a:ext>
              </a:extLst>
            </p:cNvPr>
            <p:cNvCxnSpPr/>
            <p:nvPr/>
          </p:nvCxnSpPr>
          <p:spPr>
            <a:xfrm flipH="1">
              <a:off x="7151370" y="5219702"/>
              <a:ext cx="22860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8" name="Straight Connector 507">
              <a:extLst>
                <a:ext uri="{FF2B5EF4-FFF2-40B4-BE49-F238E27FC236}">
                  <a16:creationId xmlns:a16="http://schemas.microsoft.com/office/drawing/2014/main" id="{ECD34069-FDC6-4D25-8048-25B7B525B1C7}"/>
                </a:ext>
              </a:extLst>
            </p:cNvPr>
            <p:cNvCxnSpPr/>
            <p:nvPr/>
          </p:nvCxnSpPr>
          <p:spPr>
            <a:xfrm flipH="1">
              <a:off x="7151370" y="5295902"/>
              <a:ext cx="22860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3" name="Straight Connector 512">
              <a:extLst>
                <a:ext uri="{FF2B5EF4-FFF2-40B4-BE49-F238E27FC236}">
                  <a16:creationId xmlns:a16="http://schemas.microsoft.com/office/drawing/2014/main" id="{60F3B610-3247-4BE9-897F-970A5C3B65FB}"/>
                </a:ext>
              </a:extLst>
            </p:cNvPr>
            <p:cNvCxnSpPr/>
            <p:nvPr/>
          </p:nvCxnSpPr>
          <p:spPr>
            <a:xfrm flipH="1">
              <a:off x="7128510" y="5372102"/>
              <a:ext cx="25146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84" name="Group 683">
            <a:extLst>
              <a:ext uri="{FF2B5EF4-FFF2-40B4-BE49-F238E27FC236}">
                <a16:creationId xmlns:a16="http://schemas.microsoft.com/office/drawing/2014/main" id="{3B3FF2DC-0C29-48AA-9E5F-F9E2F02BF0B9}"/>
              </a:ext>
            </a:extLst>
          </p:cNvPr>
          <p:cNvGrpSpPr/>
          <p:nvPr/>
        </p:nvGrpSpPr>
        <p:grpSpPr>
          <a:xfrm flipH="1">
            <a:off x="4811869" y="3010800"/>
            <a:ext cx="493060" cy="645460"/>
            <a:chOff x="6943724" y="4876800"/>
            <a:chExt cx="523876" cy="685802"/>
          </a:xfrm>
          <a:solidFill>
            <a:schemeClr val="bg1"/>
          </a:solidFill>
        </p:grpSpPr>
        <p:sp>
          <p:nvSpPr>
            <p:cNvPr id="685" name="Rectangle 27">
              <a:extLst>
                <a:ext uri="{FF2B5EF4-FFF2-40B4-BE49-F238E27FC236}">
                  <a16:creationId xmlns:a16="http://schemas.microsoft.com/office/drawing/2014/main" id="{146BE3C3-81B0-4D3B-A99A-6849BF35F8B7}"/>
                </a:ext>
              </a:extLst>
            </p:cNvPr>
            <p:cNvSpPr/>
            <p:nvPr/>
          </p:nvSpPr>
          <p:spPr>
            <a:xfrm>
              <a:off x="6943724" y="4876801"/>
              <a:ext cx="523876" cy="685801"/>
            </a:xfrm>
            <a:custGeom>
              <a:avLst/>
              <a:gdLst>
                <a:gd name="connsiteX0" fmla="*/ 0 w 523876"/>
                <a:gd name="connsiteY0" fmla="*/ 0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0 h 685801"/>
                <a:gd name="connsiteX0" fmla="*/ 0 w 523876"/>
                <a:gd name="connsiteY0" fmla="*/ 118533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3876" h="685801">
                  <a:moveTo>
                    <a:pt x="0" y="118533"/>
                  </a:moveTo>
                  <a:cubicBezTo>
                    <a:pt x="54428" y="62088"/>
                    <a:pt x="45963" y="75797"/>
                    <a:pt x="112487" y="0"/>
                  </a:cubicBezTo>
                  <a:lnTo>
                    <a:pt x="523876" y="0"/>
                  </a:lnTo>
                  <a:lnTo>
                    <a:pt x="523876" y="685801"/>
                  </a:lnTo>
                  <a:lnTo>
                    <a:pt x="0" y="685801"/>
                  </a:lnTo>
                  <a:lnTo>
                    <a:pt x="0" y="118533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sp>
          <p:nvSpPr>
            <p:cNvPr id="686" name="Isosceles Triangle 685">
              <a:extLst>
                <a:ext uri="{FF2B5EF4-FFF2-40B4-BE49-F238E27FC236}">
                  <a16:creationId xmlns:a16="http://schemas.microsoft.com/office/drawing/2014/main" id="{53F4E780-AB6E-4A78-BF28-B39F982B0E97}"/>
                </a:ext>
              </a:extLst>
            </p:cNvPr>
            <p:cNvSpPr/>
            <p:nvPr/>
          </p:nvSpPr>
          <p:spPr>
            <a:xfrm>
              <a:off x="6953249" y="4876800"/>
              <a:ext cx="107346" cy="114301"/>
            </a:xfrm>
            <a:prstGeom prst="triangle">
              <a:avLst>
                <a:gd name="adj" fmla="val 100000"/>
              </a:avLst>
            </a:prstGeom>
            <a:grp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cxnSp>
          <p:nvCxnSpPr>
            <p:cNvPr id="687" name="Straight Connector 686">
              <a:extLst>
                <a:ext uri="{FF2B5EF4-FFF2-40B4-BE49-F238E27FC236}">
                  <a16:creationId xmlns:a16="http://schemas.microsoft.com/office/drawing/2014/main" id="{4944CBD5-A6CA-4777-9A16-C43114A2D5C6}"/>
                </a:ext>
              </a:extLst>
            </p:cNvPr>
            <p:cNvCxnSpPr/>
            <p:nvPr/>
          </p:nvCxnSpPr>
          <p:spPr>
            <a:xfrm flipH="1">
              <a:off x="7128510" y="5067302"/>
              <a:ext cx="25146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8" name="Straight Connector 687">
              <a:extLst>
                <a:ext uri="{FF2B5EF4-FFF2-40B4-BE49-F238E27FC236}">
                  <a16:creationId xmlns:a16="http://schemas.microsoft.com/office/drawing/2014/main" id="{42BAF62A-A578-4028-BC5D-F01B09E68077}"/>
                </a:ext>
              </a:extLst>
            </p:cNvPr>
            <p:cNvCxnSpPr/>
            <p:nvPr/>
          </p:nvCxnSpPr>
          <p:spPr>
            <a:xfrm flipH="1">
              <a:off x="7075703" y="5143502"/>
              <a:ext cx="304267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9" name="Straight Connector 688">
              <a:extLst>
                <a:ext uri="{FF2B5EF4-FFF2-40B4-BE49-F238E27FC236}">
                  <a16:creationId xmlns:a16="http://schemas.microsoft.com/office/drawing/2014/main" id="{1820992A-02B8-46C1-B1FF-C67B3A0C8290}"/>
                </a:ext>
              </a:extLst>
            </p:cNvPr>
            <p:cNvCxnSpPr/>
            <p:nvPr/>
          </p:nvCxnSpPr>
          <p:spPr>
            <a:xfrm flipH="1">
              <a:off x="7151370" y="5219702"/>
              <a:ext cx="22860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0" name="Straight Connector 689">
              <a:extLst>
                <a:ext uri="{FF2B5EF4-FFF2-40B4-BE49-F238E27FC236}">
                  <a16:creationId xmlns:a16="http://schemas.microsoft.com/office/drawing/2014/main" id="{73385751-6395-4FFD-8AFB-DA6303943A41}"/>
                </a:ext>
              </a:extLst>
            </p:cNvPr>
            <p:cNvCxnSpPr/>
            <p:nvPr/>
          </p:nvCxnSpPr>
          <p:spPr>
            <a:xfrm flipH="1">
              <a:off x="7151370" y="5295902"/>
              <a:ext cx="22860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1" name="Straight Connector 690">
              <a:extLst>
                <a:ext uri="{FF2B5EF4-FFF2-40B4-BE49-F238E27FC236}">
                  <a16:creationId xmlns:a16="http://schemas.microsoft.com/office/drawing/2014/main" id="{7D14E6DE-A7D4-424E-BB1F-ECB6939B6A4D}"/>
                </a:ext>
              </a:extLst>
            </p:cNvPr>
            <p:cNvCxnSpPr/>
            <p:nvPr/>
          </p:nvCxnSpPr>
          <p:spPr>
            <a:xfrm flipH="1">
              <a:off x="7128510" y="5372102"/>
              <a:ext cx="25146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92" name="Group 691">
            <a:extLst>
              <a:ext uri="{FF2B5EF4-FFF2-40B4-BE49-F238E27FC236}">
                <a16:creationId xmlns:a16="http://schemas.microsoft.com/office/drawing/2014/main" id="{270E25DF-92D1-46C4-9493-118B671A3F1E}"/>
              </a:ext>
            </a:extLst>
          </p:cNvPr>
          <p:cNvGrpSpPr/>
          <p:nvPr/>
        </p:nvGrpSpPr>
        <p:grpSpPr>
          <a:xfrm flipH="1">
            <a:off x="6065298" y="2998694"/>
            <a:ext cx="493060" cy="645460"/>
            <a:chOff x="6943724" y="4876800"/>
            <a:chExt cx="523876" cy="685802"/>
          </a:xfrm>
          <a:solidFill>
            <a:schemeClr val="bg1"/>
          </a:solidFill>
        </p:grpSpPr>
        <p:sp>
          <p:nvSpPr>
            <p:cNvPr id="693" name="Rectangle 27">
              <a:extLst>
                <a:ext uri="{FF2B5EF4-FFF2-40B4-BE49-F238E27FC236}">
                  <a16:creationId xmlns:a16="http://schemas.microsoft.com/office/drawing/2014/main" id="{0BC770D1-EB67-42A6-8CA1-723EDBF71806}"/>
                </a:ext>
              </a:extLst>
            </p:cNvPr>
            <p:cNvSpPr/>
            <p:nvPr/>
          </p:nvSpPr>
          <p:spPr>
            <a:xfrm>
              <a:off x="6943724" y="4876801"/>
              <a:ext cx="523876" cy="685801"/>
            </a:xfrm>
            <a:custGeom>
              <a:avLst/>
              <a:gdLst>
                <a:gd name="connsiteX0" fmla="*/ 0 w 523876"/>
                <a:gd name="connsiteY0" fmla="*/ 0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0 h 685801"/>
                <a:gd name="connsiteX0" fmla="*/ 0 w 523876"/>
                <a:gd name="connsiteY0" fmla="*/ 118533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3876" h="685801">
                  <a:moveTo>
                    <a:pt x="0" y="118533"/>
                  </a:moveTo>
                  <a:cubicBezTo>
                    <a:pt x="54428" y="62088"/>
                    <a:pt x="45963" y="75797"/>
                    <a:pt x="112487" y="0"/>
                  </a:cubicBezTo>
                  <a:lnTo>
                    <a:pt x="523876" y="0"/>
                  </a:lnTo>
                  <a:lnTo>
                    <a:pt x="523876" y="685801"/>
                  </a:lnTo>
                  <a:lnTo>
                    <a:pt x="0" y="685801"/>
                  </a:lnTo>
                  <a:lnTo>
                    <a:pt x="0" y="118533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sp>
          <p:nvSpPr>
            <p:cNvPr id="694" name="Isosceles Triangle 693">
              <a:extLst>
                <a:ext uri="{FF2B5EF4-FFF2-40B4-BE49-F238E27FC236}">
                  <a16:creationId xmlns:a16="http://schemas.microsoft.com/office/drawing/2014/main" id="{E89B3757-D953-418B-A3BC-F8ED16EC0EC6}"/>
                </a:ext>
              </a:extLst>
            </p:cNvPr>
            <p:cNvSpPr/>
            <p:nvPr/>
          </p:nvSpPr>
          <p:spPr>
            <a:xfrm>
              <a:off x="6953249" y="4876800"/>
              <a:ext cx="107346" cy="114301"/>
            </a:xfrm>
            <a:prstGeom prst="triangle">
              <a:avLst>
                <a:gd name="adj" fmla="val 100000"/>
              </a:avLst>
            </a:prstGeom>
            <a:grp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cxnSp>
          <p:nvCxnSpPr>
            <p:cNvPr id="695" name="Straight Connector 694">
              <a:extLst>
                <a:ext uri="{FF2B5EF4-FFF2-40B4-BE49-F238E27FC236}">
                  <a16:creationId xmlns:a16="http://schemas.microsoft.com/office/drawing/2014/main" id="{3EBD39F5-E3CA-4343-926A-40CBB9FEE5BA}"/>
                </a:ext>
              </a:extLst>
            </p:cNvPr>
            <p:cNvCxnSpPr/>
            <p:nvPr/>
          </p:nvCxnSpPr>
          <p:spPr>
            <a:xfrm flipH="1">
              <a:off x="7128510" y="5067302"/>
              <a:ext cx="25146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6" name="Straight Connector 695">
              <a:extLst>
                <a:ext uri="{FF2B5EF4-FFF2-40B4-BE49-F238E27FC236}">
                  <a16:creationId xmlns:a16="http://schemas.microsoft.com/office/drawing/2014/main" id="{1D8C37C9-0EBB-4934-82AF-F4798A5B6ED8}"/>
                </a:ext>
              </a:extLst>
            </p:cNvPr>
            <p:cNvCxnSpPr/>
            <p:nvPr/>
          </p:nvCxnSpPr>
          <p:spPr>
            <a:xfrm flipH="1">
              <a:off x="7075703" y="5143502"/>
              <a:ext cx="304267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7" name="Straight Connector 696">
              <a:extLst>
                <a:ext uri="{FF2B5EF4-FFF2-40B4-BE49-F238E27FC236}">
                  <a16:creationId xmlns:a16="http://schemas.microsoft.com/office/drawing/2014/main" id="{CA912B65-286A-4B1F-8C2F-BBA2B6988F4B}"/>
                </a:ext>
              </a:extLst>
            </p:cNvPr>
            <p:cNvCxnSpPr/>
            <p:nvPr/>
          </p:nvCxnSpPr>
          <p:spPr>
            <a:xfrm flipH="1">
              <a:off x="7151370" y="5219702"/>
              <a:ext cx="22860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8" name="Straight Connector 697">
              <a:extLst>
                <a:ext uri="{FF2B5EF4-FFF2-40B4-BE49-F238E27FC236}">
                  <a16:creationId xmlns:a16="http://schemas.microsoft.com/office/drawing/2014/main" id="{CF28CA23-E897-420C-860C-745C1DF568BD}"/>
                </a:ext>
              </a:extLst>
            </p:cNvPr>
            <p:cNvCxnSpPr/>
            <p:nvPr/>
          </p:nvCxnSpPr>
          <p:spPr>
            <a:xfrm flipH="1">
              <a:off x="7151370" y="5295902"/>
              <a:ext cx="22860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9" name="Straight Connector 698">
              <a:extLst>
                <a:ext uri="{FF2B5EF4-FFF2-40B4-BE49-F238E27FC236}">
                  <a16:creationId xmlns:a16="http://schemas.microsoft.com/office/drawing/2014/main" id="{6F75E20F-6D72-453E-9DC0-354240D99B61}"/>
                </a:ext>
              </a:extLst>
            </p:cNvPr>
            <p:cNvCxnSpPr/>
            <p:nvPr/>
          </p:nvCxnSpPr>
          <p:spPr>
            <a:xfrm flipH="1">
              <a:off x="7128510" y="5372102"/>
              <a:ext cx="25146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00" name="Group 699">
            <a:extLst>
              <a:ext uri="{FF2B5EF4-FFF2-40B4-BE49-F238E27FC236}">
                <a16:creationId xmlns:a16="http://schemas.microsoft.com/office/drawing/2014/main" id="{8324CB52-9DF8-46C7-A941-5D8D295B9897}"/>
              </a:ext>
            </a:extLst>
          </p:cNvPr>
          <p:cNvGrpSpPr/>
          <p:nvPr/>
        </p:nvGrpSpPr>
        <p:grpSpPr>
          <a:xfrm flipH="1">
            <a:off x="4828327" y="4440253"/>
            <a:ext cx="493060" cy="645460"/>
            <a:chOff x="6943724" y="4876800"/>
            <a:chExt cx="523876" cy="685802"/>
          </a:xfrm>
          <a:solidFill>
            <a:schemeClr val="bg1"/>
          </a:solidFill>
        </p:grpSpPr>
        <p:sp>
          <p:nvSpPr>
            <p:cNvPr id="701" name="Rectangle 27">
              <a:extLst>
                <a:ext uri="{FF2B5EF4-FFF2-40B4-BE49-F238E27FC236}">
                  <a16:creationId xmlns:a16="http://schemas.microsoft.com/office/drawing/2014/main" id="{36E20379-4E02-449E-A5DB-EAFF6D55AE1F}"/>
                </a:ext>
              </a:extLst>
            </p:cNvPr>
            <p:cNvSpPr/>
            <p:nvPr/>
          </p:nvSpPr>
          <p:spPr>
            <a:xfrm>
              <a:off x="6943724" y="4876801"/>
              <a:ext cx="523876" cy="685801"/>
            </a:xfrm>
            <a:custGeom>
              <a:avLst/>
              <a:gdLst>
                <a:gd name="connsiteX0" fmla="*/ 0 w 523876"/>
                <a:gd name="connsiteY0" fmla="*/ 0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0 h 685801"/>
                <a:gd name="connsiteX0" fmla="*/ 0 w 523876"/>
                <a:gd name="connsiteY0" fmla="*/ 118533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3876" h="685801">
                  <a:moveTo>
                    <a:pt x="0" y="118533"/>
                  </a:moveTo>
                  <a:cubicBezTo>
                    <a:pt x="54428" y="62088"/>
                    <a:pt x="45963" y="75797"/>
                    <a:pt x="112487" y="0"/>
                  </a:cubicBezTo>
                  <a:lnTo>
                    <a:pt x="523876" y="0"/>
                  </a:lnTo>
                  <a:lnTo>
                    <a:pt x="523876" y="685801"/>
                  </a:lnTo>
                  <a:lnTo>
                    <a:pt x="0" y="685801"/>
                  </a:lnTo>
                  <a:lnTo>
                    <a:pt x="0" y="118533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sp>
          <p:nvSpPr>
            <p:cNvPr id="702" name="Isosceles Triangle 701">
              <a:extLst>
                <a:ext uri="{FF2B5EF4-FFF2-40B4-BE49-F238E27FC236}">
                  <a16:creationId xmlns:a16="http://schemas.microsoft.com/office/drawing/2014/main" id="{B1389870-0636-4397-A1C2-F7034BD5ACCF}"/>
                </a:ext>
              </a:extLst>
            </p:cNvPr>
            <p:cNvSpPr/>
            <p:nvPr/>
          </p:nvSpPr>
          <p:spPr>
            <a:xfrm>
              <a:off x="6953249" y="4876800"/>
              <a:ext cx="107346" cy="114301"/>
            </a:xfrm>
            <a:prstGeom prst="triangle">
              <a:avLst>
                <a:gd name="adj" fmla="val 100000"/>
              </a:avLst>
            </a:prstGeom>
            <a:grp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cxnSp>
          <p:nvCxnSpPr>
            <p:cNvPr id="703" name="Straight Connector 702">
              <a:extLst>
                <a:ext uri="{FF2B5EF4-FFF2-40B4-BE49-F238E27FC236}">
                  <a16:creationId xmlns:a16="http://schemas.microsoft.com/office/drawing/2014/main" id="{2B9E59ED-1093-4153-862A-43CB1903E927}"/>
                </a:ext>
              </a:extLst>
            </p:cNvPr>
            <p:cNvCxnSpPr/>
            <p:nvPr/>
          </p:nvCxnSpPr>
          <p:spPr>
            <a:xfrm flipH="1">
              <a:off x="7128510" y="5067302"/>
              <a:ext cx="25146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4" name="Straight Connector 703">
              <a:extLst>
                <a:ext uri="{FF2B5EF4-FFF2-40B4-BE49-F238E27FC236}">
                  <a16:creationId xmlns:a16="http://schemas.microsoft.com/office/drawing/2014/main" id="{EF301C7F-7FD3-4F8E-AB85-C9C202F5928F}"/>
                </a:ext>
              </a:extLst>
            </p:cNvPr>
            <p:cNvCxnSpPr/>
            <p:nvPr/>
          </p:nvCxnSpPr>
          <p:spPr>
            <a:xfrm flipH="1">
              <a:off x="7075703" y="5143502"/>
              <a:ext cx="304267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5" name="Straight Connector 704">
              <a:extLst>
                <a:ext uri="{FF2B5EF4-FFF2-40B4-BE49-F238E27FC236}">
                  <a16:creationId xmlns:a16="http://schemas.microsoft.com/office/drawing/2014/main" id="{5EB5F9E5-CA85-4BD7-9CB1-75FAB7B5A820}"/>
                </a:ext>
              </a:extLst>
            </p:cNvPr>
            <p:cNvCxnSpPr/>
            <p:nvPr/>
          </p:nvCxnSpPr>
          <p:spPr>
            <a:xfrm flipH="1">
              <a:off x="7151370" y="5219702"/>
              <a:ext cx="22860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6" name="Straight Connector 705">
              <a:extLst>
                <a:ext uri="{FF2B5EF4-FFF2-40B4-BE49-F238E27FC236}">
                  <a16:creationId xmlns:a16="http://schemas.microsoft.com/office/drawing/2014/main" id="{25F1867D-DFE9-4FAB-B5AE-2CA244ABAC7A}"/>
                </a:ext>
              </a:extLst>
            </p:cNvPr>
            <p:cNvCxnSpPr/>
            <p:nvPr/>
          </p:nvCxnSpPr>
          <p:spPr>
            <a:xfrm flipH="1">
              <a:off x="7151370" y="5295902"/>
              <a:ext cx="22860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7" name="Straight Connector 706">
              <a:extLst>
                <a:ext uri="{FF2B5EF4-FFF2-40B4-BE49-F238E27FC236}">
                  <a16:creationId xmlns:a16="http://schemas.microsoft.com/office/drawing/2014/main" id="{6D7955AA-91DE-4581-971F-3EE42D8643EE}"/>
                </a:ext>
              </a:extLst>
            </p:cNvPr>
            <p:cNvCxnSpPr/>
            <p:nvPr/>
          </p:nvCxnSpPr>
          <p:spPr>
            <a:xfrm flipH="1">
              <a:off x="7128510" y="5372102"/>
              <a:ext cx="25146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16" name="Group 715">
            <a:extLst>
              <a:ext uri="{FF2B5EF4-FFF2-40B4-BE49-F238E27FC236}">
                <a16:creationId xmlns:a16="http://schemas.microsoft.com/office/drawing/2014/main" id="{1AE96BF8-2B4A-4F34-9F51-6776DDC52104}"/>
              </a:ext>
            </a:extLst>
          </p:cNvPr>
          <p:cNvGrpSpPr/>
          <p:nvPr/>
        </p:nvGrpSpPr>
        <p:grpSpPr>
          <a:xfrm flipH="1">
            <a:off x="9164949" y="1536298"/>
            <a:ext cx="493060" cy="645460"/>
            <a:chOff x="6943724" y="4876800"/>
            <a:chExt cx="523876" cy="685802"/>
          </a:xfrm>
          <a:solidFill>
            <a:schemeClr val="bg1"/>
          </a:solidFill>
        </p:grpSpPr>
        <p:sp>
          <p:nvSpPr>
            <p:cNvPr id="717" name="Rectangle 27">
              <a:extLst>
                <a:ext uri="{FF2B5EF4-FFF2-40B4-BE49-F238E27FC236}">
                  <a16:creationId xmlns:a16="http://schemas.microsoft.com/office/drawing/2014/main" id="{0890703C-B73F-4F1A-B95D-F902E7066A63}"/>
                </a:ext>
              </a:extLst>
            </p:cNvPr>
            <p:cNvSpPr/>
            <p:nvPr/>
          </p:nvSpPr>
          <p:spPr>
            <a:xfrm>
              <a:off x="6943724" y="4876801"/>
              <a:ext cx="523876" cy="685801"/>
            </a:xfrm>
            <a:custGeom>
              <a:avLst/>
              <a:gdLst>
                <a:gd name="connsiteX0" fmla="*/ 0 w 523876"/>
                <a:gd name="connsiteY0" fmla="*/ 0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0 h 685801"/>
                <a:gd name="connsiteX0" fmla="*/ 0 w 523876"/>
                <a:gd name="connsiteY0" fmla="*/ 118533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3876" h="685801">
                  <a:moveTo>
                    <a:pt x="0" y="118533"/>
                  </a:moveTo>
                  <a:cubicBezTo>
                    <a:pt x="54428" y="62088"/>
                    <a:pt x="45963" y="75797"/>
                    <a:pt x="112487" y="0"/>
                  </a:cubicBezTo>
                  <a:lnTo>
                    <a:pt x="523876" y="0"/>
                  </a:lnTo>
                  <a:lnTo>
                    <a:pt x="523876" y="685801"/>
                  </a:lnTo>
                  <a:lnTo>
                    <a:pt x="0" y="685801"/>
                  </a:lnTo>
                  <a:lnTo>
                    <a:pt x="0" y="118533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sp>
          <p:nvSpPr>
            <p:cNvPr id="718" name="Isosceles Triangle 717">
              <a:extLst>
                <a:ext uri="{FF2B5EF4-FFF2-40B4-BE49-F238E27FC236}">
                  <a16:creationId xmlns:a16="http://schemas.microsoft.com/office/drawing/2014/main" id="{B77CE8B3-2104-46F2-99C2-CD3C7E7FC934}"/>
                </a:ext>
              </a:extLst>
            </p:cNvPr>
            <p:cNvSpPr/>
            <p:nvPr/>
          </p:nvSpPr>
          <p:spPr>
            <a:xfrm>
              <a:off x="6953249" y="4876800"/>
              <a:ext cx="107346" cy="114301"/>
            </a:xfrm>
            <a:prstGeom prst="triangle">
              <a:avLst>
                <a:gd name="adj" fmla="val 100000"/>
              </a:avLst>
            </a:prstGeom>
            <a:grp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cxnSp>
          <p:nvCxnSpPr>
            <p:cNvPr id="719" name="Straight Connector 718">
              <a:extLst>
                <a:ext uri="{FF2B5EF4-FFF2-40B4-BE49-F238E27FC236}">
                  <a16:creationId xmlns:a16="http://schemas.microsoft.com/office/drawing/2014/main" id="{E68DA7A7-937A-4309-AD2D-9F9DA431487A}"/>
                </a:ext>
              </a:extLst>
            </p:cNvPr>
            <p:cNvCxnSpPr/>
            <p:nvPr/>
          </p:nvCxnSpPr>
          <p:spPr>
            <a:xfrm flipH="1">
              <a:off x="7128510" y="5067302"/>
              <a:ext cx="25146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0" name="Straight Connector 719">
              <a:extLst>
                <a:ext uri="{FF2B5EF4-FFF2-40B4-BE49-F238E27FC236}">
                  <a16:creationId xmlns:a16="http://schemas.microsoft.com/office/drawing/2014/main" id="{21EDC7D4-5CC0-43AF-AA95-D428A954C2E5}"/>
                </a:ext>
              </a:extLst>
            </p:cNvPr>
            <p:cNvCxnSpPr/>
            <p:nvPr/>
          </p:nvCxnSpPr>
          <p:spPr>
            <a:xfrm flipH="1">
              <a:off x="7075703" y="5143502"/>
              <a:ext cx="304267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1" name="Straight Connector 720">
              <a:extLst>
                <a:ext uri="{FF2B5EF4-FFF2-40B4-BE49-F238E27FC236}">
                  <a16:creationId xmlns:a16="http://schemas.microsoft.com/office/drawing/2014/main" id="{525B1ED8-B7F6-4151-AB8B-6634FDE92AA1}"/>
                </a:ext>
              </a:extLst>
            </p:cNvPr>
            <p:cNvCxnSpPr/>
            <p:nvPr/>
          </p:nvCxnSpPr>
          <p:spPr>
            <a:xfrm flipH="1">
              <a:off x="7151370" y="5219702"/>
              <a:ext cx="22860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2" name="Straight Connector 721">
              <a:extLst>
                <a:ext uri="{FF2B5EF4-FFF2-40B4-BE49-F238E27FC236}">
                  <a16:creationId xmlns:a16="http://schemas.microsoft.com/office/drawing/2014/main" id="{5092B0F4-F742-4D9E-8F81-9EFDC521E0C7}"/>
                </a:ext>
              </a:extLst>
            </p:cNvPr>
            <p:cNvCxnSpPr/>
            <p:nvPr/>
          </p:nvCxnSpPr>
          <p:spPr>
            <a:xfrm flipH="1">
              <a:off x="7151370" y="5295902"/>
              <a:ext cx="22860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3" name="Straight Connector 722">
              <a:extLst>
                <a:ext uri="{FF2B5EF4-FFF2-40B4-BE49-F238E27FC236}">
                  <a16:creationId xmlns:a16="http://schemas.microsoft.com/office/drawing/2014/main" id="{494723E3-1CCA-40DC-8A21-A72D7A78DB36}"/>
                </a:ext>
              </a:extLst>
            </p:cNvPr>
            <p:cNvCxnSpPr/>
            <p:nvPr/>
          </p:nvCxnSpPr>
          <p:spPr>
            <a:xfrm flipH="1">
              <a:off x="7128510" y="5372102"/>
              <a:ext cx="25146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24" name="Group 723">
            <a:extLst>
              <a:ext uri="{FF2B5EF4-FFF2-40B4-BE49-F238E27FC236}">
                <a16:creationId xmlns:a16="http://schemas.microsoft.com/office/drawing/2014/main" id="{680D6C6E-BE9F-4CAB-BB6A-DFDB2AC4C40F}"/>
              </a:ext>
            </a:extLst>
          </p:cNvPr>
          <p:cNvGrpSpPr/>
          <p:nvPr/>
        </p:nvGrpSpPr>
        <p:grpSpPr>
          <a:xfrm flipH="1">
            <a:off x="8548359" y="3000688"/>
            <a:ext cx="493060" cy="645460"/>
            <a:chOff x="6943724" y="4876800"/>
            <a:chExt cx="523876" cy="685802"/>
          </a:xfrm>
          <a:solidFill>
            <a:schemeClr val="bg1"/>
          </a:solidFill>
        </p:grpSpPr>
        <p:sp>
          <p:nvSpPr>
            <p:cNvPr id="725" name="Rectangle 27">
              <a:extLst>
                <a:ext uri="{FF2B5EF4-FFF2-40B4-BE49-F238E27FC236}">
                  <a16:creationId xmlns:a16="http://schemas.microsoft.com/office/drawing/2014/main" id="{A97504FD-E006-442A-B230-CD3B6A50F7D6}"/>
                </a:ext>
              </a:extLst>
            </p:cNvPr>
            <p:cNvSpPr/>
            <p:nvPr/>
          </p:nvSpPr>
          <p:spPr>
            <a:xfrm>
              <a:off x="6943724" y="4876801"/>
              <a:ext cx="523876" cy="685801"/>
            </a:xfrm>
            <a:custGeom>
              <a:avLst/>
              <a:gdLst>
                <a:gd name="connsiteX0" fmla="*/ 0 w 523876"/>
                <a:gd name="connsiteY0" fmla="*/ 0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0 h 685801"/>
                <a:gd name="connsiteX0" fmla="*/ 0 w 523876"/>
                <a:gd name="connsiteY0" fmla="*/ 118533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3876" h="685801">
                  <a:moveTo>
                    <a:pt x="0" y="118533"/>
                  </a:moveTo>
                  <a:cubicBezTo>
                    <a:pt x="54428" y="62088"/>
                    <a:pt x="45963" y="75797"/>
                    <a:pt x="112487" y="0"/>
                  </a:cubicBezTo>
                  <a:lnTo>
                    <a:pt x="523876" y="0"/>
                  </a:lnTo>
                  <a:lnTo>
                    <a:pt x="523876" y="685801"/>
                  </a:lnTo>
                  <a:lnTo>
                    <a:pt x="0" y="685801"/>
                  </a:lnTo>
                  <a:lnTo>
                    <a:pt x="0" y="118533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sp>
          <p:nvSpPr>
            <p:cNvPr id="726" name="Isosceles Triangle 725">
              <a:extLst>
                <a:ext uri="{FF2B5EF4-FFF2-40B4-BE49-F238E27FC236}">
                  <a16:creationId xmlns:a16="http://schemas.microsoft.com/office/drawing/2014/main" id="{3A1731A9-2736-4054-B1C2-1AFF6A8737A0}"/>
                </a:ext>
              </a:extLst>
            </p:cNvPr>
            <p:cNvSpPr/>
            <p:nvPr/>
          </p:nvSpPr>
          <p:spPr>
            <a:xfrm>
              <a:off x="6953249" y="4876800"/>
              <a:ext cx="107346" cy="114301"/>
            </a:xfrm>
            <a:prstGeom prst="triangle">
              <a:avLst>
                <a:gd name="adj" fmla="val 100000"/>
              </a:avLst>
            </a:prstGeom>
            <a:grp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cxnSp>
          <p:nvCxnSpPr>
            <p:cNvPr id="751" name="Straight Connector 750">
              <a:extLst>
                <a:ext uri="{FF2B5EF4-FFF2-40B4-BE49-F238E27FC236}">
                  <a16:creationId xmlns:a16="http://schemas.microsoft.com/office/drawing/2014/main" id="{751B3EAE-1696-418E-B671-4A01B5839DC8}"/>
                </a:ext>
              </a:extLst>
            </p:cNvPr>
            <p:cNvCxnSpPr/>
            <p:nvPr/>
          </p:nvCxnSpPr>
          <p:spPr>
            <a:xfrm flipH="1">
              <a:off x="7128510" y="5067302"/>
              <a:ext cx="25146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2" name="Straight Connector 751">
              <a:extLst>
                <a:ext uri="{FF2B5EF4-FFF2-40B4-BE49-F238E27FC236}">
                  <a16:creationId xmlns:a16="http://schemas.microsoft.com/office/drawing/2014/main" id="{2A5A1B64-2CAB-4E35-8042-F11E999C7522}"/>
                </a:ext>
              </a:extLst>
            </p:cNvPr>
            <p:cNvCxnSpPr/>
            <p:nvPr/>
          </p:nvCxnSpPr>
          <p:spPr>
            <a:xfrm flipH="1">
              <a:off x="7075703" y="5143502"/>
              <a:ext cx="304267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9" name="Straight Connector 888">
              <a:extLst>
                <a:ext uri="{FF2B5EF4-FFF2-40B4-BE49-F238E27FC236}">
                  <a16:creationId xmlns:a16="http://schemas.microsoft.com/office/drawing/2014/main" id="{03AD7215-8754-4140-B1C3-5B0A5617D38C}"/>
                </a:ext>
              </a:extLst>
            </p:cNvPr>
            <p:cNvCxnSpPr/>
            <p:nvPr/>
          </p:nvCxnSpPr>
          <p:spPr>
            <a:xfrm flipH="1">
              <a:off x="7151370" y="5219702"/>
              <a:ext cx="22860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0" name="Straight Connector 889">
              <a:extLst>
                <a:ext uri="{FF2B5EF4-FFF2-40B4-BE49-F238E27FC236}">
                  <a16:creationId xmlns:a16="http://schemas.microsoft.com/office/drawing/2014/main" id="{B99877FE-DB63-41B7-A0D4-5E106F65D39C}"/>
                </a:ext>
              </a:extLst>
            </p:cNvPr>
            <p:cNvCxnSpPr/>
            <p:nvPr/>
          </p:nvCxnSpPr>
          <p:spPr>
            <a:xfrm flipH="1">
              <a:off x="7151370" y="5295902"/>
              <a:ext cx="22860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1" name="Straight Connector 890">
              <a:extLst>
                <a:ext uri="{FF2B5EF4-FFF2-40B4-BE49-F238E27FC236}">
                  <a16:creationId xmlns:a16="http://schemas.microsoft.com/office/drawing/2014/main" id="{F609B7D6-175B-442E-BF1D-6E16FBB0B2D9}"/>
                </a:ext>
              </a:extLst>
            </p:cNvPr>
            <p:cNvCxnSpPr/>
            <p:nvPr/>
          </p:nvCxnSpPr>
          <p:spPr>
            <a:xfrm flipH="1">
              <a:off x="7128510" y="5372102"/>
              <a:ext cx="25146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92" name="Group 891">
            <a:extLst>
              <a:ext uri="{FF2B5EF4-FFF2-40B4-BE49-F238E27FC236}">
                <a16:creationId xmlns:a16="http://schemas.microsoft.com/office/drawing/2014/main" id="{499B2E65-81DB-4CB1-89BD-5ADF3059993D}"/>
              </a:ext>
            </a:extLst>
          </p:cNvPr>
          <p:cNvGrpSpPr/>
          <p:nvPr/>
        </p:nvGrpSpPr>
        <p:grpSpPr>
          <a:xfrm flipH="1">
            <a:off x="9801788" y="2988582"/>
            <a:ext cx="493060" cy="645460"/>
            <a:chOff x="6943724" y="4876800"/>
            <a:chExt cx="523876" cy="685802"/>
          </a:xfrm>
          <a:solidFill>
            <a:schemeClr val="bg1"/>
          </a:solidFill>
        </p:grpSpPr>
        <p:sp>
          <p:nvSpPr>
            <p:cNvPr id="893" name="Rectangle 27">
              <a:extLst>
                <a:ext uri="{FF2B5EF4-FFF2-40B4-BE49-F238E27FC236}">
                  <a16:creationId xmlns:a16="http://schemas.microsoft.com/office/drawing/2014/main" id="{927F6E36-04CC-4FEF-86C3-C0E9F1F1D696}"/>
                </a:ext>
              </a:extLst>
            </p:cNvPr>
            <p:cNvSpPr/>
            <p:nvPr/>
          </p:nvSpPr>
          <p:spPr>
            <a:xfrm>
              <a:off x="6943724" y="4876801"/>
              <a:ext cx="523876" cy="685801"/>
            </a:xfrm>
            <a:custGeom>
              <a:avLst/>
              <a:gdLst>
                <a:gd name="connsiteX0" fmla="*/ 0 w 523876"/>
                <a:gd name="connsiteY0" fmla="*/ 0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0 h 685801"/>
                <a:gd name="connsiteX0" fmla="*/ 0 w 523876"/>
                <a:gd name="connsiteY0" fmla="*/ 118533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3876" h="685801">
                  <a:moveTo>
                    <a:pt x="0" y="118533"/>
                  </a:moveTo>
                  <a:cubicBezTo>
                    <a:pt x="54428" y="62088"/>
                    <a:pt x="45963" y="75797"/>
                    <a:pt x="112487" y="0"/>
                  </a:cubicBezTo>
                  <a:lnTo>
                    <a:pt x="523876" y="0"/>
                  </a:lnTo>
                  <a:lnTo>
                    <a:pt x="523876" y="685801"/>
                  </a:lnTo>
                  <a:lnTo>
                    <a:pt x="0" y="685801"/>
                  </a:lnTo>
                  <a:lnTo>
                    <a:pt x="0" y="118533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sp>
          <p:nvSpPr>
            <p:cNvPr id="894" name="Isosceles Triangle 893">
              <a:extLst>
                <a:ext uri="{FF2B5EF4-FFF2-40B4-BE49-F238E27FC236}">
                  <a16:creationId xmlns:a16="http://schemas.microsoft.com/office/drawing/2014/main" id="{E8250A2A-3CCB-4179-A9F8-94EA6B0BB57F}"/>
                </a:ext>
              </a:extLst>
            </p:cNvPr>
            <p:cNvSpPr/>
            <p:nvPr/>
          </p:nvSpPr>
          <p:spPr>
            <a:xfrm>
              <a:off x="6953249" y="4876800"/>
              <a:ext cx="107346" cy="114301"/>
            </a:xfrm>
            <a:prstGeom prst="triangle">
              <a:avLst>
                <a:gd name="adj" fmla="val 100000"/>
              </a:avLst>
            </a:prstGeom>
            <a:grp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cxnSp>
          <p:nvCxnSpPr>
            <p:cNvPr id="895" name="Straight Connector 894">
              <a:extLst>
                <a:ext uri="{FF2B5EF4-FFF2-40B4-BE49-F238E27FC236}">
                  <a16:creationId xmlns:a16="http://schemas.microsoft.com/office/drawing/2014/main" id="{09EF9982-9DBB-48AA-B563-D0C1A8716697}"/>
                </a:ext>
              </a:extLst>
            </p:cNvPr>
            <p:cNvCxnSpPr/>
            <p:nvPr/>
          </p:nvCxnSpPr>
          <p:spPr>
            <a:xfrm flipH="1">
              <a:off x="7128510" y="5067302"/>
              <a:ext cx="25146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6" name="Straight Connector 895">
              <a:extLst>
                <a:ext uri="{FF2B5EF4-FFF2-40B4-BE49-F238E27FC236}">
                  <a16:creationId xmlns:a16="http://schemas.microsoft.com/office/drawing/2014/main" id="{AA82BC81-3A9F-4F9C-9ADC-451D5A366640}"/>
                </a:ext>
              </a:extLst>
            </p:cNvPr>
            <p:cNvCxnSpPr/>
            <p:nvPr/>
          </p:nvCxnSpPr>
          <p:spPr>
            <a:xfrm flipH="1">
              <a:off x="7075703" y="5143502"/>
              <a:ext cx="304267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7" name="Straight Connector 896">
              <a:extLst>
                <a:ext uri="{FF2B5EF4-FFF2-40B4-BE49-F238E27FC236}">
                  <a16:creationId xmlns:a16="http://schemas.microsoft.com/office/drawing/2014/main" id="{449584D5-01C9-4E5D-B9B9-51608B2E17D9}"/>
                </a:ext>
              </a:extLst>
            </p:cNvPr>
            <p:cNvCxnSpPr/>
            <p:nvPr/>
          </p:nvCxnSpPr>
          <p:spPr>
            <a:xfrm flipH="1">
              <a:off x="7151370" y="5219702"/>
              <a:ext cx="22860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8" name="Straight Connector 897">
              <a:extLst>
                <a:ext uri="{FF2B5EF4-FFF2-40B4-BE49-F238E27FC236}">
                  <a16:creationId xmlns:a16="http://schemas.microsoft.com/office/drawing/2014/main" id="{2346C561-350D-47FE-9787-1A72F1941B04}"/>
                </a:ext>
              </a:extLst>
            </p:cNvPr>
            <p:cNvCxnSpPr/>
            <p:nvPr/>
          </p:nvCxnSpPr>
          <p:spPr>
            <a:xfrm flipH="1">
              <a:off x="7151370" y="5295902"/>
              <a:ext cx="22860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9" name="Straight Connector 898">
              <a:extLst>
                <a:ext uri="{FF2B5EF4-FFF2-40B4-BE49-F238E27FC236}">
                  <a16:creationId xmlns:a16="http://schemas.microsoft.com/office/drawing/2014/main" id="{CBAFF546-553B-4CBC-9040-21325D984B14}"/>
                </a:ext>
              </a:extLst>
            </p:cNvPr>
            <p:cNvCxnSpPr/>
            <p:nvPr/>
          </p:nvCxnSpPr>
          <p:spPr>
            <a:xfrm flipH="1">
              <a:off x="7128510" y="5372102"/>
              <a:ext cx="25146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00" name="Group 899">
            <a:extLst>
              <a:ext uri="{FF2B5EF4-FFF2-40B4-BE49-F238E27FC236}">
                <a16:creationId xmlns:a16="http://schemas.microsoft.com/office/drawing/2014/main" id="{EB9A431F-E8EF-431C-A8B0-E81D33469EFB}"/>
              </a:ext>
            </a:extLst>
          </p:cNvPr>
          <p:cNvGrpSpPr/>
          <p:nvPr/>
        </p:nvGrpSpPr>
        <p:grpSpPr>
          <a:xfrm flipH="1">
            <a:off x="8564817" y="4430141"/>
            <a:ext cx="493060" cy="645460"/>
            <a:chOff x="6943724" y="4876800"/>
            <a:chExt cx="523876" cy="685802"/>
          </a:xfrm>
          <a:solidFill>
            <a:schemeClr val="bg1"/>
          </a:solidFill>
        </p:grpSpPr>
        <p:sp>
          <p:nvSpPr>
            <p:cNvPr id="901" name="Rectangle 27">
              <a:extLst>
                <a:ext uri="{FF2B5EF4-FFF2-40B4-BE49-F238E27FC236}">
                  <a16:creationId xmlns:a16="http://schemas.microsoft.com/office/drawing/2014/main" id="{BFE7AC92-F70D-4E70-89E2-92EB30948C08}"/>
                </a:ext>
              </a:extLst>
            </p:cNvPr>
            <p:cNvSpPr/>
            <p:nvPr/>
          </p:nvSpPr>
          <p:spPr>
            <a:xfrm>
              <a:off x="6943724" y="4876801"/>
              <a:ext cx="523876" cy="685801"/>
            </a:xfrm>
            <a:custGeom>
              <a:avLst/>
              <a:gdLst>
                <a:gd name="connsiteX0" fmla="*/ 0 w 523876"/>
                <a:gd name="connsiteY0" fmla="*/ 0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0 h 685801"/>
                <a:gd name="connsiteX0" fmla="*/ 0 w 523876"/>
                <a:gd name="connsiteY0" fmla="*/ 118533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3876" h="685801">
                  <a:moveTo>
                    <a:pt x="0" y="118533"/>
                  </a:moveTo>
                  <a:cubicBezTo>
                    <a:pt x="54428" y="62088"/>
                    <a:pt x="45963" y="75797"/>
                    <a:pt x="112487" y="0"/>
                  </a:cubicBezTo>
                  <a:lnTo>
                    <a:pt x="523876" y="0"/>
                  </a:lnTo>
                  <a:lnTo>
                    <a:pt x="523876" y="685801"/>
                  </a:lnTo>
                  <a:lnTo>
                    <a:pt x="0" y="685801"/>
                  </a:lnTo>
                  <a:lnTo>
                    <a:pt x="0" y="118533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sp>
          <p:nvSpPr>
            <p:cNvPr id="902" name="Isosceles Triangle 901">
              <a:extLst>
                <a:ext uri="{FF2B5EF4-FFF2-40B4-BE49-F238E27FC236}">
                  <a16:creationId xmlns:a16="http://schemas.microsoft.com/office/drawing/2014/main" id="{DFE5703E-3CC5-40FE-B052-DF36AC94FCFC}"/>
                </a:ext>
              </a:extLst>
            </p:cNvPr>
            <p:cNvSpPr/>
            <p:nvPr/>
          </p:nvSpPr>
          <p:spPr>
            <a:xfrm>
              <a:off x="6953249" y="4876800"/>
              <a:ext cx="107346" cy="114301"/>
            </a:xfrm>
            <a:prstGeom prst="triangle">
              <a:avLst>
                <a:gd name="adj" fmla="val 100000"/>
              </a:avLst>
            </a:prstGeom>
            <a:grp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cxnSp>
          <p:nvCxnSpPr>
            <p:cNvPr id="903" name="Straight Connector 902">
              <a:extLst>
                <a:ext uri="{FF2B5EF4-FFF2-40B4-BE49-F238E27FC236}">
                  <a16:creationId xmlns:a16="http://schemas.microsoft.com/office/drawing/2014/main" id="{ED6A7BCC-A1F6-4468-8EDA-7C72B1C9B638}"/>
                </a:ext>
              </a:extLst>
            </p:cNvPr>
            <p:cNvCxnSpPr/>
            <p:nvPr/>
          </p:nvCxnSpPr>
          <p:spPr>
            <a:xfrm flipH="1">
              <a:off x="7128510" y="5067302"/>
              <a:ext cx="25146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4" name="Straight Connector 903">
              <a:extLst>
                <a:ext uri="{FF2B5EF4-FFF2-40B4-BE49-F238E27FC236}">
                  <a16:creationId xmlns:a16="http://schemas.microsoft.com/office/drawing/2014/main" id="{1A4E96CA-4325-4739-B1F7-AF269584381C}"/>
                </a:ext>
              </a:extLst>
            </p:cNvPr>
            <p:cNvCxnSpPr/>
            <p:nvPr/>
          </p:nvCxnSpPr>
          <p:spPr>
            <a:xfrm flipH="1">
              <a:off x="7075703" y="5143502"/>
              <a:ext cx="304267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5" name="Straight Connector 904">
              <a:extLst>
                <a:ext uri="{FF2B5EF4-FFF2-40B4-BE49-F238E27FC236}">
                  <a16:creationId xmlns:a16="http://schemas.microsoft.com/office/drawing/2014/main" id="{A3E328FA-A19D-4D56-B34A-CA589F98F653}"/>
                </a:ext>
              </a:extLst>
            </p:cNvPr>
            <p:cNvCxnSpPr/>
            <p:nvPr/>
          </p:nvCxnSpPr>
          <p:spPr>
            <a:xfrm flipH="1">
              <a:off x="7151370" y="5219702"/>
              <a:ext cx="22860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6" name="Straight Connector 905">
              <a:extLst>
                <a:ext uri="{FF2B5EF4-FFF2-40B4-BE49-F238E27FC236}">
                  <a16:creationId xmlns:a16="http://schemas.microsoft.com/office/drawing/2014/main" id="{473EFF4D-673D-4782-A497-FF74F7C9F338}"/>
                </a:ext>
              </a:extLst>
            </p:cNvPr>
            <p:cNvCxnSpPr/>
            <p:nvPr/>
          </p:nvCxnSpPr>
          <p:spPr>
            <a:xfrm flipH="1">
              <a:off x="7151370" y="5295902"/>
              <a:ext cx="22860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7" name="Straight Connector 906">
              <a:extLst>
                <a:ext uri="{FF2B5EF4-FFF2-40B4-BE49-F238E27FC236}">
                  <a16:creationId xmlns:a16="http://schemas.microsoft.com/office/drawing/2014/main" id="{13BF5867-E2E4-43D9-B3FA-1FA01D9918E4}"/>
                </a:ext>
              </a:extLst>
            </p:cNvPr>
            <p:cNvCxnSpPr/>
            <p:nvPr/>
          </p:nvCxnSpPr>
          <p:spPr>
            <a:xfrm flipH="1">
              <a:off x="7128510" y="5372102"/>
              <a:ext cx="25146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08" name="Group 907">
            <a:extLst>
              <a:ext uri="{FF2B5EF4-FFF2-40B4-BE49-F238E27FC236}">
                <a16:creationId xmlns:a16="http://schemas.microsoft.com/office/drawing/2014/main" id="{F11E6482-F162-4D83-84CA-65242D0F4714}"/>
              </a:ext>
            </a:extLst>
          </p:cNvPr>
          <p:cNvGrpSpPr/>
          <p:nvPr/>
        </p:nvGrpSpPr>
        <p:grpSpPr>
          <a:xfrm flipH="1">
            <a:off x="8539331" y="1536299"/>
            <a:ext cx="493060" cy="645460"/>
            <a:chOff x="6943724" y="4876800"/>
            <a:chExt cx="523876" cy="685802"/>
          </a:xfrm>
          <a:solidFill>
            <a:schemeClr val="bg1"/>
          </a:solidFill>
        </p:grpSpPr>
        <p:sp>
          <p:nvSpPr>
            <p:cNvPr id="909" name="Rectangle 27">
              <a:extLst>
                <a:ext uri="{FF2B5EF4-FFF2-40B4-BE49-F238E27FC236}">
                  <a16:creationId xmlns:a16="http://schemas.microsoft.com/office/drawing/2014/main" id="{FAD63C05-E5AD-4283-A4A7-96F44007DDF1}"/>
                </a:ext>
              </a:extLst>
            </p:cNvPr>
            <p:cNvSpPr/>
            <p:nvPr/>
          </p:nvSpPr>
          <p:spPr>
            <a:xfrm>
              <a:off x="6943724" y="4876801"/>
              <a:ext cx="523876" cy="685801"/>
            </a:xfrm>
            <a:custGeom>
              <a:avLst/>
              <a:gdLst>
                <a:gd name="connsiteX0" fmla="*/ 0 w 523876"/>
                <a:gd name="connsiteY0" fmla="*/ 0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0 h 685801"/>
                <a:gd name="connsiteX0" fmla="*/ 0 w 523876"/>
                <a:gd name="connsiteY0" fmla="*/ 118533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3876" h="685801">
                  <a:moveTo>
                    <a:pt x="0" y="118533"/>
                  </a:moveTo>
                  <a:cubicBezTo>
                    <a:pt x="54428" y="62088"/>
                    <a:pt x="45963" y="75797"/>
                    <a:pt x="112487" y="0"/>
                  </a:cubicBezTo>
                  <a:lnTo>
                    <a:pt x="523876" y="0"/>
                  </a:lnTo>
                  <a:lnTo>
                    <a:pt x="523876" y="685801"/>
                  </a:lnTo>
                  <a:lnTo>
                    <a:pt x="0" y="685801"/>
                  </a:lnTo>
                  <a:lnTo>
                    <a:pt x="0" y="118533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sp>
          <p:nvSpPr>
            <p:cNvPr id="910" name="Isosceles Triangle 909">
              <a:extLst>
                <a:ext uri="{FF2B5EF4-FFF2-40B4-BE49-F238E27FC236}">
                  <a16:creationId xmlns:a16="http://schemas.microsoft.com/office/drawing/2014/main" id="{EFB36FAE-4E9A-4EF2-AF64-1513B9E9D289}"/>
                </a:ext>
              </a:extLst>
            </p:cNvPr>
            <p:cNvSpPr/>
            <p:nvPr/>
          </p:nvSpPr>
          <p:spPr>
            <a:xfrm>
              <a:off x="6953249" y="4876800"/>
              <a:ext cx="107346" cy="114301"/>
            </a:xfrm>
            <a:prstGeom prst="triangle">
              <a:avLst>
                <a:gd name="adj" fmla="val 100000"/>
              </a:avLst>
            </a:prstGeom>
            <a:grp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cxnSp>
          <p:nvCxnSpPr>
            <p:cNvPr id="911" name="Straight Connector 910">
              <a:extLst>
                <a:ext uri="{FF2B5EF4-FFF2-40B4-BE49-F238E27FC236}">
                  <a16:creationId xmlns:a16="http://schemas.microsoft.com/office/drawing/2014/main" id="{AE554ED7-93AF-4986-B92A-75FA1A7EC167}"/>
                </a:ext>
              </a:extLst>
            </p:cNvPr>
            <p:cNvCxnSpPr/>
            <p:nvPr/>
          </p:nvCxnSpPr>
          <p:spPr>
            <a:xfrm flipH="1">
              <a:off x="7128510" y="5067302"/>
              <a:ext cx="25146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2" name="Straight Connector 911">
              <a:extLst>
                <a:ext uri="{FF2B5EF4-FFF2-40B4-BE49-F238E27FC236}">
                  <a16:creationId xmlns:a16="http://schemas.microsoft.com/office/drawing/2014/main" id="{20AFE4C6-48EE-4E9E-905A-7062D412BB36}"/>
                </a:ext>
              </a:extLst>
            </p:cNvPr>
            <p:cNvCxnSpPr/>
            <p:nvPr/>
          </p:nvCxnSpPr>
          <p:spPr>
            <a:xfrm flipH="1">
              <a:off x="7075703" y="5143502"/>
              <a:ext cx="304267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3" name="Straight Connector 912">
              <a:extLst>
                <a:ext uri="{FF2B5EF4-FFF2-40B4-BE49-F238E27FC236}">
                  <a16:creationId xmlns:a16="http://schemas.microsoft.com/office/drawing/2014/main" id="{8152713B-FF91-47D2-A68D-A816A5644A89}"/>
                </a:ext>
              </a:extLst>
            </p:cNvPr>
            <p:cNvCxnSpPr/>
            <p:nvPr/>
          </p:nvCxnSpPr>
          <p:spPr>
            <a:xfrm flipH="1">
              <a:off x="7151370" y="5219702"/>
              <a:ext cx="22860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4" name="Straight Connector 913">
              <a:extLst>
                <a:ext uri="{FF2B5EF4-FFF2-40B4-BE49-F238E27FC236}">
                  <a16:creationId xmlns:a16="http://schemas.microsoft.com/office/drawing/2014/main" id="{AB027FF5-F3A5-4CE1-A59A-0228A5304481}"/>
                </a:ext>
              </a:extLst>
            </p:cNvPr>
            <p:cNvCxnSpPr/>
            <p:nvPr/>
          </p:nvCxnSpPr>
          <p:spPr>
            <a:xfrm flipH="1">
              <a:off x="7151370" y="5295902"/>
              <a:ext cx="22860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5" name="Straight Connector 914">
              <a:extLst>
                <a:ext uri="{FF2B5EF4-FFF2-40B4-BE49-F238E27FC236}">
                  <a16:creationId xmlns:a16="http://schemas.microsoft.com/office/drawing/2014/main" id="{BCD4FCA4-FE83-4066-BC17-2CF581C616FA}"/>
                </a:ext>
              </a:extLst>
            </p:cNvPr>
            <p:cNvCxnSpPr/>
            <p:nvPr/>
          </p:nvCxnSpPr>
          <p:spPr>
            <a:xfrm flipH="1">
              <a:off x="7128510" y="5372102"/>
              <a:ext cx="25146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16" name="Group 915">
            <a:extLst>
              <a:ext uri="{FF2B5EF4-FFF2-40B4-BE49-F238E27FC236}">
                <a16:creationId xmlns:a16="http://schemas.microsoft.com/office/drawing/2014/main" id="{AF8123A2-CF1D-4045-BE07-88C676145478}"/>
              </a:ext>
            </a:extLst>
          </p:cNvPr>
          <p:cNvGrpSpPr/>
          <p:nvPr/>
        </p:nvGrpSpPr>
        <p:grpSpPr>
          <a:xfrm flipH="1">
            <a:off x="9792760" y="1524193"/>
            <a:ext cx="493060" cy="645460"/>
            <a:chOff x="6943724" y="4876800"/>
            <a:chExt cx="523876" cy="685802"/>
          </a:xfrm>
          <a:solidFill>
            <a:schemeClr val="bg1"/>
          </a:solidFill>
        </p:grpSpPr>
        <p:sp>
          <p:nvSpPr>
            <p:cNvPr id="917" name="Rectangle 27">
              <a:extLst>
                <a:ext uri="{FF2B5EF4-FFF2-40B4-BE49-F238E27FC236}">
                  <a16:creationId xmlns:a16="http://schemas.microsoft.com/office/drawing/2014/main" id="{8B7C39AD-B32A-4355-97C4-2FB4A9F79CE0}"/>
                </a:ext>
              </a:extLst>
            </p:cNvPr>
            <p:cNvSpPr/>
            <p:nvPr/>
          </p:nvSpPr>
          <p:spPr>
            <a:xfrm>
              <a:off x="6943724" y="4876801"/>
              <a:ext cx="523876" cy="685801"/>
            </a:xfrm>
            <a:custGeom>
              <a:avLst/>
              <a:gdLst>
                <a:gd name="connsiteX0" fmla="*/ 0 w 523876"/>
                <a:gd name="connsiteY0" fmla="*/ 0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0 h 685801"/>
                <a:gd name="connsiteX0" fmla="*/ 0 w 523876"/>
                <a:gd name="connsiteY0" fmla="*/ 118533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3876" h="685801">
                  <a:moveTo>
                    <a:pt x="0" y="118533"/>
                  </a:moveTo>
                  <a:cubicBezTo>
                    <a:pt x="54428" y="62088"/>
                    <a:pt x="45963" y="75797"/>
                    <a:pt x="112487" y="0"/>
                  </a:cubicBezTo>
                  <a:lnTo>
                    <a:pt x="523876" y="0"/>
                  </a:lnTo>
                  <a:lnTo>
                    <a:pt x="523876" y="685801"/>
                  </a:lnTo>
                  <a:lnTo>
                    <a:pt x="0" y="685801"/>
                  </a:lnTo>
                  <a:lnTo>
                    <a:pt x="0" y="118533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sp>
          <p:nvSpPr>
            <p:cNvPr id="918" name="Isosceles Triangle 917">
              <a:extLst>
                <a:ext uri="{FF2B5EF4-FFF2-40B4-BE49-F238E27FC236}">
                  <a16:creationId xmlns:a16="http://schemas.microsoft.com/office/drawing/2014/main" id="{1DB28A85-CE6F-4631-AFA0-DFB15F45F260}"/>
                </a:ext>
              </a:extLst>
            </p:cNvPr>
            <p:cNvSpPr/>
            <p:nvPr/>
          </p:nvSpPr>
          <p:spPr>
            <a:xfrm>
              <a:off x="6953249" y="4876800"/>
              <a:ext cx="107346" cy="114301"/>
            </a:xfrm>
            <a:prstGeom prst="triangle">
              <a:avLst>
                <a:gd name="adj" fmla="val 100000"/>
              </a:avLst>
            </a:prstGeom>
            <a:grp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cxnSp>
          <p:nvCxnSpPr>
            <p:cNvPr id="919" name="Straight Connector 918">
              <a:extLst>
                <a:ext uri="{FF2B5EF4-FFF2-40B4-BE49-F238E27FC236}">
                  <a16:creationId xmlns:a16="http://schemas.microsoft.com/office/drawing/2014/main" id="{3283BE40-745D-4514-AE0B-82B4AED214BC}"/>
                </a:ext>
              </a:extLst>
            </p:cNvPr>
            <p:cNvCxnSpPr/>
            <p:nvPr/>
          </p:nvCxnSpPr>
          <p:spPr>
            <a:xfrm flipH="1">
              <a:off x="7128510" y="5067302"/>
              <a:ext cx="25146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0" name="Straight Connector 919">
              <a:extLst>
                <a:ext uri="{FF2B5EF4-FFF2-40B4-BE49-F238E27FC236}">
                  <a16:creationId xmlns:a16="http://schemas.microsoft.com/office/drawing/2014/main" id="{931E7CD2-E044-4D11-BF9A-1A9BACF314EF}"/>
                </a:ext>
              </a:extLst>
            </p:cNvPr>
            <p:cNvCxnSpPr/>
            <p:nvPr/>
          </p:nvCxnSpPr>
          <p:spPr>
            <a:xfrm flipH="1">
              <a:off x="7075703" y="5143502"/>
              <a:ext cx="304267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1" name="Straight Connector 920">
              <a:extLst>
                <a:ext uri="{FF2B5EF4-FFF2-40B4-BE49-F238E27FC236}">
                  <a16:creationId xmlns:a16="http://schemas.microsoft.com/office/drawing/2014/main" id="{8C31BEA8-A4D5-4F5B-9EA8-84F1224CE3B4}"/>
                </a:ext>
              </a:extLst>
            </p:cNvPr>
            <p:cNvCxnSpPr/>
            <p:nvPr/>
          </p:nvCxnSpPr>
          <p:spPr>
            <a:xfrm flipH="1">
              <a:off x="7151370" y="5219702"/>
              <a:ext cx="22860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2" name="Straight Connector 921">
              <a:extLst>
                <a:ext uri="{FF2B5EF4-FFF2-40B4-BE49-F238E27FC236}">
                  <a16:creationId xmlns:a16="http://schemas.microsoft.com/office/drawing/2014/main" id="{C6A45A5D-CE9F-4284-A1B2-3B31B38C4DBF}"/>
                </a:ext>
              </a:extLst>
            </p:cNvPr>
            <p:cNvCxnSpPr/>
            <p:nvPr/>
          </p:nvCxnSpPr>
          <p:spPr>
            <a:xfrm flipH="1">
              <a:off x="7151370" y="5295902"/>
              <a:ext cx="22860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3" name="Straight Connector 922">
              <a:extLst>
                <a:ext uri="{FF2B5EF4-FFF2-40B4-BE49-F238E27FC236}">
                  <a16:creationId xmlns:a16="http://schemas.microsoft.com/office/drawing/2014/main" id="{3C650260-077E-4CC7-9B9A-73E0C99D5BD1}"/>
                </a:ext>
              </a:extLst>
            </p:cNvPr>
            <p:cNvCxnSpPr/>
            <p:nvPr/>
          </p:nvCxnSpPr>
          <p:spPr>
            <a:xfrm flipH="1">
              <a:off x="7128510" y="5372102"/>
              <a:ext cx="25146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24" name="Group 923">
            <a:extLst>
              <a:ext uri="{FF2B5EF4-FFF2-40B4-BE49-F238E27FC236}">
                <a16:creationId xmlns:a16="http://schemas.microsoft.com/office/drawing/2014/main" id="{A2B7850A-D9F3-47FF-B8EA-215794E1F494}"/>
              </a:ext>
            </a:extLst>
          </p:cNvPr>
          <p:cNvGrpSpPr/>
          <p:nvPr/>
        </p:nvGrpSpPr>
        <p:grpSpPr>
          <a:xfrm flipH="1">
            <a:off x="9167821" y="2269414"/>
            <a:ext cx="493060" cy="645460"/>
            <a:chOff x="6943724" y="4876800"/>
            <a:chExt cx="523876" cy="685802"/>
          </a:xfrm>
          <a:solidFill>
            <a:schemeClr val="bg1"/>
          </a:solidFill>
        </p:grpSpPr>
        <p:sp>
          <p:nvSpPr>
            <p:cNvPr id="925" name="Rectangle 27">
              <a:extLst>
                <a:ext uri="{FF2B5EF4-FFF2-40B4-BE49-F238E27FC236}">
                  <a16:creationId xmlns:a16="http://schemas.microsoft.com/office/drawing/2014/main" id="{4DD52C25-18E2-4C74-8AA6-AE02E7024607}"/>
                </a:ext>
              </a:extLst>
            </p:cNvPr>
            <p:cNvSpPr/>
            <p:nvPr/>
          </p:nvSpPr>
          <p:spPr>
            <a:xfrm>
              <a:off x="6943724" y="4876801"/>
              <a:ext cx="523876" cy="685801"/>
            </a:xfrm>
            <a:custGeom>
              <a:avLst/>
              <a:gdLst>
                <a:gd name="connsiteX0" fmla="*/ 0 w 523876"/>
                <a:gd name="connsiteY0" fmla="*/ 0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0 h 685801"/>
                <a:gd name="connsiteX0" fmla="*/ 0 w 523876"/>
                <a:gd name="connsiteY0" fmla="*/ 118533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3876" h="685801">
                  <a:moveTo>
                    <a:pt x="0" y="118533"/>
                  </a:moveTo>
                  <a:cubicBezTo>
                    <a:pt x="54428" y="62088"/>
                    <a:pt x="45963" y="75797"/>
                    <a:pt x="112487" y="0"/>
                  </a:cubicBezTo>
                  <a:lnTo>
                    <a:pt x="523876" y="0"/>
                  </a:lnTo>
                  <a:lnTo>
                    <a:pt x="523876" y="685801"/>
                  </a:lnTo>
                  <a:lnTo>
                    <a:pt x="0" y="685801"/>
                  </a:lnTo>
                  <a:lnTo>
                    <a:pt x="0" y="118533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sp>
          <p:nvSpPr>
            <p:cNvPr id="926" name="Isosceles Triangle 925">
              <a:extLst>
                <a:ext uri="{FF2B5EF4-FFF2-40B4-BE49-F238E27FC236}">
                  <a16:creationId xmlns:a16="http://schemas.microsoft.com/office/drawing/2014/main" id="{3DBD036E-7019-49BE-BA5D-4A3469F4FEC7}"/>
                </a:ext>
              </a:extLst>
            </p:cNvPr>
            <p:cNvSpPr/>
            <p:nvPr/>
          </p:nvSpPr>
          <p:spPr>
            <a:xfrm>
              <a:off x="6953249" y="4876800"/>
              <a:ext cx="107346" cy="114301"/>
            </a:xfrm>
            <a:prstGeom prst="triangle">
              <a:avLst>
                <a:gd name="adj" fmla="val 100000"/>
              </a:avLst>
            </a:prstGeom>
            <a:grp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cxnSp>
          <p:nvCxnSpPr>
            <p:cNvPr id="927" name="Straight Connector 926">
              <a:extLst>
                <a:ext uri="{FF2B5EF4-FFF2-40B4-BE49-F238E27FC236}">
                  <a16:creationId xmlns:a16="http://schemas.microsoft.com/office/drawing/2014/main" id="{E874F0C3-197F-4BB2-A308-E89E91BB433C}"/>
                </a:ext>
              </a:extLst>
            </p:cNvPr>
            <p:cNvCxnSpPr/>
            <p:nvPr/>
          </p:nvCxnSpPr>
          <p:spPr>
            <a:xfrm flipH="1">
              <a:off x="7128510" y="5067302"/>
              <a:ext cx="25146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8" name="Straight Connector 927">
              <a:extLst>
                <a:ext uri="{FF2B5EF4-FFF2-40B4-BE49-F238E27FC236}">
                  <a16:creationId xmlns:a16="http://schemas.microsoft.com/office/drawing/2014/main" id="{10725B5C-BB61-4182-B214-B9F97BC45A8C}"/>
                </a:ext>
              </a:extLst>
            </p:cNvPr>
            <p:cNvCxnSpPr/>
            <p:nvPr/>
          </p:nvCxnSpPr>
          <p:spPr>
            <a:xfrm flipH="1">
              <a:off x="7075703" y="5143502"/>
              <a:ext cx="304267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9" name="Straight Connector 928">
              <a:extLst>
                <a:ext uri="{FF2B5EF4-FFF2-40B4-BE49-F238E27FC236}">
                  <a16:creationId xmlns:a16="http://schemas.microsoft.com/office/drawing/2014/main" id="{76D67B33-51D2-4BA2-9256-45567DE123C0}"/>
                </a:ext>
              </a:extLst>
            </p:cNvPr>
            <p:cNvCxnSpPr/>
            <p:nvPr/>
          </p:nvCxnSpPr>
          <p:spPr>
            <a:xfrm flipH="1">
              <a:off x="7151370" y="5219702"/>
              <a:ext cx="22860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0" name="Straight Connector 929">
              <a:extLst>
                <a:ext uri="{FF2B5EF4-FFF2-40B4-BE49-F238E27FC236}">
                  <a16:creationId xmlns:a16="http://schemas.microsoft.com/office/drawing/2014/main" id="{2B569E45-F9F0-405F-8075-41988DD22EA3}"/>
                </a:ext>
              </a:extLst>
            </p:cNvPr>
            <p:cNvCxnSpPr/>
            <p:nvPr/>
          </p:nvCxnSpPr>
          <p:spPr>
            <a:xfrm flipH="1">
              <a:off x="7151370" y="5295902"/>
              <a:ext cx="22860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1" name="Straight Connector 930">
              <a:extLst>
                <a:ext uri="{FF2B5EF4-FFF2-40B4-BE49-F238E27FC236}">
                  <a16:creationId xmlns:a16="http://schemas.microsoft.com/office/drawing/2014/main" id="{5601C5B4-6E0E-4091-83CA-C595C6E677A0}"/>
                </a:ext>
              </a:extLst>
            </p:cNvPr>
            <p:cNvCxnSpPr/>
            <p:nvPr/>
          </p:nvCxnSpPr>
          <p:spPr>
            <a:xfrm flipH="1">
              <a:off x="7128510" y="5372102"/>
              <a:ext cx="25146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32" name="Group 931">
            <a:extLst>
              <a:ext uri="{FF2B5EF4-FFF2-40B4-BE49-F238E27FC236}">
                <a16:creationId xmlns:a16="http://schemas.microsoft.com/office/drawing/2014/main" id="{118B8E36-40FC-4D69-83F4-1BCFB54123B2}"/>
              </a:ext>
            </a:extLst>
          </p:cNvPr>
          <p:cNvGrpSpPr/>
          <p:nvPr/>
        </p:nvGrpSpPr>
        <p:grpSpPr>
          <a:xfrm flipH="1">
            <a:off x="8542203" y="2269415"/>
            <a:ext cx="493060" cy="645460"/>
            <a:chOff x="6943724" y="4876800"/>
            <a:chExt cx="523876" cy="685802"/>
          </a:xfrm>
          <a:solidFill>
            <a:schemeClr val="bg1"/>
          </a:solidFill>
        </p:grpSpPr>
        <p:sp>
          <p:nvSpPr>
            <p:cNvPr id="933" name="Rectangle 27">
              <a:extLst>
                <a:ext uri="{FF2B5EF4-FFF2-40B4-BE49-F238E27FC236}">
                  <a16:creationId xmlns:a16="http://schemas.microsoft.com/office/drawing/2014/main" id="{2E176B27-C3FC-4608-9653-C857E4461199}"/>
                </a:ext>
              </a:extLst>
            </p:cNvPr>
            <p:cNvSpPr/>
            <p:nvPr/>
          </p:nvSpPr>
          <p:spPr>
            <a:xfrm>
              <a:off x="6943724" y="4876801"/>
              <a:ext cx="523876" cy="685801"/>
            </a:xfrm>
            <a:custGeom>
              <a:avLst/>
              <a:gdLst>
                <a:gd name="connsiteX0" fmla="*/ 0 w 523876"/>
                <a:gd name="connsiteY0" fmla="*/ 0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0 h 685801"/>
                <a:gd name="connsiteX0" fmla="*/ 0 w 523876"/>
                <a:gd name="connsiteY0" fmla="*/ 118533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3876" h="685801">
                  <a:moveTo>
                    <a:pt x="0" y="118533"/>
                  </a:moveTo>
                  <a:cubicBezTo>
                    <a:pt x="54428" y="62088"/>
                    <a:pt x="45963" y="75797"/>
                    <a:pt x="112487" y="0"/>
                  </a:cubicBezTo>
                  <a:lnTo>
                    <a:pt x="523876" y="0"/>
                  </a:lnTo>
                  <a:lnTo>
                    <a:pt x="523876" y="685801"/>
                  </a:lnTo>
                  <a:lnTo>
                    <a:pt x="0" y="685801"/>
                  </a:lnTo>
                  <a:lnTo>
                    <a:pt x="0" y="118533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sp>
          <p:nvSpPr>
            <p:cNvPr id="934" name="Isosceles Triangle 933">
              <a:extLst>
                <a:ext uri="{FF2B5EF4-FFF2-40B4-BE49-F238E27FC236}">
                  <a16:creationId xmlns:a16="http://schemas.microsoft.com/office/drawing/2014/main" id="{38FE91C9-021B-4EF3-BED0-8B150ADA8B01}"/>
                </a:ext>
              </a:extLst>
            </p:cNvPr>
            <p:cNvSpPr/>
            <p:nvPr/>
          </p:nvSpPr>
          <p:spPr>
            <a:xfrm>
              <a:off x="6953249" y="4876800"/>
              <a:ext cx="107346" cy="114301"/>
            </a:xfrm>
            <a:prstGeom prst="triangle">
              <a:avLst>
                <a:gd name="adj" fmla="val 100000"/>
              </a:avLst>
            </a:prstGeom>
            <a:grp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cxnSp>
          <p:nvCxnSpPr>
            <p:cNvPr id="935" name="Straight Connector 934">
              <a:extLst>
                <a:ext uri="{FF2B5EF4-FFF2-40B4-BE49-F238E27FC236}">
                  <a16:creationId xmlns:a16="http://schemas.microsoft.com/office/drawing/2014/main" id="{94B7E4BD-1828-489A-AF38-5E63E1F9BEE7}"/>
                </a:ext>
              </a:extLst>
            </p:cNvPr>
            <p:cNvCxnSpPr/>
            <p:nvPr/>
          </p:nvCxnSpPr>
          <p:spPr>
            <a:xfrm flipH="1">
              <a:off x="7128510" y="5067302"/>
              <a:ext cx="25146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6" name="Straight Connector 935">
              <a:extLst>
                <a:ext uri="{FF2B5EF4-FFF2-40B4-BE49-F238E27FC236}">
                  <a16:creationId xmlns:a16="http://schemas.microsoft.com/office/drawing/2014/main" id="{103D3C80-49BA-4AD6-8509-2BF68D444F94}"/>
                </a:ext>
              </a:extLst>
            </p:cNvPr>
            <p:cNvCxnSpPr/>
            <p:nvPr/>
          </p:nvCxnSpPr>
          <p:spPr>
            <a:xfrm flipH="1">
              <a:off x="7075703" y="5143502"/>
              <a:ext cx="304267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7" name="Straight Connector 936">
              <a:extLst>
                <a:ext uri="{FF2B5EF4-FFF2-40B4-BE49-F238E27FC236}">
                  <a16:creationId xmlns:a16="http://schemas.microsoft.com/office/drawing/2014/main" id="{A100E44A-5DD2-4A35-A1A2-38CDE1049ADF}"/>
                </a:ext>
              </a:extLst>
            </p:cNvPr>
            <p:cNvCxnSpPr/>
            <p:nvPr/>
          </p:nvCxnSpPr>
          <p:spPr>
            <a:xfrm flipH="1">
              <a:off x="7151370" y="5219702"/>
              <a:ext cx="22860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8" name="Straight Connector 937">
              <a:extLst>
                <a:ext uri="{FF2B5EF4-FFF2-40B4-BE49-F238E27FC236}">
                  <a16:creationId xmlns:a16="http://schemas.microsoft.com/office/drawing/2014/main" id="{51996244-C837-46C3-9410-255FC18F5C69}"/>
                </a:ext>
              </a:extLst>
            </p:cNvPr>
            <p:cNvCxnSpPr/>
            <p:nvPr/>
          </p:nvCxnSpPr>
          <p:spPr>
            <a:xfrm flipH="1">
              <a:off x="7151370" y="5295902"/>
              <a:ext cx="22860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9" name="Straight Connector 938">
              <a:extLst>
                <a:ext uri="{FF2B5EF4-FFF2-40B4-BE49-F238E27FC236}">
                  <a16:creationId xmlns:a16="http://schemas.microsoft.com/office/drawing/2014/main" id="{0CB0F2C9-BED2-4E55-AF93-368A6E58FDB1}"/>
                </a:ext>
              </a:extLst>
            </p:cNvPr>
            <p:cNvCxnSpPr/>
            <p:nvPr/>
          </p:nvCxnSpPr>
          <p:spPr>
            <a:xfrm flipH="1">
              <a:off x="7128510" y="5372102"/>
              <a:ext cx="25146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88" name="Group 987">
            <a:extLst>
              <a:ext uri="{FF2B5EF4-FFF2-40B4-BE49-F238E27FC236}">
                <a16:creationId xmlns:a16="http://schemas.microsoft.com/office/drawing/2014/main" id="{9D76D479-7357-49AC-A85B-657FB7FC5A56}"/>
              </a:ext>
            </a:extLst>
          </p:cNvPr>
          <p:cNvGrpSpPr/>
          <p:nvPr/>
        </p:nvGrpSpPr>
        <p:grpSpPr>
          <a:xfrm flipH="1">
            <a:off x="9795632" y="2257309"/>
            <a:ext cx="493060" cy="645460"/>
            <a:chOff x="6943724" y="4876800"/>
            <a:chExt cx="523876" cy="685802"/>
          </a:xfrm>
          <a:solidFill>
            <a:schemeClr val="bg1"/>
          </a:solidFill>
        </p:grpSpPr>
        <p:sp>
          <p:nvSpPr>
            <p:cNvPr id="989" name="Rectangle 27">
              <a:extLst>
                <a:ext uri="{FF2B5EF4-FFF2-40B4-BE49-F238E27FC236}">
                  <a16:creationId xmlns:a16="http://schemas.microsoft.com/office/drawing/2014/main" id="{2B47900B-4CA2-4648-8709-50CB4BB93889}"/>
                </a:ext>
              </a:extLst>
            </p:cNvPr>
            <p:cNvSpPr/>
            <p:nvPr/>
          </p:nvSpPr>
          <p:spPr>
            <a:xfrm>
              <a:off x="6943724" y="4876801"/>
              <a:ext cx="523876" cy="685801"/>
            </a:xfrm>
            <a:custGeom>
              <a:avLst/>
              <a:gdLst>
                <a:gd name="connsiteX0" fmla="*/ 0 w 523876"/>
                <a:gd name="connsiteY0" fmla="*/ 0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0 h 685801"/>
                <a:gd name="connsiteX0" fmla="*/ 0 w 523876"/>
                <a:gd name="connsiteY0" fmla="*/ 118533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3876" h="685801">
                  <a:moveTo>
                    <a:pt x="0" y="118533"/>
                  </a:moveTo>
                  <a:cubicBezTo>
                    <a:pt x="54428" y="62088"/>
                    <a:pt x="45963" y="75797"/>
                    <a:pt x="112487" y="0"/>
                  </a:cubicBezTo>
                  <a:lnTo>
                    <a:pt x="523876" y="0"/>
                  </a:lnTo>
                  <a:lnTo>
                    <a:pt x="523876" y="685801"/>
                  </a:lnTo>
                  <a:lnTo>
                    <a:pt x="0" y="685801"/>
                  </a:lnTo>
                  <a:lnTo>
                    <a:pt x="0" y="118533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sp>
          <p:nvSpPr>
            <p:cNvPr id="990" name="Isosceles Triangle 989">
              <a:extLst>
                <a:ext uri="{FF2B5EF4-FFF2-40B4-BE49-F238E27FC236}">
                  <a16:creationId xmlns:a16="http://schemas.microsoft.com/office/drawing/2014/main" id="{FEDE7807-D746-4125-9461-892C363B9F32}"/>
                </a:ext>
              </a:extLst>
            </p:cNvPr>
            <p:cNvSpPr/>
            <p:nvPr/>
          </p:nvSpPr>
          <p:spPr>
            <a:xfrm>
              <a:off x="6953249" y="4876800"/>
              <a:ext cx="107346" cy="114301"/>
            </a:xfrm>
            <a:prstGeom prst="triangle">
              <a:avLst>
                <a:gd name="adj" fmla="val 100000"/>
              </a:avLst>
            </a:prstGeom>
            <a:grp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cxnSp>
          <p:nvCxnSpPr>
            <p:cNvPr id="991" name="Straight Connector 990">
              <a:extLst>
                <a:ext uri="{FF2B5EF4-FFF2-40B4-BE49-F238E27FC236}">
                  <a16:creationId xmlns:a16="http://schemas.microsoft.com/office/drawing/2014/main" id="{E375B1CB-5B6C-4DB1-9F15-B1FF1F7FDEBD}"/>
                </a:ext>
              </a:extLst>
            </p:cNvPr>
            <p:cNvCxnSpPr/>
            <p:nvPr/>
          </p:nvCxnSpPr>
          <p:spPr>
            <a:xfrm flipH="1">
              <a:off x="7128510" y="5067302"/>
              <a:ext cx="25146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2" name="Straight Connector 991">
              <a:extLst>
                <a:ext uri="{FF2B5EF4-FFF2-40B4-BE49-F238E27FC236}">
                  <a16:creationId xmlns:a16="http://schemas.microsoft.com/office/drawing/2014/main" id="{21D04B87-339B-45A7-93E8-A4933A853B01}"/>
                </a:ext>
              </a:extLst>
            </p:cNvPr>
            <p:cNvCxnSpPr/>
            <p:nvPr/>
          </p:nvCxnSpPr>
          <p:spPr>
            <a:xfrm flipH="1">
              <a:off x="7075703" y="5143502"/>
              <a:ext cx="304267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3" name="Straight Connector 992">
              <a:extLst>
                <a:ext uri="{FF2B5EF4-FFF2-40B4-BE49-F238E27FC236}">
                  <a16:creationId xmlns:a16="http://schemas.microsoft.com/office/drawing/2014/main" id="{80FF3E09-F911-4A99-AB04-B2038C06380A}"/>
                </a:ext>
              </a:extLst>
            </p:cNvPr>
            <p:cNvCxnSpPr/>
            <p:nvPr/>
          </p:nvCxnSpPr>
          <p:spPr>
            <a:xfrm flipH="1">
              <a:off x="7151370" y="5219702"/>
              <a:ext cx="22860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4" name="Straight Connector 993">
              <a:extLst>
                <a:ext uri="{FF2B5EF4-FFF2-40B4-BE49-F238E27FC236}">
                  <a16:creationId xmlns:a16="http://schemas.microsoft.com/office/drawing/2014/main" id="{FE8CEF2C-F875-49EB-BE75-54440D8716FF}"/>
                </a:ext>
              </a:extLst>
            </p:cNvPr>
            <p:cNvCxnSpPr/>
            <p:nvPr/>
          </p:nvCxnSpPr>
          <p:spPr>
            <a:xfrm flipH="1">
              <a:off x="7151370" y="5295902"/>
              <a:ext cx="22860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5" name="Straight Connector 994">
              <a:extLst>
                <a:ext uri="{FF2B5EF4-FFF2-40B4-BE49-F238E27FC236}">
                  <a16:creationId xmlns:a16="http://schemas.microsoft.com/office/drawing/2014/main" id="{D1314A7F-4B98-4BD8-A3E0-DCF30BE8AA59}"/>
                </a:ext>
              </a:extLst>
            </p:cNvPr>
            <p:cNvCxnSpPr/>
            <p:nvPr/>
          </p:nvCxnSpPr>
          <p:spPr>
            <a:xfrm flipH="1">
              <a:off x="7128510" y="5372102"/>
              <a:ext cx="25146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04" name="Group 1003">
            <a:extLst>
              <a:ext uri="{FF2B5EF4-FFF2-40B4-BE49-F238E27FC236}">
                <a16:creationId xmlns:a16="http://schemas.microsoft.com/office/drawing/2014/main" id="{5DCB8725-5CFD-465F-B904-5F9C401A269B}"/>
              </a:ext>
            </a:extLst>
          </p:cNvPr>
          <p:cNvGrpSpPr/>
          <p:nvPr/>
        </p:nvGrpSpPr>
        <p:grpSpPr>
          <a:xfrm flipH="1">
            <a:off x="9176979" y="3712784"/>
            <a:ext cx="493060" cy="645460"/>
            <a:chOff x="6943724" y="4876800"/>
            <a:chExt cx="523876" cy="685802"/>
          </a:xfrm>
          <a:solidFill>
            <a:schemeClr val="bg1"/>
          </a:solidFill>
        </p:grpSpPr>
        <p:sp>
          <p:nvSpPr>
            <p:cNvPr id="1005" name="Rectangle 27">
              <a:extLst>
                <a:ext uri="{FF2B5EF4-FFF2-40B4-BE49-F238E27FC236}">
                  <a16:creationId xmlns:a16="http://schemas.microsoft.com/office/drawing/2014/main" id="{20F949D9-6BBA-4BCC-8254-9D7F9847FC35}"/>
                </a:ext>
              </a:extLst>
            </p:cNvPr>
            <p:cNvSpPr/>
            <p:nvPr/>
          </p:nvSpPr>
          <p:spPr>
            <a:xfrm>
              <a:off x="6943724" y="4876801"/>
              <a:ext cx="523876" cy="685801"/>
            </a:xfrm>
            <a:custGeom>
              <a:avLst/>
              <a:gdLst>
                <a:gd name="connsiteX0" fmla="*/ 0 w 523876"/>
                <a:gd name="connsiteY0" fmla="*/ 0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0 h 685801"/>
                <a:gd name="connsiteX0" fmla="*/ 0 w 523876"/>
                <a:gd name="connsiteY0" fmla="*/ 118533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3876" h="685801">
                  <a:moveTo>
                    <a:pt x="0" y="118533"/>
                  </a:moveTo>
                  <a:cubicBezTo>
                    <a:pt x="54428" y="62088"/>
                    <a:pt x="45963" y="75797"/>
                    <a:pt x="112487" y="0"/>
                  </a:cubicBezTo>
                  <a:lnTo>
                    <a:pt x="523876" y="0"/>
                  </a:lnTo>
                  <a:lnTo>
                    <a:pt x="523876" y="685801"/>
                  </a:lnTo>
                  <a:lnTo>
                    <a:pt x="0" y="685801"/>
                  </a:lnTo>
                  <a:lnTo>
                    <a:pt x="0" y="118533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sp>
          <p:nvSpPr>
            <p:cNvPr id="1006" name="Isosceles Triangle 1005">
              <a:extLst>
                <a:ext uri="{FF2B5EF4-FFF2-40B4-BE49-F238E27FC236}">
                  <a16:creationId xmlns:a16="http://schemas.microsoft.com/office/drawing/2014/main" id="{50C2C3EA-037D-445F-A17F-8D10ED6C2FE5}"/>
                </a:ext>
              </a:extLst>
            </p:cNvPr>
            <p:cNvSpPr/>
            <p:nvPr/>
          </p:nvSpPr>
          <p:spPr>
            <a:xfrm>
              <a:off x="6953249" y="4876800"/>
              <a:ext cx="107346" cy="114301"/>
            </a:xfrm>
            <a:prstGeom prst="triangle">
              <a:avLst>
                <a:gd name="adj" fmla="val 100000"/>
              </a:avLst>
            </a:prstGeom>
            <a:grp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cxnSp>
          <p:nvCxnSpPr>
            <p:cNvPr id="1007" name="Straight Connector 1006">
              <a:extLst>
                <a:ext uri="{FF2B5EF4-FFF2-40B4-BE49-F238E27FC236}">
                  <a16:creationId xmlns:a16="http://schemas.microsoft.com/office/drawing/2014/main" id="{DAAC54F0-A430-4F3E-9045-D0554535D2C9}"/>
                </a:ext>
              </a:extLst>
            </p:cNvPr>
            <p:cNvCxnSpPr/>
            <p:nvPr/>
          </p:nvCxnSpPr>
          <p:spPr>
            <a:xfrm flipH="1">
              <a:off x="7128510" y="5067302"/>
              <a:ext cx="25146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8" name="Straight Connector 1007">
              <a:extLst>
                <a:ext uri="{FF2B5EF4-FFF2-40B4-BE49-F238E27FC236}">
                  <a16:creationId xmlns:a16="http://schemas.microsoft.com/office/drawing/2014/main" id="{4A6B4D88-9424-4CA0-9774-69EC957A0F91}"/>
                </a:ext>
              </a:extLst>
            </p:cNvPr>
            <p:cNvCxnSpPr/>
            <p:nvPr/>
          </p:nvCxnSpPr>
          <p:spPr>
            <a:xfrm flipH="1">
              <a:off x="7075703" y="5143502"/>
              <a:ext cx="304267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9" name="Straight Connector 1008">
              <a:extLst>
                <a:ext uri="{FF2B5EF4-FFF2-40B4-BE49-F238E27FC236}">
                  <a16:creationId xmlns:a16="http://schemas.microsoft.com/office/drawing/2014/main" id="{8307243A-97EF-434B-9967-F182B4AB6072}"/>
                </a:ext>
              </a:extLst>
            </p:cNvPr>
            <p:cNvCxnSpPr/>
            <p:nvPr/>
          </p:nvCxnSpPr>
          <p:spPr>
            <a:xfrm flipH="1">
              <a:off x="7151370" y="5219702"/>
              <a:ext cx="22860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0" name="Straight Connector 1009">
              <a:extLst>
                <a:ext uri="{FF2B5EF4-FFF2-40B4-BE49-F238E27FC236}">
                  <a16:creationId xmlns:a16="http://schemas.microsoft.com/office/drawing/2014/main" id="{FDCB4D89-F796-4C94-B123-D24F0F1298F5}"/>
                </a:ext>
              </a:extLst>
            </p:cNvPr>
            <p:cNvCxnSpPr/>
            <p:nvPr/>
          </p:nvCxnSpPr>
          <p:spPr>
            <a:xfrm flipH="1">
              <a:off x="7151370" y="5295902"/>
              <a:ext cx="22860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1" name="Straight Connector 1010">
              <a:extLst>
                <a:ext uri="{FF2B5EF4-FFF2-40B4-BE49-F238E27FC236}">
                  <a16:creationId xmlns:a16="http://schemas.microsoft.com/office/drawing/2014/main" id="{A0CAE434-18EA-4768-8C7C-DAADE656BDF8}"/>
                </a:ext>
              </a:extLst>
            </p:cNvPr>
            <p:cNvCxnSpPr/>
            <p:nvPr/>
          </p:nvCxnSpPr>
          <p:spPr>
            <a:xfrm flipH="1">
              <a:off x="7128510" y="5372102"/>
              <a:ext cx="25146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12" name="Group 1011">
            <a:extLst>
              <a:ext uri="{FF2B5EF4-FFF2-40B4-BE49-F238E27FC236}">
                <a16:creationId xmlns:a16="http://schemas.microsoft.com/office/drawing/2014/main" id="{7AE85F74-4F7E-4C88-9D63-4FBD05161B56}"/>
              </a:ext>
            </a:extLst>
          </p:cNvPr>
          <p:cNvGrpSpPr/>
          <p:nvPr/>
        </p:nvGrpSpPr>
        <p:grpSpPr>
          <a:xfrm flipH="1">
            <a:off x="8551361" y="3712785"/>
            <a:ext cx="493060" cy="645460"/>
            <a:chOff x="6943724" y="4876800"/>
            <a:chExt cx="523876" cy="685802"/>
          </a:xfrm>
          <a:solidFill>
            <a:schemeClr val="bg1"/>
          </a:solidFill>
        </p:grpSpPr>
        <p:sp>
          <p:nvSpPr>
            <p:cNvPr id="1013" name="Rectangle 27">
              <a:extLst>
                <a:ext uri="{FF2B5EF4-FFF2-40B4-BE49-F238E27FC236}">
                  <a16:creationId xmlns:a16="http://schemas.microsoft.com/office/drawing/2014/main" id="{4DCC10DF-CEE4-4DB7-A17E-4075636A1204}"/>
                </a:ext>
              </a:extLst>
            </p:cNvPr>
            <p:cNvSpPr/>
            <p:nvPr/>
          </p:nvSpPr>
          <p:spPr>
            <a:xfrm>
              <a:off x="6943724" y="4876801"/>
              <a:ext cx="523876" cy="685801"/>
            </a:xfrm>
            <a:custGeom>
              <a:avLst/>
              <a:gdLst>
                <a:gd name="connsiteX0" fmla="*/ 0 w 523876"/>
                <a:gd name="connsiteY0" fmla="*/ 0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0 h 685801"/>
                <a:gd name="connsiteX0" fmla="*/ 0 w 523876"/>
                <a:gd name="connsiteY0" fmla="*/ 118533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3876" h="685801">
                  <a:moveTo>
                    <a:pt x="0" y="118533"/>
                  </a:moveTo>
                  <a:cubicBezTo>
                    <a:pt x="54428" y="62088"/>
                    <a:pt x="45963" y="75797"/>
                    <a:pt x="112487" y="0"/>
                  </a:cubicBezTo>
                  <a:lnTo>
                    <a:pt x="523876" y="0"/>
                  </a:lnTo>
                  <a:lnTo>
                    <a:pt x="523876" y="685801"/>
                  </a:lnTo>
                  <a:lnTo>
                    <a:pt x="0" y="685801"/>
                  </a:lnTo>
                  <a:lnTo>
                    <a:pt x="0" y="118533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sp>
          <p:nvSpPr>
            <p:cNvPr id="1014" name="Isosceles Triangle 1013">
              <a:extLst>
                <a:ext uri="{FF2B5EF4-FFF2-40B4-BE49-F238E27FC236}">
                  <a16:creationId xmlns:a16="http://schemas.microsoft.com/office/drawing/2014/main" id="{73194908-63D4-408F-81CD-F8F6F63DB193}"/>
                </a:ext>
              </a:extLst>
            </p:cNvPr>
            <p:cNvSpPr/>
            <p:nvPr/>
          </p:nvSpPr>
          <p:spPr>
            <a:xfrm>
              <a:off x="6953249" y="4876800"/>
              <a:ext cx="107346" cy="114301"/>
            </a:xfrm>
            <a:prstGeom prst="triangle">
              <a:avLst>
                <a:gd name="adj" fmla="val 100000"/>
              </a:avLst>
            </a:prstGeom>
            <a:grp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cxnSp>
          <p:nvCxnSpPr>
            <p:cNvPr id="1015" name="Straight Connector 1014">
              <a:extLst>
                <a:ext uri="{FF2B5EF4-FFF2-40B4-BE49-F238E27FC236}">
                  <a16:creationId xmlns:a16="http://schemas.microsoft.com/office/drawing/2014/main" id="{D0CFB77E-6E8E-48CF-BB15-B11F6ADEADA5}"/>
                </a:ext>
              </a:extLst>
            </p:cNvPr>
            <p:cNvCxnSpPr/>
            <p:nvPr/>
          </p:nvCxnSpPr>
          <p:spPr>
            <a:xfrm flipH="1">
              <a:off x="7128510" y="5067302"/>
              <a:ext cx="25146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6" name="Straight Connector 1015">
              <a:extLst>
                <a:ext uri="{FF2B5EF4-FFF2-40B4-BE49-F238E27FC236}">
                  <a16:creationId xmlns:a16="http://schemas.microsoft.com/office/drawing/2014/main" id="{99A5F0E5-E018-4C9C-B182-74BB3B5FADDE}"/>
                </a:ext>
              </a:extLst>
            </p:cNvPr>
            <p:cNvCxnSpPr/>
            <p:nvPr/>
          </p:nvCxnSpPr>
          <p:spPr>
            <a:xfrm flipH="1">
              <a:off x="7075703" y="5143502"/>
              <a:ext cx="304267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7" name="Straight Connector 1016">
              <a:extLst>
                <a:ext uri="{FF2B5EF4-FFF2-40B4-BE49-F238E27FC236}">
                  <a16:creationId xmlns:a16="http://schemas.microsoft.com/office/drawing/2014/main" id="{3FEFCB1C-F4A7-49D6-B7D1-6909D157373E}"/>
                </a:ext>
              </a:extLst>
            </p:cNvPr>
            <p:cNvCxnSpPr/>
            <p:nvPr/>
          </p:nvCxnSpPr>
          <p:spPr>
            <a:xfrm flipH="1">
              <a:off x="7151370" y="5219702"/>
              <a:ext cx="22860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8" name="Straight Connector 1017">
              <a:extLst>
                <a:ext uri="{FF2B5EF4-FFF2-40B4-BE49-F238E27FC236}">
                  <a16:creationId xmlns:a16="http://schemas.microsoft.com/office/drawing/2014/main" id="{C2CD14E4-E020-4B15-9B34-71F5129B9647}"/>
                </a:ext>
              </a:extLst>
            </p:cNvPr>
            <p:cNvCxnSpPr/>
            <p:nvPr/>
          </p:nvCxnSpPr>
          <p:spPr>
            <a:xfrm flipH="1">
              <a:off x="7151370" y="5295902"/>
              <a:ext cx="22860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9" name="Straight Connector 1018">
              <a:extLst>
                <a:ext uri="{FF2B5EF4-FFF2-40B4-BE49-F238E27FC236}">
                  <a16:creationId xmlns:a16="http://schemas.microsoft.com/office/drawing/2014/main" id="{C32E86C4-CD77-4CA0-830C-284AA36FF088}"/>
                </a:ext>
              </a:extLst>
            </p:cNvPr>
            <p:cNvCxnSpPr/>
            <p:nvPr/>
          </p:nvCxnSpPr>
          <p:spPr>
            <a:xfrm flipH="1">
              <a:off x="7128510" y="5372102"/>
              <a:ext cx="25146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28" name="Group 1027">
            <a:extLst>
              <a:ext uri="{FF2B5EF4-FFF2-40B4-BE49-F238E27FC236}">
                <a16:creationId xmlns:a16="http://schemas.microsoft.com/office/drawing/2014/main" id="{0B28665B-5127-4937-ABFB-1348F0795890}"/>
              </a:ext>
            </a:extLst>
          </p:cNvPr>
          <p:cNvGrpSpPr/>
          <p:nvPr/>
        </p:nvGrpSpPr>
        <p:grpSpPr>
          <a:xfrm flipH="1">
            <a:off x="9804790" y="3700679"/>
            <a:ext cx="493060" cy="645460"/>
            <a:chOff x="6943724" y="4876800"/>
            <a:chExt cx="523876" cy="685802"/>
          </a:xfrm>
          <a:solidFill>
            <a:schemeClr val="bg1"/>
          </a:solidFill>
        </p:grpSpPr>
        <p:sp>
          <p:nvSpPr>
            <p:cNvPr id="1029" name="Rectangle 27">
              <a:extLst>
                <a:ext uri="{FF2B5EF4-FFF2-40B4-BE49-F238E27FC236}">
                  <a16:creationId xmlns:a16="http://schemas.microsoft.com/office/drawing/2014/main" id="{D338DC35-BBA1-4429-A08E-86B25F144BF4}"/>
                </a:ext>
              </a:extLst>
            </p:cNvPr>
            <p:cNvSpPr/>
            <p:nvPr/>
          </p:nvSpPr>
          <p:spPr>
            <a:xfrm>
              <a:off x="6943724" y="4876801"/>
              <a:ext cx="523876" cy="685801"/>
            </a:xfrm>
            <a:custGeom>
              <a:avLst/>
              <a:gdLst>
                <a:gd name="connsiteX0" fmla="*/ 0 w 523876"/>
                <a:gd name="connsiteY0" fmla="*/ 0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0 h 685801"/>
                <a:gd name="connsiteX0" fmla="*/ 0 w 523876"/>
                <a:gd name="connsiteY0" fmla="*/ 118533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3876" h="685801">
                  <a:moveTo>
                    <a:pt x="0" y="118533"/>
                  </a:moveTo>
                  <a:cubicBezTo>
                    <a:pt x="54428" y="62088"/>
                    <a:pt x="45963" y="75797"/>
                    <a:pt x="112487" y="0"/>
                  </a:cubicBezTo>
                  <a:lnTo>
                    <a:pt x="523876" y="0"/>
                  </a:lnTo>
                  <a:lnTo>
                    <a:pt x="523876" y="685801"/>
                  </a:lnTo>
                  <a:lnTo>
                    <a:pt x="0" y="685801"/>
                  </a:lnTo>
                  <a:lnTo>
                    <a:pt x="0" y="118533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sp>
          <p:nvSpPr>
            <p:cNvPr id="1030" name="Isosceles Triangle 1029">
              <a:extLst>
                <a:ext uri="{FF2B5EF4-FFF2-40B4-BE49-F238E27FC236}">
                  <a16:creationId xmlns:a16="http://schemas.microsoft.com/office/drawing/2014/main" id="{BCF9A0B8-8194-4582-8481-88E692846EDC}"/>
                </a:ext>
              </a:extLst>
            </p:cNvPr>
            <p:cNvSpPr/>
            <p:nvPr/>
          </p:nvSpPr>
          <p:spPr>
            <a:xfrm>
              <a:off x="6953249" y="4876800"/>
              <a:ext cx="107346" cy="114301"/>
            </a:xfrm>
            <a:prstGeom prst="triangle">
              <a:avLst>
                <a:gd name="adj" fmla="val 100000"/>
              </a:avLst>
            </a:prstGeom>
            <a:grp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cxnSp>
          <p:nvCxnSpPr>
            <p:cNvPr id="1031" name="Straight Connector 1030">
              <a:extLst>
                <a:ext uri="{FF2B5EF4-FFF2-40B4-BE49-F238E27FC236}">
                  <a16:creationId xmlns:a16="http://schemas.microsoft.com/office/drawing/2014/main" id="{BAFFE410-5837-4F2D-BFC1-1F110CC4658B}"/>
                </a:ext>
              </a:extLst>
            </p:cNvPr>
            <p:cNvCxnSpPr/>
            <p:nvPr/>
          </p:nvCxnSpPr>
          <p:spPr>
            <a:xfrm flipH="1">
              <a:off x="7128510" y="5067302"/>
              <a:ext cx="25146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2" name="Straight Connector 1031">
              <a:extLst>
                <a:ext uri="{FF2B5EF4-FFF2-40B4-BE49-F238E27FC236}">
                  <a16:creationId xmlns:a16="http://schemas.microsoft.com/office/drawing/2014/main" id="{976D2303-3F1A-4193-85BF-107575D15397}"/>
                </a:ext>
              </a:extLst>
            </p:cNvPr>
            <p:cNvCxnSpPr/>
            <p:nvPr/>
          </p:nvCxnSpPr>
          <p:spPr>
            <a:xfrm flipH="1">
              <a:off x="7075703" y="5143502"/>
              <a:ext cx="304267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3" name="Straight Connector 1032">
              <a:extLst>
                <a:ext uri="{FF2B5EF4-FFF2-40B4-BE49-F238E27FC236}">
                  <a16:creationId xmlns:a16="http://schemas.microsoft.com/office/drawing/2014/main" id="{A5F53D72-85D8-41AA-AA9C-5F5DCBB675C2}"/>
                </a:ext>
              </a:extLst>
            </p:cNvPr>
            <p:cNvCxnSpPr/>
            <p:nvPr/>
          </p:nvCxnSpPr>
          <p:spPr>
            <a:xfrm flipH="1">
              <a:off x="7151370" y="5219702"/>
              <a:ext cx="22860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4" name="Straight Connector 1033">
              <a:extLst>
                <a:ext uri="{FF2B5EF4-FFF2-40B4-BE49-F238E27FC236}">
                  <a16:creationId xmlns:a16="http://schemas.microsoft.com/office/drawing/2014/main" id="{51BA8E8E-2E0B-4949-AA0E-8ED405148FEA}"/>
                </a:ext>
              </a:extLst>
            </p:cNvPr>
            <p:cNvCxnSpPr/>
            <p:nvPr/>
          </p:nvCxnSpPr>
          <p:spPr>
            <a:xfrm flipH="1">
              <a:off x="7151370" y="5295902"/>
              <a:ext cx="22860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5" name="Straight Connector 1034">
              <a:extLst>
                <a:ext uri="{FF2B5EF4-FFF2-40B4-BE49-F238E27FC236}">
                  <a16:creationId xmlns:a16="http://schemas.microsoft.com/office/drawing/2014/main" id="{4AF6BF50-CB0D-4F84-AC53-F9C12571C6B8}"/>
                </a:ext>
              </a:extLst>
            </p:cNvPr>
            <p:cNvCxnSpPr/>
            <p:nvPr/>
          </p:nvCxnSpPr>
          <p:spPr>
            <a:xfrm flipH="1">
              <a:off x="7128510" y="5372102"/>
              <a:ext cx="25146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44" name="Group 1043">
            <a:extLst>
              <a:ext uri="{FF2B5EF4-FFF2-40B4-BE49-F238E27FC236}">
                <a16:creationId xmlns:a16="http://schemas.microsoft.com/office/drawing/2014/main" id="{5A22E783-E632-4E76-A820-5877E3BFE5AB}"/>
              </a:ext>
            </a:extLst>
          </p:cNvPr>
          <p:cNvGrpSpPr/>
          <p:nvPr/>
        </p:nvGrpSpPr>
        <p:grpSpPr>
          <a:xfrm flipH="1">
            <a:off x="10433239" y="1534152"/>
            <a:ext cx="493060" cy="645460"/>
            <a:chOff x="6943724" y="4876800"/>
            <a:chExt cx="523876" cy="685802"/>
          </a:xfrm>
          <a:solidFill>
            <a:schemeClr val="bg1"/>
          </a:solidFill>
        </p:grpSpPr>
        <p:sp>
          <p:nvSpPr>
            <p:cNvPr id="1045" name="Rectangle 27">
              <a:extLst>
                <a:ext uri="{FF2B5EF4-FFF2-40B4-BE49-F238E27FC236}">
                  <a16:creationId xmlns:a16="http://schemas.microsoft.com/office/drawing/2014/main" id="{4F3B7B78-8A96-44F3-819F-F82164CA92AB}"/>
                </a:ext>
              </a:extLst>
            </p:cNvPr>
            <p:cNvSpPr/>
            <p:nvPr/>
          </p:nvSpPr>
          <p:spPr>
            <a:xfrm>
              <a:off x="6943724" y="4876801"/>
              <a:ext cx="523876" cy="685801"/>
            </a:xfrm>
            <a:custGeom>
              <a:avLst/>
              <a:gdLst>
                <a:gd name="connsiteX0" fmla="*/ 0 w 523876"/>
                <a:gd name="connsiteY0" fmla="*/ 0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0 h 685801"/>
                <a:gd name="connsiteX0" fmla="*/ 0 w 523876"/>
                <a:gd name="connsiteY0" fmla="*/ 118533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3876" h="685801">
                  <a:moveTo>
                    <a:pt x="0" y="118533"/>
                  </a:moveTo>
                  <a:cubicBezTo>
                    <a:pt x="54428" y="62088"/>
                    <a:pt x="45963" y="75797"/>
                    <a:pt x="112487" y="0"/>
                  </a:cubicBezTo>
                  <a:lnTo>
                    <a:pt x="523876" y="0"/>
                  </a:lnTo>
                  <a:lnTo>
                    <a:pt x="523876" y="685801"/>
                  </a:lnTo>
                  <a:lnTo>
                    <a:pt x="0" y="685801"/>
                  </a:lnTo>
                  <a:lnTo>
                    <a:pt x="0" y="118533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sp>
          <p:nvSpPr>
            <p:cNvPr id="1046" name="Isosceles Triangle 1045">
              <a:extLst>
                <a:ext uri="{FF2B5EF4-FFF2-40B4-BE49-F238E27FC236}">
                  <a16:creationId xmlns:a16="http://schemas.microsoft.com/office/drawing/2014/main" id="{EEE85913-065C-4501-8837-DAB8FEE284A1}"/>
                </a:ext>
              </a:extLst>
            </p:cNvPr>
            <p:cNvSpPr/>
            <p:nvPr/>
          </p:nvSpPr>
          <p:spPr>
            <a:xfrm>
              <a:off x="6953249" y="4876800"/>
              <a:ext cx="107346" cy="114301"/>
            </a:xfrm>
            <a:prstGeom prst="triangle">
              <a:avLst>
                <a:gd name="adj" fmla="val 100000"/>
              </a:avLst>
            </a:prstGeom>
            <a:grp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cxnSp>
          <p:nvCxnSpPr>
            <p:cNvPr id="1047" name="Straight Connector 1046">
              <a:extLst>
                <a:ext uri="{FF2B5EF4-FFF2-40B4-BE49-F238E27FC236}">
                  <a16:creationId xmlns:a16="http://schemas.microsoft.com/office/drawing/2014/main" id="{C22A36C7-9111-4583-98E5-830B24B03953}"/>
                </a:ext>
              </a:extLst>
            </p:cNvPr>
            <p:cNvCxnSpPr/>
            <p:nvPr/>
          </p:nvCxnSpPr>
          <p:spPr>
            <a:xfrm flipH="1">
              <a:off x="7128510" y="5067302"/>
              <a:ext cx="25146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8" name="Straight Connector 1047">
              <a:extLst>
                <a:ext uri="{FF2B5EF4-FFF2-40B4-BE49-F238E27FC236}">
                  <a16:creationId xmlns:a16="http://schemas.microsoft.com/office/drawing/2014/main" id="{8C268A88-545C-4B40-9B98-F70BDEA805A1}"/>
                </a:ext>
              </a:extLst>
            </p:cNvPr>
            <p:cNvCxnSpPr/>
            <p:nvPr/>
          </p:nvCxnSpPr>
          <p:spPr>
            <a:xfrm flipH="1">
              <a:off x="7075703" y="5143502"/>
              <a:ext cx="304267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9" name="Straight Connector 1048">
              <a:extLst>
                <a:ext uri="{FF2B5EF4-FFF2-40B4-BE49-F238E27FC236}">
                  <a16:creationId xmlns:a16="http://schemas.microsoft.com/office/drawing/2014/main" id="{97707ADD-D76D-46DD-A2A0-1F4D4168E762}"/>
                </a:ext>
              </a:extLst>
            </p:cNvPr>
            <p:cNvCxnSpPr/>
            <p:nvPr/>
          </p:nvCxnSpPr>
          <p:spPr>
            <a:xfrm flipH="1">
              <a:off x="7151370" y="5219702"/>
              <a:ext cx="22860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0" name="Straight Connector 1049">
              <a:extLst>
                <a:ext uri="{FF2B5EF4-FFF2-40B4-BE49-F238E27FC236}">
                  <a16:creationId xmlns:a16="http://schemas.microsoft.com/office/drawing/2014/main" id="{166BB9B0-2A1C-4FD0-99F6-4C73AF4885B9}"/>
                </a:ext>
              </a:extLst>
            </p:cNvPr>
            <p:cNvCxnSpPr/>
            <p:nvPr/>
          </p:nvCxnSpPr>
          <p:spPr>
            <a:xfrm flipH="1">
              <a:off x="7151370" y="5295902"/>
              <a:ext cx="22860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1" name="Straight Connector 1050">
              <a:extLst>
                <a:ext uri="{FF2B5EF4-FFF2-40B4-BE49-F238E27FC236}">
                  <a16:creationId xmlns:a16="http://schemas.microsoft.com/office/drawing/2014/main" id="{AED64C04-D770-4C2B-B0C2-3B3B3E905312}"/>
                </a:ext>
              </a:extLst>
            </p:cNvPr>
            <p:cNvCxnSpPr/>
            <p:nvPr/>
          </p:nvCxnSpPr>
          <p:spPr>
            <a:xfrm flipH="1">
              <a:off x="7128510" y="5372102"/>
              <a:ext cx="25146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68" name="Group 1067">
            <a:extLst>
              <a:ext uri="{FF2B5EF4-FFF2-40B4-BE49-F238E27FC236}">
                <a16:creationId xmlns:a16="http://schemas.microsoft.com/office/drawing/2014/main" id="{33BAB80F-0CFF-4BE4-999F-1B8366E128C1}"/>
              </a:ext>
            </a:extLst>
          </p:cNvPr>
          <p:cNvGrpSpPr/>
          <p:nvPr/>
        </p:nvGrpSpPr>
        <p:grpSpPr>
          <a:xfrm flipH="1">
            <a:off x="10436110" y="2267268"/>
            <a:ext cx="493060" cy="645460"/>
            <a:chOff x="6943724" y="4876800"/>
            <a:chExt cx="523876" cy="685802"/>
          </a:xfrm>
          <a:solidFill>
            <a:schemeClr val="bg1"/>
          </a:solidFill>
        </p:grpSpPr>
        <p:sp>
          <p:nvSpPr>
            <p:cNvPr id="1069" name="Rectangle 27">
              <a:extLst>
                <a:ext uri="{FF2B5EF4-FFF2-40B4-BE49-F238E27FC236}">
                  <a16:creationId xmlns:a16="http://schemas.microsoft.com/office/drawing/2014/main" id="{B0EA48C1-79A6-4594-B9BA-D449DF8BD853}"/>
                </a:ext>
              </a:extLst>
            </p:cNvPr>
            <p:cNvSpPr/>
            <p:nvPr/>
          </p:nvSpPr>
          <p:spPr>
            <a:xfrm>
              <a:off x="6943724" y="4876801"/>
              <a:ext cx="523876" cy="685801"/>
            </a:xfrm>
            <a:custGeom>
              <a:avLst/>
              <a:gdLst>
                <a:gd name="connsiteX0" fmla="*/ 0 w 523876"/>
                <a:gd name="connsiteY0" fmla="*/ 0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0 h 685801"/>
                <a:gd name="connsiteX0" fmla="*/ 0 w 523876"/>
                <a:gd name="connsiteY0" fmla="*/ 118533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3876" h="685801">
                  <a:moveTo>
                    <a:pt x="0" y="118533"/>
                  </a:moveTo>
                  <a:cubicBezTo>
                    <a:pt x="54428" y="62088"/>
                    <a:pt x="45963" y="75797"/>
                    <a:pt x="112487" y="0"/>
                  </a:cubicBezTo>
                  <a:lnTo>
                    <a:pt x="523876" y="0"/>
                  </a:lnTo>
                  <a:lnTo>
                    <a:pt x="523876" y="685801"/>
                  </a:lnTo>
                  <a:lnTo>
                    <a:pt x="0" y="685801"/>
                  </a:lnTo>
                  <a:lnTo>
                    <a:pt x="0" y="118533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sp>
          <p:nvSpPr>
            <p:cNvPr id="1070" name="Isosceles Triangle 1069">
              <a:extLst>
                <a:ext uri="{FF2B5EF4-FFF2-40B4-BE49-F238E27FC236}">
                  <a16:creationId xmlns:a16="http://schemas.microsoft.com/office/drawing/2014/main" id="{8D16C396-316F-4052-B49C-C272BF1E2E21}"/>
                </a:ext>
              </a:extLst>
            </p:cNvPr>
            <p:cNvSpPr/>
            <p:nvPr/>
          </p:nvSpPr>
          <p:spPr>
            <a:xfrm>
              <a:off x="6953249" y="4876800"/>
              <a:ext cx="107346" cy="114301"/>
            </a:xfrm>
            <a:prstGeom prst="triangle">
              <a:avLst>
                <a:gd name="adj" fmla="val 100000"/>
              </a:avLst>
            </a:prstGeom>
            <a:grp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cxnSp>
          <p:nvCxnSpPr>
            <p:cNvPr id="1071" name="Straight Connector 1070">
              <a:extLst>
                <a:ext uri="{FF2B5EF4-FFF2-40B4-BE49-F238E27FC236}">
                  <a16:creationId xmlns:a16="http://schemas.microsoft.com/office/drawing/2014/main" id="{2627DB68-7186-4CF4-953B-374C563F0892}"/>
                </a:ext>
              </a:extLst>
            </p:cNvPr>
            <p:cNvCxnSpPr/>
            <p:nvPr/>
          </p:nvCxnSpPr>
          <p:spPr>
            <a:xfrm flipH="1">
              <a:off x="7128510" y="5067302"/>
              <a:ext cx="25146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2" name="Straight Connector 1071">
              <a:extLst>
                <a:ext uri="{FF2B5EF4-FFF2-40B4-BE49-F238E27FC236}">
                  <a16:creationId xmlns:a16="http://schemas.microsoft.com/office/drawing/2014/main" id="{801BE715-B353-4F71-9F5C-5733866FE32E}"/>
                </a:ext>
              </a:extLst>
            </p:cNvPr>
            <p:cNvCxnSpPr/>
            <p:nvPr/>
          </p:nvCxnSpPr>
          <p:spPr>
            <a:xfrm flipH="1">
              <a:off x="7075703" y="5143502"/>
              <a:ext cx="304267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3" name="Straight Connector 1072">
              <a:extLst>
                <a:ext uri="{FF2B5EF4-FFF2-40B4-BE49-F238E27FC236}">
                  <a16:creationId xmlns:a16="http://schemas.microsoft.com/office/drawing/2014/main" id="{B6FB7149-D57A-4AC1-B0A7-6EF34AA72C4E}"/>
                </a:ext>
              </a:extLst>
            </p:cNvPr>
            <p:cNvCxnSpPr/>
            <p:nvPr/>
          </p:nvCxnSpPr>
          <p:spPr>
            <a:xfrm flipH="1">
              <a:off x="7151370" y="5219702"/>
              <a:ext cx="22860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4" name="Straight Connector 1073">
              <a:extLst>
                <a:ext uri="{FF2B5EF4-FFF2-40B4-BE49-F238E27FC236}">
                  <a16:creationId xmlns:a16="http://schemas.microsoft.com/office/drawing/2014/main" id="{9886DD84-DC14-42AC-8431-86D4A39973BD}"/>
                </a:ext>
              </a:extLst>
            </p:cNvPr>
            <p:cNvCxnSpPr/>
            <p:nvPr/>
          </p:nvCxnSpPr>
          <p:spPr>
            <a:xfrm flipH="1">
              <a:off x="7151370" y="5295902"/>
              <a:ext cx="22860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5" name="Straight Connector 1074">
              <a:extLst>
                <a:ext uri="{FF2B5EF4-FFF2-40B4-BE49-F238E27FC236}">
                  <a16:creationId xmlns:a16="http://schemas.microsoft.com/office/drawing/2014/main" id="{C4A4F236-3924-48B4-AB8D-E236F9AAAFA0}"/>
                </a:ext>
              </a:extLst>
            </p:cNvPr>
            <p:cNvCxnSpPr/>
            <p:nvPr/>
          </p:nvCxnSpPr>
          <p:spPr>
            <a:xfrm flipH="1">
              <a:off x="7128510" y="5372102"/>
              <a:ext cx="25146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76" name="Group 1075">
            <a:extLst>
              <a:ext uri="{FF2B5EF4-FFF2-40B4-BE49-F238E27FC236}">
                <a16:creationId xmlns:a16="http://schemas.microsoft.com/office/drawing/2014/main" id="{77C49A59-9EA3-42A5-BEE0-71C65188AE39}"/>
              </a:ext>
            </a:extLst>
          </p:cNvPr>
          <p:cNvGrpSpPr/>
          <p:nvPr/>
        </p:nvGrpSpPr>
        <p:grpSpPr>
          <a:xfrm flipH="1">
            <a:off x="10445268" y="3710637"/>
            <a:ext cx="493060" cy="645460"/>
            <a:chOff x="6943724" y="4876800"/>
            <a:chExt cx="523876" cy="685802"/>
          </a:xfrm>
          <a:solidFill>
            <a:schemeClr val="bg1"/>
          </a:solidFill>
        </p:grpSpPr>
        <p:sp>
          <p:nvSpPr>
            <p:cNvPr id="1077" name="Rectangle 27">
              <a:extLst>
                <a:ext uri="{FF2B5EF4-FFF2-40B4-BE49-F238E27FC236}">
                  <a16:creationId xmlns:a16="http://schemas.microsoft.com/office/drawing/2014/main" id="{C4DCB8BC-578C-4CE8-B9CF-73965EB8E148}"/>
                </a:ext>
              </a:extLst>
            </p:cNvPr>
            <p:cNvSpPr/>
            <p:nvPr/>
          </p:nvSpPr>
          <p:spPr>
            <a:xfrm>
              <a:off x="6943724" y="4876801"/>
              <a:ext cx="523876" cy="685801"/>
            </a:xfrm>
            <a:custGeom>
              <a:avLst/>
              <a:gdLst>
                <a:gd name="connsiteX0" fmla="*/ 0 w 523876"/>
                <a:gd name="connsiteY0" fmla="*/ 0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0 h 685801"/>
                <a:gd name="connsiteX0" fmla="*/ 0 w 523876"/>
                <a:gd name="connsiteY0" fmla="*/ 118533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3876" h="685801">
                  <a:moveTo>
                    <a:pt x="0" y="118533"/>
                  </a:moveTo>
                  <a:cubicBezTo>
                    <a:pt x="54428" y="62088"/>
                    <a:pt x="45963" y="75797"/>
                    <a:pt x="112487" y="0"/>
                  </a:cubicBezTo>
                  <a:lnTo>
                    <a:pt x="523876" y="0"/>
                  </a:lnTo>
                  <a:lnTo>
                    <a:pt x="523876" y="685801"/>
                  </a:lnTo>
                  <a:lnTo>
                    <a:pt x="0" y="685801"/>
                  </a:lnTo>
                  <a:lnTo>
                    <a:pt x="0" y="118533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sp>
          <p:nvSpPr>
            <p:cNvPr id="1078" name="Isosceles Triangle 1077">
              <a:extLst>
                <a:ext uri="{FF2B5EF4-FFF2-40B4-BE49-F238E27FC236}">
                  <a16:creationId xmlns:a16="http://schemas.microsoft.com/office/drawing/2014/main" id="{3DB3013F-46CF-4F53-B473-F0609D597508}"/>
                </a:ext>
              </a:extLst>
            </p:cNvPr>
            <p:cNvSpPr/>
            <p:nvPr/>
          </p:nvSpPr>
          <p:spPr>
            <a:xfrm>
              <a:off x="6953249" y="4876800"/>
              <a:ext cx="107346" cy="114301"/>
            </a:xfrm>
            <a:prstGeom prst="triangle">
              <a:avLst>
                <a:gd name="adj" fmla="val 100000"/>
              </a:avLst>
            </a:prstGeom>
            <a:grp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cxnSp>
          <p:nvCxnSpPr>
            <p:cNvPr id="1079" name="Straight Connector 1078">
              <a:extLst>
                <a:ext uri="{FF2B5EF4-FFF2-40B4-BE49-F238E27FC236}">
                  <a16:creationId xmlns:a16="http://schemas.microsoft.com/office/drawing/2014/main" id="{59FE15B6-5985-423B-A081-56994BA79CAC}"/>
                </a:ext>
              </a:extLst>
            </p:cNvPr>
            <p:cNvCxnSpPr/>
            <p:nvPr/>
          </p:nvCxnSpPr>
          <p:spPr>
            <a:xfrm flipH="1">
              <a:off x="7128510" y="5067302"/>
              <a:ext cx="25146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0" name="Straight Connector 1079">
              <a:extLst>
                <a:ext uri="{FF2B5EF4-FFF2-40B4-BE49-F238E27FC236}">
                  <a16:creationId xmlns:a16="http://schemas.microsoft.com/office/drawing/2014/main" id="{FB588744-478A-46B4-8A2D-5386EBC72104}"/>
                </a:ext>
              </a:extLst>
            </p:cNvPr>
            <p:cNvCxnSpPr/>
            <p:nvPr/>
          </p:nvCxnSpPr>
          <p:spPr>
            <a:xfrm flipH="1">
              <a:off x="7075703" y="5143502"/>
              <a:ext cx="304267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1" name="Straight Connector 1080">
              <a:extLst>
                <a:ext uri="{FF2B5EF4-FFF2-40B4-BE49-F238E27FC236}">
                  <a16:creationId xmlns:a16="http://schemas.microsoft.com/office/drawing/2014/main" id="{CBA4FB13-2221-493E-A8A6-CEF1AE14845E}"/>
                </a:ext>
              </a:extLst>
            </p:cNvPr>
            <p:cNvCxnSpPr/>
            <p:nvPr/>
          </p:nvCxnSpPr>
          <p:spPr>
            <a:xfrm flipH="1">
              <a:off x="7151370" y="5219702"/>
              <a:ext cx="22860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2" name="Straight Connector 1081">
              <a:extLst>
                <a:ext uri="{FF2B5EF4-FFF2-40B4-BE49-F238E27FC236}">
                  <a16:creationId xmlns:a16="http://schemas.microsoft.com/office/drawing/2014/main" id="{A2EE4C41-60D1-4253-BEF1-6990BB3C54CA}"/>
                </a:ext>
              </a:extLst>
            </p:cNvPr>
            <p:cNvCxnSpPr/>
            <p:nvPr/>
          </p:nvCxnSpPr>
          <p:spPr>
            <a:xfrm flipH="1">
              <a:off x="7151370" y="5295902"/>
              <a:ext cx="22860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3" name="Straight Connector 1082">
              <a:extLst>
                <a:ext uri="{FF2B5EF4-FFF2-40B4-BE49-F238E27FC236}">
                  <a16:creationId xmlns:a16="http://schemas.microsoft.com/office/drawing/2014/main" id="{A4925766-F4A9-4858-926B-59544E0124EA}"/>
                </a:ext>
              </a:extLst>
            </p:cNvPr>
            <p:cNvCxnSpPr/>
            <p:nvPr/>
          </p:nvCxnSpPr>
          <p:spPr>
            <a:xfrm flipH="1">
              <a:off x="7128510" y="5372102"/>
              <a:ext cx="25146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84" name="Group 1083">
            <a:extLst>
              <a:ext uri="{FF2B5EF4-FFF2-40B4-BE49-F238E27FC236}">
                <a16:creationId xmlns:a16="http://schemas.microsoft.com/office/drawing/2014/main" id="{F202927C-B603-4B94-A288-05A80FAD0F95}"/>
              </a:ext>
            </a:extLst>
          </p:cNvPr>
          <p:cNvGrpSpPr/>
          <p:nvPr/>
        </p:nvGrpSpPr>
        <p:grpSpPr>
          <a:xfrm>
            <a:off x="1584870" y="1577981"/>
            <a:ext cx="493060" cy="645460"/>
            <a:chOff x="6943724" y="4876800"/>
            <a:chExt cx="523876" cy="685802"/>
          </a:xfrm>
        </p:grpSpPr>
        <p:sp>
          <p:nvSpPr>
            <p:cNvPr id="1085" name="Rectangle 27">
              <a:extLst>
                <a:ext uri="{FF2B5EF4-FFF2-40B4-BE49-F238E27FC236}">
                  <a16:creationId xmlns:a16="http://schemas.microsoft.com/office/drawing/2014/main" id="{3D797F08-41EC-4F48-9E62-3A8D8381F298}"/>
                </a:ext>
              </a:extLst>
            </p:cNvPr>
            <p:cNvSpPr/>
            <p:nvPr/>
          </p:nvSpPr>
          <p:spPr>
            <a:xfrm>
              <a:off x="6943724" y="4876801"/>
              <a:ext cx="523876" cy="685801"/>
            </a:xfrm>
            <a:custGeom>
              <a:avLst/>
              <a:gdLst>
                <a:gd name="connsiteX0" fmla="*/ 0 w 523876"/>
                <a:gd name="connsiteY0" fmla="*/ 0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0 h 685801"/>
                <a:gd name="connsiteX0" fmla="*/ 0 w 523876"/>
                <a:gd name="connsiteY0" fmla="*/ 118533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3876" h="685801">
                  <a:moveTo>
                    <a:pt x="0" y="118533"/>
                  </a:moveTo>
                  <a:cubicBezTo>
                    <a:pt x="54428" y="62088"/>
                    <a:pt x="45963" y="75797"/>
                    <a:pt x="112487" y="0"/>
                  </a:cubicBezTo>
                  <a:lnTo>
                    <a:pt x="523876" y="0"/>
                  </a:lnTo>
                  <a:lnTo>
                    <a:pt x="523876" y="685801"/>
                  </a:lnTo>
                  <a:lnTo>
                    <a:pt x="0" y="685801"/>
                  </a:lnTo>
                  <a:lnTo>
                    <a:pt x="0" y="118533"/>
                  </a:lnTo>
                  <a:close/>
                </a:path>
              </a:pathLst>
            </a:cu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sp>
          <p:nvSpPr>
            <p:cNvPr id="1086" name="Isosceles Triangle 1085">
              <a:extLst>
                <a:ext uri="{FF2B5EF4-FFF2-40B4-BE49-F238E27FC236}">
                  <a16:creationId xmlns:a16="http://schemas.microsoft.com/office/drawing/2014/main" id="{D04195EE-75EF-46A9-8C79-AE1AF4561898}"/>
                </a:ext>
              </a:extLst>
            </p:cNvPr>
            <p:cNvSpPr/>
            <p:nvPr/>
          </p:nvSpPr>
          <p:spPr>
            <a:xfrm>
              <a:off x="6953249" y="4876800"/>
              <a:ext cx="107346" cy="114301"/>
            </a:xfrm>
            <a:prstGeom prst="triangle">
              <a:avLst>
                <a:gd name="adj" fmla="val 100000"/>
              </a:avLst>
            </a:prstGeom>
            <a:solidFill>
              <a:schemeClr val="bg1">
                <a:lumMod val="5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cxnSp>
          <p:nvCxnSpPr>
            <p:cNvPr id="1087" name="Straight Connector 1086">
              <a:extLst>
                <a:ext uri="{FF2B5EF4-FFF2-40B4-BE49-F238E27FC236}">
                  <a16:creationId xmlns:a16="http://schemas.microsoft.com/office/drawing/2014/main" id="{BD1772B8-ED4D-401C-B09D-9B313DDFE991}"/>
                </a:ext>
              </a:extLst>
            </p:cNvPr>
            <p:cNvCxnSpPr/>
            <p:nvPr/>
          </p:nvCxnSpPr>
          <p:spPr>
            <a:xfrm flipH="1">
              <a:off x="7075170" y="5067302"/>
              <a:ext cx="25146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8" name="Straight Connector 1087">
              <a:extLst>
                <a:ext uri="{FF2B5EF4-FFF2-40B4-BE49-F238E27FC236}">
                  <a16:creationId xmlns:a16="http://schemas.microsoft.com/office/drawing/2014/main" id="{6F50452A-C9B0-4D9C-942A-24066788A711}"/>
                </a:ext>
              </a:extLst>
            </p:cNvPr>
            <p:cNvCxnSpPr/>
            <p:nvPr/>
          </p:nvCxnSpPr>
          <p:spPr>
            <a:xfrm flipH="1">
              <a:off x="7075703" y="5143502"/>
              <a:ext cx="304267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9" name="Straight Connector 1088">
              <a:extLst>
                <a:ext uri="{FF2B5EF4-FFF2-40B4-BE49-F238E27FC236}">
                  <a16:creationId xmlns:a16="http://schemas.microsoft.com/office/drawing/2014/main" id="{890026EF-8C54-48F4-BF9A-C8A4DA8C4469}"/>
                </a:ext>
              </a:extLst>
            </p:cNvPr>
            <p:cNvCxnSpPr/>
            <p:nvPr/>
          </p:nvCxnSpPr>
          <p:spPr>
            <a:xfrm flipH="1">
              <a:off x="7075170" y="5219702"/>
              <a:ext cx="22860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0" name="Straight Connector 1089">
              <a:extLst>
                <a:ext uri="{FF2B5EF4-FFF2-40B4-BE49-F238E27FC236}">
                  <a16:creationId xmlns:a16="http://schemas.microsoft.com/office/drawing/2014/main" id="{D7E07398-2360-45FB-8506-9F5EFB4FCB2E}"/>
                </a:ext>
              </a:extLst>
            </p:cNvPr>
            <p:cNvCxnSpPr/>
            <p:nvPr/>
          </p:nvCxnSpPr>
          <p:spPr>
            <a:xfrm flipH="1">
              <a:off x="7075170" y="5295902"/>
              <a:ext cx="22860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1" name="Straight Connector 1090">
              <a:extLst>
                <a:ext uri="{FF2B5EF4-FFF2-40B4-BE49-F238E27FC236}">
                  <a16:creationId xmlns:a16="http://schemas.microsoft.com/office/drawing/2014/main" id="{775C561D-E26D-4FE6-A30F-E84E526E3CBF}"/>
                </a:ext>
              </a:extLst>
            </p:cNvPr>
            <p:cNvCxnSpPr/>
            <p:nvPr/>
          </p:nvCxnSpPr>
          <p:spPr>
            <a:xfrm flipH="1">
              <a:off x="7075170" y="5372102"/>
              <a:ext cx="25146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6" name="Group 445">
            <a:extLst>
              <a:ext uri="{FF2B5EF4-FFF2-40B4-BE49-F238E27FC236}">
                <a16:creationId xmlns:a16="http://schemas.microsoft.com/office/drawing/2014/main" id="{B997365C-9DE8-44FD-8F35-36F82CA2E401}"/>
              </a:ext>
            </a:extLst>
          </p:cNvPr>
          <p:cNvGrpSpPr/>
          <p:nvPr/>
        </p:nvGrpSpPr>
        <p:grpSpPr>
          <a:xfrm flipH="1">
            <a:off x="6689698" y="2282409"/>
            <a:ext cx="493060" cy="645460"/>
            <a:chOff x="6943724" y="4876800"/>
            <a:chExt cx="523876" cy="685802"/>
          </a:xfrm>
          <a:solidFill>
            <a:schemeClr val="bg1"/>
          </a:solidFill>
        </p:grpSpPr>
        <p:sp>
          <p:nvSpPr>
            <p:cNvPr id="447" name="Rectangle 27">
              <a:extLst>
                <a:ext uri="{FF2B5EF4-FFF2-40B4-BE49-F238E27FC236}">
                  <a16:creationId xmlns:a16="http://schemas.microsoft.com/office/drawing/2014/main" id="{57942338-B4A6-4655-90E5-0B49E95D69A9}"/>
                </a:ext>
              </a:extLst>
            </p:cNvPr>
            <p:cNvSpPr/>
            <p:nvPr/>
          </p:nvSpPr>
          <p:spPr>
            <a:xfrm>
              <a:off x="6943724" y="4876801"/>
              <a:ext cx="523876" cy="685801"/>
            </a:xfrm>
            <a:custGeom>
              <a:avLst/>
              <a:gdLst>
                <a:gd name="connsiteX0" fmla="*/ 0 w 523876"/>
                <a:gd name="connsiteY0" fmla="*/ 0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0 h 685801"/>
                <a:gd name="connsiteX0" fmla="*/ 0 w 523876"/>
                <a:gd name="connsiteY0" fmla="*/ 118533 h 685801"/>
                <a:gd name="connsiteX1" fmla="*/ 523876 w 523876"/>
                <a:gd name="connsiteY1" fmla="*/ 0 h 685801"/>
                <a:gd name="connsiteX2" fmla="*/ 523876 w 523876"/>
                <a:gd name="connsiteY2" fmla="*/ 685801 h 685801"/>
                <a:gd name="connsiteX3" fmla="*/ 0 w 523876"/>
                <a:gd name="connsiteY3" fmla="*/ 685801 h 685801"/>
                <a:gd name="connsiteX4" fmla="*/ 0 w 523876"/>
                <a:gd name="connsiteY4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  <a:gd name="connsiteX0" fmla="*/ 0 w 523876"/>
                <a:gd name="connsiteY0" fmla="*/ 118533 h 685801"/>
                <a:gd name="connsiteX1" fmla="*/ 112487 w 523876"/>
                <a:gd name="connsiteY1" fmla="*/ 0 h 685801"/>
                <a:gd name="connsiteX2" fmla="*/ 523876 w 523876"/>
                <a:gd name="connsiteY2" fmla="*/ 0 h 685801"/>
                <a:gd name="connsiteX3" fmla="*/ 523876 w 523876"/>
                <a:gd name="connsiteY3" fmla="*/ 685801 h 685801"/>
                <a:gd name="connsiteX4" fmla="*/ 0 w 523876"/>
                <a:gd name="connsiteY4" fmla="*/ 685801 h 685801"/>
                <a:gd name="connsiteX5" fmla="*/ 0 w 523876"/>
                <a:gd name="connsiteY5" fmla="*/ 118533 h 685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3876" h="685801">
                  <a:moveTo>
                    <a:pt x="0" y="118533"/>
                  </a:moveTo>
                  <a:cubicBezTo>
                    <a:pt x="54428" y="62088"/>
                    <a:pt x="45963" y="75797"/>
                    <a:pt x="112487" y="0"/>
                  </a:cubicBezTo>
                  <a:lnTo>
                    <a:pt x="523876" y="0"/>
                  </a:lnTo>
                  <a:lnTo>
                    <a:pt x="523876" y="685801"/>
                  </a:lnTo>
                  <a:lnTo>
                    <a:pt x="0" y="685801"/>
                  </a:lnTo>
                  <a:lnTo>
                    <a:pt x="0" y="118533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sp>
          <p:nvSpPr>
            <p:cNvPr id="448" name="Isosceles Triangle 447">
              <a:extLst>
                <a:ext uri="{FF2B5EF4-FFF2-40B4-BE49-F238E27FC236}">
                  <a16:creationId xmlns:a16="http://schemas.microsoft.com/office/drawing/2014/main" id="{108CD197-22C8-4291-8F07-0C586D2BFC7B}"/>
                </a:ext>
              </a:extLst>
            </p:cNvPr>
            <p:cNvSpPr/>
            <p:nvPr/>
          </p:nvSpPr>
          <p:spPr>
            <a:xfrm>
              <a:off x="6953249" y="4876800"/>
              <a:ext cx="107346" cy="114301"/>
            </a:xfrm>
            <a:prstGeom prst="triangle">
              <a:avLst>
                <a:gd name="adj" fmla="val 100000"/>
              </a:avLst>
            </a:prstGeom>
            <a:grp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95" dirty="0"/>
            </a:p>
          </p:txBody>
        </p:sp>
        <p:cxnSp>
          <p:nvCxnSpPr>
            <p:cNvPr id="449" name="Straight Connector 448">
              <a:extLst>
                <a:ext uri="{FF2B5EF4-FFF2-40B4-BE49-F238E27FC236}">
                  <a16:creationId xmlns:a16="http://schemas.microsoft.com/office/drawing/2014/main" id="{7C64E7B4-F946-448D-B9BA-B64E9686ABE0}"/>
                </a:ext>
              </a:extLst>
            </p:cNvPr>
            <p:cNvCxnSpPr/>
            <p:nvPr/>
          </p:nvCxnSpPr>
          <p:spPr>
            <a:xfrm flipH="1">
              <a:off x="7128510" y="5067302"/>
              <a:ext cx="25146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0" name="Straight Connector 449">
              <a:extLst>
                <a:ext uri="{FF2B5EF4-FFF2-40B4-BE49-F238E27FC236}">
                  <a16:creationId xmlns:a16="http://schemas.microsoft.com/office/drawing/2014/main" id="{50070F41-CEFA-435E-8F3B-823239BDA839}"/>
                </a:ext>
              </a:extLst>
            </p:cNvPr>
            <p:cNvCxnSpPr/>
            <p:nvPr/>
          </p:nvCxnSpPr>
          <p:spPr>
            <a:xfrm flipH="1">
              <a:off x="7075703" y="5143502"/>
              <a:ext cx="304267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1" name="Straight Connector 450">
              <a:extLst>
                <a:ext uri="{FF2B5EF4-FFF2-40B4-BE49-F238E27FC236}">
                  <a16:creationId xmlns:a16="http://schemas.microsoft.com/office/drawing/2014/main" id="{FC646F6D-674A-4BB8-B82F-AB49A3567912}"/>
                </a:ext>
              </a:extLst>
            </p:cNvPr>
            <p:cNvCxnSpPr/>
            <p:nvPr/>
          </p:nvCxnSpPr>
          <p:spPr>
            <a:xfrm flipH="1">
              <a:off x="7151370" y="5219702"/>
              <a:ext cx="22860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2" name="Straight Connector 451">
              <a:extLst>
                <a:ext uri="{FF2B5EF4-FFF2-40B4-BE49-F238E27FC236}">
                  <a16:creationId xmlns:a16="http://schemas.microsoft.com/office/drawing/2014/main" id="{26C3C93F-D46F-4739-8096-27DE7D27CB9D}"/>
                </a:ext>
              </a:extLst>
            </p:cNvPr>
            <p:cNvCxnSpPr/>
            <p:nvPr/>
          </p:nvCxnSpPr>
          <p:spPr>
            <a:xfrm flipH="1">
              <a:off x="7151370" y="5295902"/>
              <a:ext cx="22860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3" name="Straight Connector 452">
              <a:extLst>
                <a:ext uri="{FF2B5EF4-FFF2-40B4-BE49-F238E27FC236}">
                  <a16:creationId xmlns:a16="http://schemas.microsoft.com/office/drawing/2014/main" id="{53B900EE-6A7B-43DA-919D-795B9BAEF99D}"/>
                </a:ext>
              </a:extLst>
            </p:cNvPr>
            <p:cNvCxnSpPr/>
            <p:nvPr/>
          </p:nvCxnSpPr>
          <p:spPr>
            <a:xfrm flipH="1">
              <a:off x="7128510" y="5372102"/>
              <a:ext cx="25146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053699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FF379073-CC14-41C7-9ABF-4A728B8CE949}"/>
              </a:ext>
            </a:extLst>
          </p:cNvPr>
          <p:cNvGrpSpPr/>
          <p:nvPr/>
        </p:nvGrpSpPr>
        <p:grpSpPr>
          <a:xfrm rot="337866">
            <a:off x="3356579" y="971079"/>
            <a:ext cx="1787588" cy="1546565"/>
            <a:chOff x="7153217" y="2662431"/>
            <a:chExt cx="1520005" cy="1407832"/>
          </a:xfrm>
          <a:effectLst>
            <a:glow rad="101600">
              <a:schemeClr val="bg1">
                <a:alpha val="60000"/>
              </a:schemeClr>
            </a:glow>
          </a:effectLst>
        </p:grpSpPr>
        <p:sp>
          <p:nvSpPr>
            <p:cNvPr id="26" name="Rectangle 10">
              <a:extLst>
                <a:ext uri="{FF2B5EF4-FFF2-40B4-BE49-F238E27FC236}">
                  <a16:creationId xmlns:a16="http://schemas.microsoft.com/office/drawing/2014/main" id="{2C7EB7E2-153D-4284-8A29-0E572E792C5C}"/>
                </a:ext>
              </a:extLst>
            </p:cNvPr>
            <p:cNvSpPr/>
            <p:nvPr/>
          </p:nvSpPr>
          <p:spPr>
            <a:xfrm rot="20467554">
              <a:off x="7626053" y="3827866"/>
              <a:ext cx="1047169" cy="202430"/>
            </a:xfrm>
            <a:custGeom>
              <a:avLst/>
              <a:gdLst>
                <a:gd name="connsiteX0" fmla="*/ 0 w 997799"/>
                <a:gd name="connsiteY0" fmla="*/ 0 h 190624"/>
                <a:gd name="connsiteX1" fmla="*/ 997799 w 997799"/>
                <a:gd name="connsiteY1" fmla="*/ 0 h 190624"/>
                <a:gd name="connsiteX2" fmla="*/ 997799 w 997799"/>
                <a:gd name="connsiteY2" fmla="*/ 190624 h 190624"/>
                <a:gd name="connsiteX3" fmla="*/ 0 w 997799"/>
                <a:gd name="connsiteY3" fmla="*/ 190624 h 190624"/>
                <a:gd name="connsiteX4" fmla="*/ 0 w 997799"/>
                <a:gd name="connsiteY4" fmla="*/ 0 h 190624"/>
                <a:gd name="connsiteX0" fmla="*/ 0 w 997799"/>
                <a:gd name="connsiteY0" fmla="*/ 0 h 190624"/>
                <a:gd name="connsiteX1" fmla="*/ 997799 w 997799"/>
                <a:gd name="connsiteY1" fmla="*/ 0 h 190624"/>
                <a:gd name="connsiteX2" fmla="*/ 997799 w 997799"/>
                <a:gd name="connsiteY2" fmla="*/ 190624 h 190624"/>
                <a:gd name="connsiteX3" fmla="*/ 0 w 997799"/>
                <a:gd name="connsiteY3" fmla="*/ 0 h 190624"/>
                <a:gd name="connsiteX0" fmla="*/ 0 w 1006687"/>
                <a:gd name="connsiteY0" fmla="*/ 53621 h 190624"/>
                <a:gd name="connsiteX1" fmla="*/ 1006687 w 1006687"/>
                <a:gd name="connsiteY1" fmla="*/ 0 h 190624"/>
                <a:gd name="connsiteX2" fmla="*/ 1006687 w 1006687"/>
                <a:gd name="connsiteY2" fmla="*/ 190624 h 190624"/>
                <a:gd name="connsiteX3" fmla="*/ 0 w 1006687"/>
                <a:gd name="connsiteY3" fmla="*/ 53621 h 190624"/>
                <a:gd name="connsiteX0" fmla="*/ 0 w 1069156"/>
                <a:gd name="connsiteY0" fmla="*/ 53621 h 195629"/>
                <a:gd name="connsiteX1" fmla="*/ 1006687 w 1069156"/>
                <a:gd name="connsiteY1" fmla="*/ 0 h 195629"/>
                <a:gd name="connsiteX2" fmla="*/ 1069156 w 1069156"/>
                <a:gd name="connsiteY2" fmla="*/ 195629 h 195629"/>
                <a:gd name="connsiteX3" fmla="*/ 0 w 1069156"/>
                <a:gd name="connsiteY3" fmla="*/ 53621 h 195629"/>
                <a:gd name="connsiteX0" fmla="*/ 0 w 1069156"/>
                <a:gd name="connsiteY0" fmla="*/ 53621 h 195629"/>
                <a:gd name="connsiteX1" fmla="*/ 1006687 w 1069156"/>
                <a:gd name="connsiteY1" fmla="*/ 0 h 195629"/>
                <a:gd name="connsiteX2" fmla="*/ 1069156 w 1069156"/>
                <a:gd name="connsiteY2" fmla="*/ 195629 h 195629"/>
                <a:gd name="connsiteX3" fmla="*/ 0 w 1069156"/>
                <a:gd name="connsiteY3" fmla="*/ 53621 h 195629"/>
                <a:gd name="connsiteX0" fmla="*/ 0 w 1069156"/>
                <a:gd name="connsiteY0" fmla="*/ 53621 h 195629"/>
                <a:gd name="connsiteX1" fmla="*/ 1006687 w 1069156"/>
                <a:gd name="connsiteY1" fmla="*/ 0 h 195629"/>
                <a:gd name="connsiteX2" fmla="*/ 1069156 w 1069156"/>
                <a:gd name="connsiteY2" fmla="*/ 195629 h 195629"/>
                <a:gd name="connsiteX3" fmla="*/ 0 w 1069156"/>
                <a:gd name="connsiteY3" fmla="*/ 53621 h 195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69156" h="195629">
                  <a:moveTo>
                    <a:pt x="0" y="53621"/>
                  </a:moveTo>
                  <a:lnTo>
                    <a:pt x="1006687" y="0"/>
                  </a:lnTo>
                  <a:lnTo>
                    <a:pt x="1069156" y="195629"/>
                  </a:lnTo>
                  <a:cubicBezTo>
                    <a:pt x="696047" y="194596"/>
                    <a:pt x="375028" y="173914"/>
                    <a:pt x="0" y="53621"/>
                  </a:cubicBez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143435" rtlCol="0" anchor="b"/>
            <a:lstStyle/>
            <a:p>
              <a:pPr algn="ctr"/>
              <a:endParaRPr lang="en-US" sz="2823" b="1">
                <a:latin typeface="Ink Free" panose="03080402000500000000" pitchFamily="66" charset="0"/>
              </a:endParaRPr>
            </a:p>
          </p:txBody>
        </p:sp>
        <p:sp>
          <p:nvSpPr>
            <p:cNvPr id="27" name="Rectangle 11">
              <a:extLst>
                <a:ext uri="{FF2B5EF4-FFF2-40B4-BE49-F238E27FC236}">
                  <a16:creationId xmlns:a16="http://schemas.microsoft.com/office/drawing/2014/main" id="{C1102A64-BCC1-439B-B1E1-2A35268A2047}"/>
                </a:ext>
              </a:extLst>
            </p:cNvPr>
            <p:cNvSpPr/>
            <p:nvPr/>
          </p:nvSpPr>
          <p:spPr>
            <a:xfrm rot="21164825">
              <a:off x="7153217" y="2662431"/>
              <a:ext cx="1441490" cy="1407832"/>
            </a:xfrm>
            <a:custGeom>
              <a:avLst/>
              <a:gdLst>
                <a:gd name="connsiteX0" fmla="*/ 0 w 1344524"/>
                <a:gd name="connsiteY0" fmla="*/ 0 h 1422228"/>
                <a:gd name="connsiteX1" fmla="*/ 1344524 w 1344524"/>
                <a:gd name="connsiteY1" fmla="*/ 0 h 1422228"/>
                <a:gd name="connsiteX2" fmla="*/ 1344524 w 1344524"/>
                <a:gd name="connsiteY2" fmla="*/ 1422228 h 1422228"/>
                <a:gd name="connsiteX3" fmla="*/ 0 w 1344524"/>
                <a:gd name="connsiteY3" fmla="*/ 1422228 h 1422228"/>
                <a:gd name="connsiteX4" fmla="*/ 0 w 1344524"/>
                <a:gd name="connsiteY4" fmla="*/ 0 h 1422228"/>
                <a:gd name="connsiteX0" fmla="*/ 0 w 1441490"/>
                <a:gd name="connsiteY0" fmla="*/ 0 h 1422228"/>
                <a:gd name="connsiteX1" fmla="*/ 1344524 w 1441490"/>
                <a:gd name="connsiteY1" fmla="*/ 0 h 1422228"/>
                <a:gd name="connsiteX2" fmla="*/ 1441490 w 1441490"/>
                <a:gd name="connsiteY2" fmla="*/ 1179354 h 1422228"/>
                <a:gd name="connsiteX3" fmla="*/ 0 w 1441490"/>
                <a:gd name="connsiteY3" fmla="*/ 1422228 h 1422228"/>
                <a:gd name="connsiteX4" fmla="*/ 0 w 1441490"/>
                <a:gd name="connsiteY4" fmla="*/ 0 h 1422228"/>
                <a:gd name="connsiteX0" fmla="*/ 0 w 1441490"/>
                <a:gd name="connsiteY0" fmla="*/ 0 h 1422228"/>
                <a:gd name="connsiteX1" fmla="*/ 1344524 w 1441490"/>
                <a:gd name="connsiteY1" fmla="*/ 0 h 1422228"/>
                <a:gd name="connsiteX2" fmla="*/ 1441490 w 1441490"/>
                <a:gd name="connsiteY2" fmla="*/ 1179354 h 1422228"/>
                <a:gd name="connsiteX3" fmla="*/ 0 w 1441490"/>
                <a:gd name="connsiteY3" fmla="*/ 1422228 h 1422228"/>
                <a:gd name="connsiteX4" fmla="*/ 0 w 1441490"/>
                <a:gd name="connsiteY4" fmla="*/ 0 h 1422228"/>
                <a:gd name="connsiteX0" fmla="*/ 0 w 1441490"/>
                <a:gd name="connsiteY0" fmla="*/ 0 h 1407832"/>
                <a:gd name="connsiteX1" fmla="*/ 1344524 w 1441490"/>
                <a:gd name="connsiteY1" fmla="*/ 0 h 1407832"/>
                <a:gd name="connsiteX2" fmla="*/ 1441490 w 1441490"/>
                <a:gd name="connsiteY2" fmla="*/ 1179354 h 1407832"/>
                <a:gd name="connsiteX3" fmla="*/ 4836 w 1441490"/>
                <a:gd name="connsiteY3" fmla="*/ 1407832 h 1407832"/>
                <a:gd name="connsiteX4" fmla="*/ 0 w 1441490"/>
                <a:gd name="connsiteY4" fmla="*/ 0 h 1407832"/>
                <a:gd name="connsiteX0" fmla="*/ 0 w 1441490"/>
                <a:gd name="connsiteY0" fmla="*/ 0 h 1407832"/>
                <a:gd name="connsiteX1" fmla="*/ 1344524 w 1441490"/>
                <a:gd name="connsiteY1" fmla="*/ 0 h 1407832"/>
                <a:gd name="connsiteX2" fmla="*/ 1441490 w 1441490"/>
                <a:gd name="connsiteY2" fmla="*/ 1179354 h 1407832"/>
                <a:gd name="connsiteX3" fmla="*/ 4836 w 1441490"/>
                <a:gd name="connsiteY3" fmla="*/ 1407832 h 1407832"/>
                <a:gd name="connsiteX4" fmla="*/ 0 w 1441490"/>
                <a:gd name="connsiteY4" fmla="*/ 0 h 1407832"/>
                <a:gd name="connsiteX0" fmla="*/ 0 w 1441490"/>
                <a:gd name="connsiteY0" fmla="*/ 0 h 1407832"/>
                <a:gd name="connsiteX1" fmla="*/ 1344524 w 1441490"/>
                <a:gd name="connsiteY1" fmla="*/ 0 h 1407832"/>
                <a:gd name="connsiteX2" fmla="*/ 1441490 w 1441490"/>
                <a:gd name="connsiteY2" fmla="*/ 1179354 h 1407832"/>
                <a:gd name="connsiteX3" fmla="*/ 4836 w 1441490"/>
                <a:gd name="connsiteY3" fmla="*/ 1407832 h 1407832"/>
                <a:gd name="connsiteX4" fmla="*/ 0 w 1441490"/>
                <a:gd name="connsiteY4" fmla="*/ 0 h 1407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41490" h="1407832">
                  <a:moveTo>
                    <a:pt x="0" y="0"/>
                  </a:moveTo>
                  <a:lnTo>
                    <a:pt x="1344524" y="0"/>
                  </a:lnTo>
                  <a:cubicBezTo>
                    <a:pt x="1376846" y="393118"/>
                    <a:pt x="1337235" y="903188"/>
                    <a:pt x="1441490" y="1179354"/>
                  </a:cubicBezTo>
                  <a:cubicBezTo>
                    <a:pt x="1081761" y="1443823"/>
                    <a:pt x="556514" y="1380972"/>
                    <a:pt x="4836" y="140783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2"/>
            </a:solidFill>
            <a:ln w="31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143435" bIns="143435" rtlCol="0" anchor="b"/>
            <a:lstStyle/>
            <a:p>
              <a:pPr algn="ctr"/>
              <a:r>
                <a:rPr lang="en-US" sz="1098" b="1" dirty="0">
                  <a:solidFill>
                    <a:schemeClr val="tx1"/>
                  </a:solidFill>
                  <a:latin typeface="Ink Free" panose="03080402000500000000" pitchFamily="66" charset="0"/>
                </a:rPr>
                <a:t> </a:t>
              </a:r>
              <a:r>
                <a:rPr lang="en-US" sz="1694" b="1" dirty="0">
                  <a:solidFill>
                    <a:schemeClr val="tx1"/>
                  </a:solidFill>
                  <a:latin typeface="Ink Free" panose="03080402000500000000" pitchFamily="66" charset="0"/>
                </a:rPr>
                <a:t>Review Project XYZZY</a:t>
              </a:r>
            </a:p>
            <a:p>
              <a:pPr algn="ctr"/>
              <a:endParaRPr lang="en-US" sz="1694" b="1" dirty="0">
                <a:solidFill>
                  <a:schemeClr val="tx1"/>
                </a:solidFill>
                <a:latin typeface="Ink Free" panose="03080402000500000000" pitchFamily="66" charset="0"/>
              </a:endParaRPr>
            </a:p>
            <a:p>
              <a:pPr algn="ctr"/>
              <a:r>
                <a:rPr lang="en-US" sz="1694" b="1" i="1" dirty="0">
                  <a:solidFill>
                    <a:schemeClr val="tx1"/>
                  </a:solidFill>
                  <a:latin typeface="Ink Free" panose="03080402000500000000" pitchFamily="66" charset="0"/>
                </a:rPr>
                <a:t>Card 102</a:t>
              </a:r>
              <a:endParaRPr lang="en-US" sz="1694" b="1" dirty="0">
                <a:solidFill>
                  <a:schemeClr val="tx1"/>
                </a:solidFill>
                <a:latin typeface="Ink Free" panose="03080402000500000000" pitchFamily="66" charset="0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CA3E405-DF8F-47E1-B227-25A704044C21}"/>
              </a:ext>
            </a:extLst>
          </p:cNvPr>
          <p:cNvGrpSpPr/>
          <p:nvPr/>
        </p:nvGrpSpPr>
        <p:grpSpPr>
          <a:xfrm rot="337866">
            <a:off x="3306339" y="2851145"/>
            <a:ext cx="1787588" cy="1546565"/>
            <a:chOff x="7153217" y="2662431"/>
            <a:chExt cx="1520005" cy="1407832"/>
          </a:xfrm>
          <a:solidFill>
            <a:schemeClr val="accent5">
              <a:lumMod val="60000"/>
              <a:lumOff val="40000"/>
            </a:schemeClr>
          </a:solidFill>
          <a:effectLst>
            <a:glow rad="101600">
              <a:schemeClr val="bg1">
                <a:alpha val="60000"/>
              </a:schemeClr>
            </a:glow>
          </a:effectLst>
        </p:grpSpPr>
        <p:sp>
          <p:nvSpPr>
            <p:cNvPr id="30" name="Rectangle 10">
              <a:extLst>
                <a:ext uri="{FF2B5EF4-FFF2-40B4-BE49-F238E27FC236}">
                  <a16:creationId xmlns:a16="http://schemas.microsoft.com/office/drawing/2014/main" id="{77EE7E24-7825-4CE9-93CE-9530B0A72F92}"/>
                </a:ext>
              </a:extLst>
            </p:cNvPr>
            <p:cNvSpPr/>
            <p:nvPr/>
          </p:nvSpPr>
          <p:spPr>
            <a:xfrm rot="20467554">
              <a:off x="7626053" y="3827866"/>
              <a:ext cx="1047169" cy="202430"/>
            </a:xfrm>
            <a:custGeom>
              <a:avLst/>
              <a:gdLst>
                <a:gd name="connsiteX0" fmla="*/ 0 w 997799"/>
                <a:gd name="connsiteY0" fmla="*/ 0 h 190624"/>
                <a:gd name="connsiteX1" fmla="*/ 997799 w 997799"/>
                <a:gd name="connsiteY1" fmla="*/ 0 h 190624"/>
                <a:gd name="connsiteX2" fmla="*/ 997799 w 997799"/>
                <a:gd name="connsiteY2" fmla="*/ 190624 h 190624"/>
                <a:gd name="connsiteX3" fmla="*/ 0 w 997799"/>
                <a:gd name="connsiteY3" fmla="*/ 190624 h 190624"/>
                <a:gd name="connsiteX4" fmla="*/ 0 w 997799"/>
                <a:gd name="connsiteY4" fmla="*/ 0 h 190624"/>
                <a:gd name="connsiteX0" fmla="*/ 0 w 997799"/>
                <a:gd name="connsiteY0" fmla="*/ 0 h 190624"/>
                <a:gd name="connsiteX1" fmla="*/ 997799 w 997799"/>
                <a:gd name="connsiteY1" fmla="*/ 0 h 190624"/>
                <a:gd name="connsiteX2" fmla="*/ 997799 w 997799"/>
                <a:gd name="connsiteY2" fmla="*/ 190624 h 190624"/>
                <a:gd name="connsiteX3" fmla="*/ 0 w 997799"/>
                <a:gd name="connsiteY3" fmla="*/ 0 h 190624"/>
                <a:gd name="connsiteX0" fmla="*/ 0 w 1006687"/>
                <a:gd name="connsiteY0" fmla="*/ 53621 h 190624"/>
                <a:gd name="connsiteX1" fmla="*/ 1006687 w 1006687"/>
                <a:gd name="connsiteY1" fmla="*/ 0 h 190624"/>
                <a:gd name="connsiteX2" fmla="*/ 1006687 w 1006687"/>
                <a:gd name="connsiteY2" fmla="*/ 190624 h 190624"/>
                <a:gd name="connsiteX3" fmla="*/ 0 w 1006687"/>
                <a:gd name="connsiteY3" fmla="*/ 53621 h 190624"/>
                <a:gd name="connsiteX0" fmla="*/ 0 w 1069156"/>
                <a:gd name="connsiteY0" fmla="*/ 53621 h 195629"/>
                <a:gd name="connsiteX1" fmla="*/ 1006687 w 1069156"/>
                <a:gd name="connsiteY1" fmla="*/ 0 h 195629"/>
                <a:gd name="connsiteX2" fmla="*/ 1069156 w 1069156"/>
                <a:gd name="connsiteY2" fmla="*/ 195629 h 195629"/>
                <a:gd name="connsiteX3" fmla="*/ 0 w 1069156"/>
                <a:gd name="connsiteY3" fmla="*/ 53621 h 195629"/>
                <a:gd name="connsiteX0" fmla="*/ 0 w 1069156"/>
                <a:gd name="connsiteY0" fmla="*/ 53621 h 195629"/>
                <a:gd name="connsiteX1" fmla="*/ 1006687 w 1069156"/>
                <a:gd name="connsiteY1" fmla="*/ 0 h 195629"/>
                <a:gd name="connsiteX2" fmla="*/ 1069156 w 1069156"/>
                <a:gd name="connsiteY2" fmla="*/ 195629 h 195629"/>
                <a:gd name="connsiteX3" fmla="*/ 0 w 1069156"/>
                <a:gd name="connsiteY3" fmla="*/ 53621 h 195629"/>
                <a:gd name="connsiteX0" fmla="*/ 0 w 1069156"/>
                <a:gd name="connsiteY0" fmla="*/ 53621 h 195629"/>
                <a:gd name="connsiteX1" fmla="*/ 1006687 w 1069156"/>
                <a:gd name="connsiteY1" fmla="*/ 0 h 195629"/>
                <a:gd name="connsiteX2" fmla="*/ 1069156 w 1069156"/>
                <a:gd name="connsiteY2" fmla="*/ 195629 h 195629"/>
                <a:gd name="connsiteX3" fmla="*/ 0 w 1069156"/>
                <a:gd name="connsiteY3" fmla="*/ 53621 h 195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69156" h="195629">
                  <a:moveTo>
                    <a:pt x="0" y="53621"/>
                  </a:moveTo>
                  <a:lnTo>
                    <a:pt x="1006687" y="0"/>
                  </a:lnTo>
                  <a:lnTo>
                    <a:pt x="1069156" y="195629"/>
                  </a:lnTo>
                  <a:cubicBezTo>
                    <a:pt x="696047" y="194596"/>
                    <a:pt x="375028" y="173914"/>
                    <a:pt x="0" y="53621"/>
                  </a:cubicBez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143435" rtlCol="0" anchor="b"/>
            <a:lstStyle/>
            <a:p>
              <a:pPr algn="ctr"/>
              <a:endParaRPr lang="en-US" sz="2823" b="1">
                <a:latin typeface="Ink Free" panose="03080402000500000000" pitchFamily="66" charset="0"/>
              </a:endParaRPr>
            </a:p>
          </p:txBody>
        </p:sp>
        <p:sp>
          <p:nvSpPr>
            <p:cNvPr id="41" name="Rectangle 11">
              <a:extLst>
                <a:ext uri="{FF2B5EF4-FFF2-40B4-BE49-F238E27FC236}">
                  <a16:creationId xmlns:a16="http://schemas.microsoft.com/office/drawing/2014/main" id="{549A8CD8-E5D3-4A69-9E3F-98A407961790}"/>
                </a:ext>
              </a:extLst>
            </p:cNvPr>
            <p:cNvSpPr/>
            <p:nvPr/>
          </p:nvSpPr>
          <p:spPr>
            <a:xfrm rot="21164825">
              <a:off x="7153217" y="2662431"/>
              <a:ext cx="1441490" cy="1407832"/>
            </a:xfrm>
            <a:custGeom>
              <a:avLst/>
              <a:gdLst>
                <a:gd name="connsiteX0" fmla="*/ 0 w 1344524"/>
                <a:gd name="connsiteY0" fmla="*/ 0 h 1422228"/>
                <a:gd name="connsiteX1" fmla="*/ 1344524 w 1344524"/>
                <a:gd name="connsiteY1" fmla="*/ 0 h 1422228"/>
                <a:gd name="connsiteX2" fmla="*/ 1344524 w 1344524"/>
                <a:gd name="connsiteY2" fmla="*/ 1422228 h 1422228"/>
                <a:gd name="connsiteX3" fmla="*/ 0 w 1344524"/>
                <a:gd name="connsiteY3" fmla="*/ 1422228 h 1422228"/>
                <a:gd name="connsiteX4" fmla="*/ 0 w 1344524"/>
                <a:gd name="connsiteY4" fmla="*/ 0 h 1422228"/>
                <a:gd name="connsiteX0" fmla="*/ 0 w 1441490"/>
                <a:gd name="connsiteY0" fmla="*/ 0 h 1422228"/>
                <a:gd name="connsiteX1" fmla="*/ 1344524 w 1441490"/>
                <a:gd name="connsiteY1" fmla="*/ 0 h 1422228"/>
                <a:gd name="connsiteX2" fmla="*/ 1441490 w 1441490"/>
                <a:gd name="connsiteY2" fmla="*/ 1179354 h 1422228"/>
                <a:gd name="connsiteX3" fmla="*/ 0 w 1441490"/>
                <a:gd name="connsiteY3" fmla="*/ 1422228 h 1422228"/>
                <a:gd name="connsiteX4" fmla="*/ 0 w 1441490"/>
                <a:gd name="connsiteY4" fmla="*/ 0 h 1422228"/>
                <a:gd name="connsiteX0" fmla="*/ 0 w 1441490"/>
                <a:gd name="connsiteY0" fmla="*/ 0 h 1422228"/>
                <a:gd name="connsiteX1" fmla="*/ 1344524 w 1441490"/>
                <a:gd name="connsiteY1" fmla="*/ 0 h 1422228"/>
                <a:gd name="connsiteX2" fmla="*/ 1441490 w 1441490"/>
                <a:gd name="connsiteY2" fmla="*/ 1179354 h 1422228"/>
                <a:gd name="connsiteX3" fmla="*/ 0 w 1441490"/>
                <a:gd name="connsiteY3" fmla="*/ 1422228 h 1422228"/>
                <a:gd name="connsiteX4" fmla="*/ 0 w 1441490"/>
                <a:gd name="connsiteY4" fmla="*/ 0 h 1422228"/>
                <a:gd name="connsiteX0" fmla="*/ 0 w 1441490"/>
                <a:gd name="connsiteY0" fmla="*/ 0 h 1407832"/>
                <a:gd name="connsiteX1" fmla="*/ 1344524 w 1441490"/>
                <a:gd name="connsiteY1" fmla="*/ 0 h 1407832"/>
                <a:gd name="connsiteX2" fmla="*/ 1441490 w 1441490"/>
                <a:gd name="connsiteY2" fmla="*/ 1179354 h 1407832"/>
                <a:gd name="connsiteX3" fmla="*/ 4836 w 1441490"/>
                <a:gd name="connsiteY3" fmla="*/ 1407832 h 1407832"/>
                <a:gd name="connsiteX4" fmla="*/ 0 w 1441490"/>
                <a:gd name="connsiteY4" fmla="*/ 0 h 1407832"/>
                <a:gd name="connsiteX0" fmla="*/ 0 w 1441490"/>
                <a:gd name="connsiteY0" fmla="*/ 0 h 1407832"/>
                <a:gd name="connsiteX1" fmla="*/ 1344524 w 1441490"/>
                <a:gd name="connsiteY1" fmla="*/ 0 h 1407832"/>
                <a:gd name="connsiteX2" fmla="*/ 1441490 w 1441490"/>
                <a:gd name="connsiteY2" fmla="*/ 1179354 h 1407832"/>
                <a:gd name="connsiteX3" fmla="*/ 4836 w 1441490"/>
                <a:gd name="connsiteY3" fmla="*/ 1407832 h 1407832"/>
                <a:gd name="connsiteX4" fmla="*/ 0 w 1441490"/>
                <a:gd name="connsiteY4" fmla="*/ 0 h 1407832"/>
                <a:gd name="connsiteX0" fmla="*/ 0 w 1441490"/>
                <a:gd name="connsiteY0" fmla="*/ 0 h 1407832"/>
                <a:gd name="connsiteX1" fmla="*/ 1344524 w 1441490"/>
                <a:gd name="connsiteY1" fmla="*/ 0 h 1407832"/>
                <a:gd name="connsiteX2" fmla="*/ 1441490 w 1441490"/>
                <a:gd name="connsiteY2" fmla="*/ 1179354 h 1407832"/>
                <a:gd name="connsiteX3" fmla="*/ 4836 w 1441490"/>
                <a:gd name="connsiteY3" fmla="*/ 1407832 h 1407832"/>
                <a:gd name="connsiteX4" fmla="*/ 0 w 1441490"/>
                <a:gd name="connsiteY4" fmla="*/ 0 h 1407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41490" h="1407832">
                  <a:moveTo>
                    <a:pt x="0" y="0"/>
                  </a:moveTo>
                  <a:lnTo>
                    <a:pt x="1344524" y="0"/>
                  </a:lnTo>
                  <a:cubicBezTo>
                    <a:pt x="1376846" y="393118"/>
                    <a:pt x="1337235" y="903188"/>
                    <a:pt x="1441490" y="1179354"/>
                  </a:cubicBezTo>
                  <a:cubicBezTo>
                    <a:pt x="1081761" y="1443823"/>
                    <a:pt x="556514" y="1380972"/>
                    <a:pt x="4836" y="1407832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317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143435" bIns="143435" rtlCol="0" anchor="b"/>
            <a:lstStyle/>
            <a:p>
              <a:pPr algn="ctr"/>
              <a:r>
                <a:rPr lang="en-US" sz="1098" b="1" dirty="0">
                  <a:solidFill>
                    <a:schemeClr val="tx1"/>
                  </a:solidFill>
                  <a:latin typeface="Ink Free" panose="03080402000500000000" pitchFamily="66" charset="0"/>
                </a:rPr>
                <a:t> </a:t>
              </a:r>
              <a:r>
                <a:rPr lang="en-US" sz="1694" b="1" dirty="0">
                  <a:solidFill>
                    <a:schemeClr val="tx1"/>
                  </a:solidFill>
                  <a:latin typeface="Ink Free" panose="03080402000500000000" pitchFamily="66" charset="0"/>
                </a:rPr>
                <a:t>Review Project XYZZY</a:t>
              </a:r>
            </a:p>
            <a:p>
              <a:pPr algn="ctr"/>
              <a:endParaRPr lang="en-US" sz="1694" b="1" dirty="0">
                <a:solidFill>
                  <a:schemeClr val="tx1"/>
                </a:solidFill>
                <a:latin typeface="Ink Free" panose="03080402000500000000" pitchFamily="66" charset="0"/>
              </a:endParaRPr>
            </a:p>
            <a:p>
              <a:pPr algn="ctr"/>
              <a:r>
                <a:rPr lang="en-US" sz="1694" b="1" i="1" dirty="0">
                  <a:solidFill>
                    <a:schemeClr val="tx1"/>
                  </a:solidFill>
                  <a:latin typeface="Ink Free" panose="03080402000500000000" pitchFamily="66" charset="0"/>
                </a:rPr>
                <a:t>Card 102</a:t>
              </a:r>
              <a:endParaRPr lang="en-US" sz="1694" b="1" dirty="0">
                <a:solidFill>
                  <a:schemeClr val="tx1"/>
                </a:solidFill>
                <a:latin typeface="Ink Free" panose="03080402000500000000" pitchFamily="66" charset="0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7B38D2E6-5B95-4B3D-9B5F-1A9776355972}"/>
              </a:ext>
            </a:extLst>
          </p:cNvPr>
          <p:cNvGrpSpPr/>
          <p:nvPr/>
        </p:nvGrpSpPr>
        <p:grpSpPr>
          <a:xfrm>
            <a:off x="451147" y="3457130"/>
            <a:ext cx="1787588" cy="1629792"/>
            <a:chOff x="736395" y="4262601"/>
            <a:chExt cx="2449930" cy="2233667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A495DA95-A45D-4F9A-B094-434272DEB656}"/>
                </a:ext>
              </a:extLst>
            </p:cNvPr>
            <p:cNvGrpSpPr/>
            <p:nvPr/>
          </p:nvGrpSpPr>
          <p:grpSpPr>
            <a:xfrm rot="337866">
              <a:off x="736395" y="4376666"/>
              <a:ext cx="2449930" cy="2119602"/>
              <a:chOff x="7153217" y="2662431"/>
              <a:chExt cx="1520005" cy="1407832"/>
            </a:xfrm>
            <a:solidFill>
              <a:schemeClr val="accent5">
                <a:lumMod val="60000"/>
                <a:lumOff val="40000"/>
              </a:schemeClr>
            </a:solidFill>
            <a:effectLst/>
          </p:grpSpPr>
          <p:sp>
            <p:nvSpPr>
              <p:cNvPr id="46" name="Rectangle 10">
                <a:extLst>
                  <a:ext uri="{FF2B5EF4-FFF2-40B4-BE49-F238E27FC236}">
                    <a16:creationId xmlns:a16="http://schemas.microsoft.com/office/drawing/2014/main" id="{F4D6AEA7-9C4A-404E-BCE9-214BC0F5A403}"/>
                  </a:ext>
                </a:extLst>
              </p:cNvPr>
              <p:cNvSpPr/>
              <p:nvPr/>
            </p:nvSpPr>
            <p:spPr>
              <a:xfrm rot="20467554">
                <a:off x="7626053" y="3827866"/>
                <a:ext cx="1047169" cy="202430"/>
              </a:xfrm>
              <a:custGeom>
                <a:avLst/>
                <a:gdLst>
                  <a:gd name="connsiteX0" fmla="*/ 0 w 997799"/>
                  <a:gd name="connsiteY0" fmla="*/ 0 h 190624"/>
                  <a:gd name="connsiteX1" fmla="*/ 997799 w 997799"/>
                  <a:gd name="connsiteY1" fmla="*/ 0 h 190624"/>
                  <a:gd name="connsiteX2" fmla="*/ 997799 w 997799"/>
                  <a:gd name="connsiteY2" fmla="*/ 190624 h 190624"/>
                  <a:gd name="connsiteX3" fmla="*/ 0 w 997799"/>
                  <a:gd name="connsiteY3" fmla="*/ 190624 h 190624"/>
                  <a:gd name="connsiteX4" fmla="*/ 0 w 997799"/>
                  <a:gd name="connsiteY4" fmla="*/ 0 h 190624"/>
                  <a:gd name="connsiteX0" fmla="*/ 0 w 997799"/>
                  <a:gd name="connsiteY0" fmla="*/ 0 h 190624"/>
                  <a:gd name="connsiteX1" fmla="*/ 997799 w 997799"/>
                  <a:gd name="connsiteY1" fmla="*/ 0 h 190624"/>
                  <a:gd name="connsiteX2" fmla="*/ 997799 w 997799"/>
                  <a:gd name="connsiteY2" fmla="*/ 190624 h 190624"/>
                  <a:gd name="connsiteX3" fmla="*/ 0 w 997799"/>
                  <a:gd name="connsiteY3" fmla="*/ 0 h 190624"/>
                  <a:gd name="connsiteX0" fmla="*/ 0 w 1006687"/>
                  <a:gd name="connsiteY0" fmla="*/ 53621 h 190624"/>
                  <a:gd name="connsiteX1" fmla="*/ 1006687 w 1006687"/>
                  <a:gd name="connsiteY1" fmla="*/ 0 h 190624"/>
                  <a:gd name="connsiteX2" fmla="*/ 1006687 w 1006687"/>
                  <a:gd name="connsiteY2" fmla="*/ 190624 h 190624"/>
                  <a:gd name="connsiteX3" fmla="*/ 0 w 1006687"/>
                  <a:gd name="connsiteY3" fmla="*/ 53621 h 190624"/>
                  <a:gd name="connsiteX0" fmla="*/ 0 w 1069156"/>
                  <a:gd name="connsiteY0" fmla="*/ 53621 h 195629"/>
                  <a:gd name="connsiteX1" fmla="*/ 1006687 w 1069156"/>
                  <a:gd name="connsiteY1" fmla="*/ 0 h 195629"/>
                  <a:gd name="connsiteX2" fmla="*/ 1069156 w 1069156"/>
                  <a:gd name="connsiteY2" fmla="*/ 195629 h 195629"/>
                  <a:gd name="connsiteX3" fmla="*/ 0 w 1069156"/>
                  <a:gd name="connsiteY3" fmla="*/ 53621 h 195629"/>
                  <a:gd name="connsiteX0" fmla="*/ 0 w 1069156"/>
                  <a:gd name="connsiteY0" fmla="*/ 53621 h 195629"/>
                  <a:gd name="connsiteX1" fmla="*/ 1006687 w 1069156"/>
                  <a:gd name="connsiteY1" fmla="*/ 0 h 195629"/>
                  <a:gd name="connsiteX2" fmla="*/ 1069156 w 1069156"/>
                  <a:gd name="connsiteY2" fmla="*/ 195629 h 195629"/>
                  <a:gd name="connsiteX3" fmla="*/ 0 w 1069156"/>
                  <a:gd name="connsiteY3" fmla="*/ 53621 h 195629"/>
                  <a:gd name="connsiteX0" fmla="*/ 0 w 1069156"/>
                  <a:gd name="connsiteY0" fmla="*/ 53621 h 195629"/>
                  <a:gd name="connsiteX1" fmla="*/ 1006687 w 1069156"/>
                  <a:gd name="connsiteY1" fmla="*/ 0 h 195629"/>
                  <a:gd name="connsiteX2" fmla="*/ 1069156 w 1069156"/>
                  <a:gd name="connsiteY2" fmla="*/ 195629 h 195629"/>
                  <a:gd name="connsiteX3" fmla="*/ 0 w 1069156"/>
                  <a:gd name="connsiteY3" fmla="*/ 53621 h 195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69156" h="195629">
                    <a:moveTo>
                      <a:pt x="0" y="53621"/>
                    </a:moveTo>
                    <a:lnTo>
                      <a:pt x="1006687" y="0"/>
                    </a:lnTo>
                    <a:lnTo>
                      <a:pt x="1069156" y="195629"/>
                    </a:lnTo>
                    <a:cubicBezTo>
                      <a:pt x="696047" y="194596"/>
                      <a:pt x="375028" y="173914"/>
                      <a:pt x="0" y="53621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143435" rtlCol="0" anchor="b"/>
              <a:lstStyle/>
              <a:p>
                <a:pPr algn="ctr"/>
                <a:endParaRPr lang="en-US" sz="2823">
                  <a:latin typeface="Segoe Script" panose="030B0504020000000003" pitchFamily="66" charset="0"/>
                </a:endParaRPr>
              </a:p>
            </p:txBody>
          </p:sp>
          <p:sp>
            <p:nvSpPr>
              <p:cNvPr id="47" name="Rectangle 11">
                <a:extLst>
                  <a:ext uri="{FF2B5EF4-FFF2-40B4-BE49-F238E27FC236}">
                    <a16:creationId xmlns:a16="http://schemas.microsoft.com/office/drawing/2014/main" id="{AC1D6D68-7213-4299-B3CF-0DEDDB92E08D}"/>
                  </a:ext>
                </a:extLst>
              </p:cNvPr>
              <p:cNvSpPr/>
              <p:nvPr/>
            </p:nvSpPr>
            <p:spPr>
              <a:xfrm rot="21164825">
                <a:off x="7153217" y="2662431"/>
                <a:ext cx="1441490" cy="1407832"/>
              </a:xfrm>
              <a:custGeom>
                <a:avLst/>
                <a:gdLst>
                  <a:gd name="connsiteX0" fmla="*/ 0 w 1344524"/>
                  <a:gd name="connsiteY0" fmla="*/ 0 h 1422228"/>
                  <a:gd name="connsiteX1" fmla="*/ 1344524 w 1344524"/>
                  <a:gd name="connsiteY1" fmla="*/ 0 h 1422228"/>
                  <a:gd name="connsiteX2" fmla="*/ 1344524 w 1344524"/>
                  <a:gd name="connsiteY2" fmla="*/ 1422228 h 1422228"/>
                  <a:gd name="connsiteX3" fmla="*/ 0 w 1344524"/>
                  <a:gd name="connsiteY3" fmla="*/ 1422228 h 1422228"/>
                  <a:gd name="connsiteX4" fmla="*/ 0 w 1344524"/>
                  <a:gd name="connsiteY4" fmla="*/ 0 h 1422228"/>
                  <a:gd name="connsiteX0" fmla="*/ 0 w 1441490"/>
                  <a:gd name="connsiteY0" fmla="*/ 0 h 1422228"/>
                  <a:gd name="connsiteX1" fmla="*/ 1344524 w 1441490"/>
                  <a:gd name="connsiteY1" fmla="*/ 0 h 1422228"/>
                  <a:gd name="connsiteX2" fmla="*/ 1441490 w 1441490"/>
                  <a:gd name="connsiteY2" fmla="*/ 1179354 h 1422228"/>
                  <a:gd name="connsiteX3" fmla="*/ 0 w 1441490"/>
                  <a:gd name="connsiteY3" fmla="*/ 1422228 h 1422228"/>
                  <a:gd name="connsiteX4" fmla="*/ 0 w 1441490"/>
                  <a:gd name="connsiteY4" fmla="*/ 0 h 1422228"/>
                  <a:gd name="connsiteX0" fmla="*/ 0 w 1441490"/>
                  <a:gd name="connsiteY0" fmla="*/ 0 h 1422228"/>
                  <a:gd name="connsiteX1" fmla="*/ 1344524 w 1441490"/>
                  <a:gd name="connsiteY1" fmla="*/ 0 h 1422228"/>
                  <a:gd name="connsiteX2" fmla="*/ 1441490 w 1441490"/>
                  <a:gd name="connsiteY2" fmla="*/ 1179354 h 1422228"/>
                  <a:gd name="connsiteX3" fmla="*/ 0 w 1441490"/>
                  <a:gd name="connsiteY3" fmla="*/ 1422228 h 1422228"/>
                  <a:gd name="connsiteX4" fmla="*/ 0 w 1441490"/>
                  <a:gd name="connsiteY4" fmla="*/ 0 h 1422228"/>
                  <a:gd name="connsiteX0" fmla="*/ 0 w 1441490"/>
                  <a:gd name="connsiteY0" fmla="*/ 0 h 1407832"/>
                  <a:gd name="connsiteX1" fmla="*/ 1344524 w 1441490"/>
                  <a:gd name="connsiteY1" fmla="*/ 0 h 1407832"/>
                  <a:gd name="connsiteX2" fmla="*/ 1441490 w 1441490"/>
                  <a:gd name="connsiteY2" fmla="*/ 1179354 h 1407832"/>
                  <a:gd name="connsiteX3" fmla="*/ 4836 w 1441490"/>
                  <a:gd name="connsiteY3" fmla="*/ 1407832 h 1407832"/>
                  <a:gd name="connsiteX4" fmla="*/ 0 w 1441490"/>
                  <a:gd name="connsiteY4" fmla="*/ 0 h 1407832"/>
                  <a:gd name="connsiteX0" fmla="*/ 0 w 1441490"/>
                  <a:gd name="connsiteY0" fmla="*/ 0 h 1407832"/>
                  <a:gd name="connsiteX1" fmla="*/ 1344524 w 1441490"/>
                  <a:gd name="connsiteY1" fmla="*/ 0 h 1407832"/>
                  <a:gd name="connsiteX2" fmla="*/ 1441490 w 1441490"/>
                  <a:gd name="connsiteY2" fmla="*/ 1179354 h 1407832"/>
                  <a:gd name="connsiteX3" fmla="*/ 4836 w 1441490"/>
                  <a:gd name="connsiteY3" fmla="*/ 1407832 h 1407832"/>
                  <a:gd name="connsiteX4" fmla="*/ 0 w 1441490"/>
                  <a:gd name="connsiteY4" fmla="*/ 0 h 1407832"/>
                  <a:gd name="connsiteX0" fmla="*/ 0 w 1441490"/>
                  <a:gd name="connsiteY0" fmla="*/ 0 h 1407832"/>
                  <a:gd name="connsiteX1" fmla="*/ 1344524 w 1441490"/>
                  <a:gd name="connsiteY1" fmla="*/ 0 h 1407832"/>
                  <a:gd name="connsiteX2" fmla="*/ 1441490 w 1441490"/>
                  <a:gd name="connsiteY2" fmla="*/ 1179354 h 1407832"/>
                  <a:gd name="connsiteX3" fmla="*/ 4836 w 1441490"/>
                  <a:gd name="connsiteY3" fmla="*/ 1407832 h 1407832"/>
                  <a:gd name="connsiteX4" fmla="*/ 0 w 1441490"/>
                  <a:gd name="connsiteY4" fmla="*/ 0 h 14078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41490" h="1407832">
                    <a:moveTo>
                      <a:pt x="0" y="0"/>
                    </a:moveTo>
                    <a:lnTo>
                      <a:pt x="1344524" y="0"/>
                    </a:lnTo>
                    <a:cubicBezTo>
                      <a:pt x="1376846" y="393118"/>
                      <a:pt x="1337235" y="903188"/>
                      <a:pt x="1441490" y="1179354"/>
                    </a:cubicBezTo>
                    <a:cubicBezTo>
                      <a:pt x="1081761" y="1443823"/>
                      <a:pt x="556514" y="1380972"/>
                      <a:pt x="4836" y="1407832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 w="31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143435" bIns="143435" rtlCol="0" anchor="b"/>
              <a:lstStyle/>
              <a:p>
                <a:pPr algn="ctr"/>
                <a:r>
                  <a:rPr lang="en-US" sz="1098" dirty="0">
                    <a:solidFill>
                      <a:schemeClr val="tx1"/>
                    </a:solidFill>
                  </a:rPr>
                  <a:t> </a:t>
                </a:r>
                <a:endParaRPr lang="en-US" sz="1694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0" name="Rectangle 11">
              <a:extLst>
                <a:ext uri="{FF2B5EF4-FFF2-40B4-BE49-F238E27FC236}">
                  <a16:creationId xmlns:a16="http://schemas.microsoft.com/office/drawing/2014/main" id="{F7940A86-2D74-4DF6-A95F-B658F6158239}"/>
                </a:ext>
              </a:extLst>
            </p:cNvPr>
            <p:cNvSpPr/>
            <p:nvPr/>
          </p:nvSpPr>
          <p:spPr>
            <a:xfrm rot="21502691">
              <a:off x="743719" y="4358473"/>
              <a:ext cx="2323380" cy="2119602"/>
            </a:xfrm>
            <a:custGeom>
              <a:avLst/>
              <a:gdLst>
                <a:gd name="connsiteX0" fmla="*/ 0 w 1344524"/>
                <a:gd name="connsiteY0" fmla="*/ 0 h 1422228"/>
                <a:gd name="connsiteX1" fmla="*/ 1344524 w 1344524"/>
                <a:gd name="connsiteY1" fmla="*/ 0 h 1422228"/>
                <a:gd name="connsiteX2" fmla="*/ 1344524 w 1344524"/>
                <a:gd name="connsiteY2" fmla="*/ 1422228 h 1422228"/>
                <a:gd name="connsiteX3" fmla="*/ 0 w 1344524"/>
                <a:gd name="connsiteY3" fmla="*/ 1422228 h 1422228"/>
                <a:gd name="connsiteX4" fmla="*/ 0 w 1344524"/>
                <a:gd name="connsiteY4" fmla="*/ 0 h 1422228"/>
                <a:gd name="connsiteX0" fmla="*/ 0 w 1441490"/>
                <a:gd name="connsiteY0" fmla="*/ 0 h 1422228"/>
                <a:gd name="connsiteX1" fmla="*/ 1344524 w 1441490"/>
                <a:gd name="connsiteY1" fmla="*/ 0 h 1422228"/>
                <a:gd name="connsiteX2" fmla="*/ 1441490 w 1441490"/>
                <a:gd name="connsiteY2" fmla="*/ 1179354 h 1422228"/>
                <a:gd name="connsiteX3" fmla="*/ 0 w 1441490"/>
                <a:gd name="connsiteY3" fmla="*/ 1422228 h 1422228"/>
                <a:gd name="connsiteX4" fmla="*/ 0 w 1441490"/>
                <a:gd name="connsiteY4" fmla="*/ 0 h 1422228"/>
                <a:gd name="connsiteX0" fmla="*/ 0 w 1441490"/>
                <a:gd name="connsiteY0" fmla="*/ 0 h 1422228"/>
                <a:gd name="connsiteX1" fmla="*/ 1344524 w 1441490"/>
                <a:gd name="connsiteY1" fmla="*/ 0 h 1422228"/>
                <a:gd name="connsiteX2" fmla="*/ 1441490 w 1441490"/>
                <a:gd name="connsiteY2" fmla="*/ 1179354 h 1422228"/>
                <a:gd name="connsiteX3" fmla="*/ 0 w 1441490"/>
                <a:gd name="connsiteY3" fmla="*/ 1422228 h 1422228"/>
                <a:gd name="connsiteX4" fmla="*/ 0 w 1441490"/>
                <a:gd name="connsiteY4" fmla="*/ 0 h 1422228"/>
                <a:gd name="connsiteX0" fmla="*/ 0 w 1441490"/>
                <a:gd name="connsiteY0" fmla="*/ 0 h 1407832"/>
                <a:gd name="connsiteX1" fmla="*/ 1344524 w 1441490"/>
                <a:gd name="connsiteY1" fmla="*/ 0 h 1407832"/>
                <a:gd name="connsiteX2" fmla="*/ 1441490 w 1441490"/>
                <a:gd name="connsiteY2" fmla="*/ 1179354 h 1407832"/>
                <a:gd name="connsiteX3" fmla="*/ 4836 w 1441490"/>
                <a:gd name="connsiteY3" fmla="*/ 1407832 h 1407832"/>
                <a:gd name="connsiteX4" fmla="*/ 0 w 1441490"/>
                <a:gd name="connsiteY4" fmla="*/ 0 h 1407832"/>
                <a:gd name="connsiteX0" fmla="*/ 0 w 1441490"/>
                <a:gd name="connsiteY0" fmla="*/ 0 h 1407832"/>
                <a:gd name="connsiteX1" fmla="*/ 1344524 w 1441490"/>
                <a:gd name="connsiteY1" fmla="*/ 0 h 1407832"/>
                <a:gd name="connsiteX2" fmla="*/ 1441490 w 1441490"/>
                <a:gd name="connsiteY2" fmla="*/ 1179354 h 1407832"/>
                <a:gd name="connsiteX3" fmla="*/ 4836 w 1441490"/>
                <a:gd name="connsiteY3" fmla="*/ 1407832 h 1407832"/>
                <a:gd name="connsiteX4" fmla="*/ 0 w 1441490"/>
                <a:gd name="connsiteY4" fmla="*/ 0 h 1407832"/>
                <a:gd name="connsiteX0" fmla="*/ 0 w 1441490"/>
                <a:gd name="connsiteY0" fmla="*/ 0 h 1407832"/>
                <a:gd name="connsiteX1" fmla="*/ 1344524 w 1441490"/>
                <a:gd name="connsiteY1" fmla="*/ 0 h 1407832"/>
                <a:gd name="connsiteX2" fmla="*/ 1441490 w 1441490"/>
                <a:gd name="connsiteY2" fmla="*/ 1179354 h 1407832"/>
                <a:gd name="connsiteX3" fmla="*/ 4836 w 1441490"/>
                <a:gd name="connsiteY3" fmla="*/ 1407832 h 1407832"/>
                <a:gd name="connsiteX4" fmla="*/ 0 w 1441490"/>
                <a:gd name="connsiteY4" fmla="*/ 0 h 1407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41490" h="1407832">
                  <a:moveTo>
                    <a:pt x="0" y="0"/>
                  </a:moveTo>
                  <a:lnTo>
                    <a:pt x="1344524" y="0"/>
                  </a:lnTo>
                  <a:cubicBezTo>
                    <a:pt x="1376846" y="393118"/>
                    <a:pt x="1337235" y="903188"/>
                    <a:pt x="1441490" y="1179354"/>
                  </a:cubicBezTo>
                  <a:cubicBezTo>
                    <a:pt x="1081761" y="1443823"/>
                    <a:pt x="556514" y="1380972"/>
                    <a:pt x="4836" y="140783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 w="317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143435" bIns="143435" rtlCol="0" anchor="b"/>
            <a:lstStyle/>
            <a:p>
              <a:pPr algn="ctr"/>
              <a:r>
                <a:rPr lang="en-US" sz="1098" dirty="0">
                  <a:solidFill>
                    <a:schemeClr val="tx1"/>
                  </a:solidFill>
                </a:rPr>
                <a:t> </a:t>
              </a:r>
              <a:endParaRPr lang="en-US" sz="1694" dirty="0">
                <a:solidFill>
                  <a:schemeClr val="tx1"/>
                </a:solidFill>
              </a:endParaRPr>
            </a:p>
          </p:txBody>
        </p:sp>
        <p:sp>
          <p:nvSpPr>
            <p:cNvPr id="53" name="Rectangle 11">
              <a:extLst>
                <a:ext uri="{FF2B5EF4-FFF2-40B4-BE49-F238E27FC236}">
                  <a16:creationId xmlns:a16="http://schemas.microsoft.com/office/drawing/2014/main" id="{D05290B4-2D83-49D1-B468-72F4EEE3EB2A}"/>
                </a:ext>
              </a:extLst>
            </p:cNvPr>
            <p:cNvSpPr/>
            <p:nvPr/>
          </p:nvSpPr>
          <p:spPr>
            <a:xfrm rot="21502691">
              <a:off x="750738" y="4346489"/>
              <a:ext cx="2323380" cy="2119602"/>
            </a:xfrm>
            <a:custGeom>
              <a:avLst/>
              <a:gdLst>
                <a:gd name="connsiteX0" fmla="*/ 0 w 1344524"/>
                <a:gd name="connsiteY0" fmla="*/ 0 h 1422228"/>
                <a:gd name="connsiteX1" fmla="*/ 1344524 w 1344524"/>
                <a:gd name="connsiteY1" fmla="*/ 0 h 1422228"/>
                <a:gd name="connsiteX2" fmla="*/ 1344524 w 1344524"/>
                <a:gd name="connsiteY2" fmla="*/ 1422228 h 1422228"/>
                <a:gd name="connsiteX3" fmla="*/ 0 w 1344524"/>
                <a:gd name="connsiteY3" fmla="*/ 1422228 h 1422228"/>
                <a:gd name="connsiteX4" fmla="*/ 0 w 1344524"/>
                <a:gd name="connsiteY4" fmla="*/ 0 h 1422228"/>
                <a:gd name="connsiteX0" fmla="*/ 0 w 1441490"/>
                <a:gd name="connsiteY0" fmla="*/ 0 h 1422228"/>
                <a:gd name="connsiteX1" fmla="*/ 1344524 w 1441490"/>
                <a:gd name="connsiteY1" fmla="*/ 0 h 1422228"/>
                <a:gd name="connsiteX2" fmla="*/ 1441490 w 1441490"/>
                <a:gd name="connsiteY2" fmla="*/ 1179354 h 1422228"/>
                <a:gd name="connsiteX3" fmla="*/ 0 w 1441490"/>
                <a:gd name="connsiteY3" fmla="*/ 1422228 h 1422228"/>
                <a:gd name="connsiteX4" fmla="*/ 0 w 1441490"/>
                <a:gd name="connsiteY4" fmla="*/ 0 h 1422228"/>
                <a:gd name="connsiteX0" fmla="*/ 0 w 1441490"/>
                <a:gd name="connsiteY0" fmla="*/ 0 h 1422228"/>
                <a:gd name="connsiteX1" fmla="*/ 1344524 w 1441490"/>
                <a:gd name="connsiteY1" fmla="*/ 0 h 1422228"/>
                <a:gd name="connsiteX2" fmla="*/ 1441490 w 1441490"/>
                <a:gd name="connsiteY2" fmla="*/ 1179354 h 1422228"/>
                <a:gd name="connsiteX3" fmla="*/ 0 w 1441490"/>
                <a:gd name="connsiteY3" fmla="*/ 1422228 h 1422228"/>
                <a:gd name="connsiteX4" fmla="*/ 0 w 1441490"/>
                <a:gd name="connsiteY4" fmla="*/ 0 h 1422228"/>
                <a:gd name="connsiteX0" fmla="*/ 0 w 1441490"/>
                <a:gd name="connsiteY0" fmla="*/ 0 h 1407832"/>
                <a:gd name="connsiteX1" fmla="*/ 1344524 w 1441490"/>
                <a:gd name="connsiteY1" fmla="*/ 0 h 1407832"/>
                <a:gd name="connsiteX2" fmla="*/ 1441490 w 1441490"/>
                <a:gd name="connsiteY2" fmla="*/ 1179354 h 1407832"/>
                <a:gd name="connsiteX3" fmla="*/ 4836 w 1441490"/>
                <a:gd name="connsiteY3" fmla="*/ 1407832 h 1407832"/>
                <a:gd name="connsiteX4" fmla="*/ 0 w 1441490"/>
                <a:gd name="connsiteY4" fmla="*/ 0 h 1407832"/>
                <a:gd name="connsiteX0" fmla="*/ 0 w 1441490"/>
                <a:gd name="connsiteY0" fmla="*/ 0 h 1407832"/>
                <a:gd name="connsiteX1" fmla="*/ 1344524 w 1441490"/>
                <a:gd name="connsiteY1" fmla="*/ 0 h 1407832"/>
                <a:gd name="connsiteX2" fmla="*/ 1441490 w 1441490"/>
                <a:gd name="connsiteY2" fmla="*/ 1179354 h 1407832"/>
                <a:gd name="connsiteX3" fmla="*/ 4836 w 1441490"/>
                <a:gd name="connsiteY3" fmla="*/ 1407832 h 1407832"/>
                <a:gd name="connsiteX4" fmla="*/ 0 w 1441490"/>
                <a:gd name="connsiteY4" fmla="*/ 0 h 1407832"/>
                <a:gd name="connsiteX0" fmla="*/ 0 w 1441490"/>
                <a:gd name="connsiteY0" fmla="*/ 0 h 1407832"/>
                <a:gd name="connsiteX1" fmla="*/ 1344524 w 1441490"/>
                <a:gd name="connsiteY1" fmla="*/ 0 h 1407832"/>
                <a:gd name="connsiteX2" fmla="*/ 1441490 w 1441490"/>
                <a:gd name="connsiteY2" fmla="*/ 1179354 h 1407832"/>
                <a:gd name="connsiteX3" fmla="*/ 4836 w 1441490"/>
                <a:gd name="connsiteY3" fmla="*/ 1407832 h 1407832"/>
                <a:gd name="connsiteX4" fmla="*/ 0 w 1441490"/>
                <a:gd name="connsiteY4" fmla="*/ 0 h 1407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41490" h="1407832">
                  <a:moveTo>
                    <a:pt x="0" y="0"/>
                  </a:moveTo>
                  <a:lnTo>
                    <a:pt x="1344524" y="0"/>
                  </a:lnTo>
                  <a:cubicBezTo>
                    <a:pt x="1376846" y="393118"/>
                    <a:pt x="1337235" y="903188"/>
                    <a:pt x="1441490" y="1179354"/>
                  </a:cubicBezTo>
                  <a:cubicBezTo>
                    <a:pt x="1081761" y="1443823"/>
                    <a:pt x="556514" y="1380972"/>
                    <a:pt x="4836" y="140783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 w="317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143435" bIns="143435" rtlCol="0" anchor="b"/>
            <a:lstStyle/>
            <a:p>
              <a:pPr algn="ctr"/>
              <a:r>
                <a:rPr lang="en-US" sz="1098" dirty="0">
                  <a:solidFill>
                    <a:schemeClr val="tx1"/>
                  </a:solidFill>
                </a:rPr>
                <a:t> </a:t>
              </a:r>
              <a:endParaRPr lang="en-US" sz="1694" dirty="0">
                <a:solidFill>
                  <a:schemeClr val="tx1"/>
                </a:solidFill>
              </a:endParaRPr>
            </a:p>
          </p:txBody>
        </p:sp>
        <p:sp>
          <p:nvSpPr>
            <p:cNvPr id="56" name="Rectangle 11">
              <a:extLst>
                <a:ext uri="{FF2B5EF4-FFF2-40B4-BE49-F238E27FC236}">
                  <a16:creationId xmlns:a16="http://schemas.microsoft.com/office/drawing/2014/main" id="{FF64E56B-3352-459F-BAD9-B8096644890E}"/>
                </a:ext>
              </a:extLst>
            </p:cNvPr>
            <p:cNvSpPr/>
            <p:nvPr/>
          </p:nvSpPr>
          <p:spPr>
            <a:xfrm rot="21502691">
              <a:off x="757757" y="4334505"/>
              <a:ext cx="2323380" cy="2119602"/>
            </a:xfrm>
            <a:custGeom>
              <a:avLst/>
              <a:gdLst>
                <a:gd name="connsiteX0" fmla="*/ 0 w 1344524"/>
                <a:gd name="connsiteY0" fmla="*/ 0 h 1422228"/>
                <a:gd name="connsiteX1" fmla="*/ 1344524 w 1344524"/>
                <a:gd name="connsiteY1" fmla="*/ 0 h 1422228"/>
                <a:gd name="connsiteX2" fmla="*/ 1344524 w 1344524"/>
                <a:gd name="connsiteY2" fmla="*/ 1422228 h 1422228"/>
                <a:gd name="connsiteX3" fmla="*/ 0 w 1344524"/>
                <a:gd name="connsiteY3" fmla="*/ 1422228 h 1422228"/>
                <a:gd name="connsiteX4" fmla="*/ 0 w 1344524"/>
                <a:gd name="connsiteY4" fmla="*/ 0 h 1422228"/>
                <a:gd name="connsiteX0" fmla="*/ 0 w 1441490"/>
                <a:gd name="connsiteY0" fmla="*/ 0 h 1422228"/>
                <a:gd name="connsiteX1" fmla="*/ 1344524 w 1441490"/>
                <a:gd name="connsiteY1" fmla="*/ 0 h 1422228"/>
                <a:gd name="connsiteX2" fmla="*/ 1441490 w 1441490"/>
                <a:gd name="connsiteY2" fmla="*/ 1179354 h 1422228"/>
                <a:gd name="connsiteX3" fmla="*/ 0 w 1441490"/>
                <a:gd name="connsiteY3" fmla="*/ 1422228 h 1422228"/>
                <a:gd name="connsiteX4" fmla="*/ 0 w 1441490"/>
                <a:gd name="connsiteY4" fmla="*/ 0 h 1422228"/>
                <a:gd name="connsiteX0" fmla="*/ 0 w 1441490"/>
                <a:gd name="connsiteY0" fmla="*/ 0 h 1422228"/>
                <a:gd name="connsiteX1" fmla="*/ 1344524 w 1441490"/>
                <a:gd name="connsiteY1" fmla="*/ 0 h 1422228"/>
                <a:gd name="connsiteX2" fmla="*/ 1441490 w 1441490"/>
                <a:gd name="connsiteY2" fmla="*/ 1179354 h 1422228"/>
                <a:gd name="connsiteX3" fmla="*/ 0 w 1441490"/>
                <a:gd name="connsiteY3" fmla="*/ 1422228 h 1422228"/>
                <a:gd name="connsiteX4" fmla="*/ 0 w 1441490"/>
                <a:gd name="connsiteY4" fmla="*/ 0 h 1422228"/>
                <a:gd name="connsiteX0" fmla="*/ 0 w 1441490"/>
                <a:gd name="connsiteY0" fmla="*/ 0 h 1407832"/>
                <a:gd name="connsiteX1" fmla="*/ 1344524 w 1441490"/>
                <a:gd name="connsiteY1" fmla="*/ 0 h 1407832"/>
                <a:gd name="connsiteX2" fmla="*/ 1441490 w 1441490"/>
                <a:gd name="connsiteY2" fmla="*/ 1179354 h 1407832"/>
                <a:gd name="connsiteX3" fmla="*/ 4836 w 1441490"/>
                <a:gd name="connsiteY3" fmla="*/ 1407832 h 1407832"/>
                <a:gd name="connsiteX4" fmla="*/ 0 w 1441490"/>
                <a:gd name="connsiteY4" fmla="*/ 0 h 1407832"/>
                <a:gd name="connsiteX0" fmla="*/ 0 w 1441490"/>
                <a:gd name="connsiteY0" fmla="*/ 0 h 1407832"/>
                <a:gd name="connsiteX1" fmla="*/ 1344524 w 1441490"/>
                <a:gd name="connsiteY1" fmla="*/ 0 h 1407832"/>
                <a:gd name="connsiteX2" fmla="*/ 1441490 w 1441490"/>
                <a:gd name="connsiteY2" fmla="*/ 1179354 h 1407832"/>
                <a:gd name="connsiteX3" fmla="*/ 4836 w 1441490"/>
                <a:gd name="connsiteY3" fmla="*/ 1407832 h 1407832"/>
                <a:gd name="connsiteX4" fmla="*/ 0 w 1441490"/>
                <a:gd name="connsiteY4" fmla="*/ 0 h 1407832"/>
                <a:gd name="connsiteX0" fmla="*/ 0 w 1441490"/>
                <a:gd name="connsiteY0" fmla="*/ 0 h 1407832"/>
                <a:gd name="connsiteX1" fmla="*/ 1344524 w 1441490"/>
                <a:gd name="connsiteY1" fmla="*/ 0 h 1407832"/>
                <a:gd name="connsiteX2" fmla="*/ 1441490 w 1441490"/>
                <a:gd name="connsiteY2" fmla="*/ 1179354 h 1407832"/>
                <a:gd name="connsiteX3" fmla="*/ 4836 w 1441490"/>
                <a:gd name="connsiteY3" fmla="*/ 1407832 h 1407832"/>
                <a:gd name="connsiteX4" fmla="*/ 0 w 1441490"/>
                <a:gd name="connsiteY4" fmla="*/ 0 h 1407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41490" h="1407832">
                  <a:moveTo>
                    <a:pt x="0" y="0"/>
                  </a:moveTo>
                  <a:lnTo>
                    <a:pt x="1344524" y="0"/>
                  </a:lnTo>
                  <a:cubicBezTo>
                    <a:pt x="1376846" y="393118"/>
                    <a:pt x="1337235" y="903188"/>
                    <a:pt x="1441490" y="1179354"/>
                  </a:cubicBezTo>
                  <a:cubicBezTo>
                    <a:pt x="1081761" y="1443823"/>
                    <a:pt x="556514" y="1380972"/>
                    <a:pt x="4836" y="140783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 w="317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143435" bIns="143435" rtlCol="0" anchor="b"/>
            <a:lstStyle/>
            <a:p>
              <a:pPr algn="ctr"/>
              <a:r>
                <a:rPr lang="en-US" sz="1098" dirty="0">
                  <a:solidFill>
                    <a:schemeClr val="tx1"/>
                  </a:solidFill>
                </a:rPr>
                <a:t> </a:t>
              </a:r>
              <a:endParaRPr lang="en-US" sz="1694" dirty="0">
                <a:solidFill>
                  <a:schemeClr val="tx1"/>
                </a:solidFill>
              </a:endParaRPr>
            </a:p>
          </p:txBody>
        </p:sp>
        <p:sp>
          <p:nvSpPr>
            <p:cNvPr id="59" name="Rectangle 11">
              <a:extLst>
                <a:ext uri="{FF2B5EF4-FFF2-40B4-BE49-F238E27FC236}">
                  <a16:creationId xmlns:a16="http://schemas.microsoft.com/office/drawing/2014/main" id="{52B76972-EE85-4F92-A674-7E678CCC45B2}"/>
                </a:ext>
              </a:extLst>
            </p:cNvPr>
            <p:cNvSpPr/>
            <p:nvPr/>
          </p:nvSpPr>
          <p:spPr>
            <a:xfrm rot="21502691">
              <a:off x="764776" y="4322521"/>
              <a:ext cx="2323380" cy="2119602"/>
            </a:xfrm>
            <a:custGeom>
              <a:avLst/>
              <a:gdLst>
                <a:gd name="connsiteX0" fmla="*/ 0 w 1344524"/>
                <a:gd name="connsiteY0" fmla="*/ 0 h 1422228"/>
                <a:gd name="connsiteX1" fmla="*/ 1344524 w 1344524"/>
                <a:gd name="connsiteY1" fmla="*/ 0 h 1422228"/>
                <a:gd name="connsiteX2" fmla="*/ 1344524 w 1344524"/>
                <a:gd name="connsiteY2" fmla="*/ 1422228 h 1422228"/>
                <a:gd name="connsiteX3" fmla="*/ 0 w 1344524"/>
                <a:gd name="connsiteY3" fmla="*/ 1422228 h 1422228"/>
                <a:gd name="connsiteX4" fmla="*/ 0 w 1344524"/>
                <a:gd name="connsiteY4" fmla="*/ 0 h 1422228"/>
                <a:gd name="connsiteX0" fmla="*/ 0 w 1441490"/>
                <a:gd name="connsiteY0" fmla="*/ 0 h 1422228"/>
                <a:gd name="connsiteX1" fmla="*/ 1344524 w 1441490"/>
                <a:gd name="connsiteY1" fmla="*/ 0 h 1422228"/>
                <a:gd name="connsiteX2" fmla="*/ 1441490 w 1441490"/>
                <a:gd name="connsiteY2" fmla="*/ 1179354 h 1422228"/>
                <a:gd name="connsiteX3" fmla="*/ 0 w 1441490"/>
                <a:gd name="connsiteY3" fmla="*/ 1422228 h 1422228"/>
                <a:gd name="connsiteX4" fmla="*/ 0 w 1441490"/>
                <a:gd name="connsiteY4" fmla="*/ 0 h 1422228"/>
                <a:gd name="connsiteX0" fmla="*/ 0 w 1441490"/>
                <a:gd name="connsiteY0" fmla="*/ 0 h 1422228"/>
                <a:gd name="connsiteX1" fmla="*/ 1344524 w 1441490"/>
                <a:gd name="connsiteY1" fmla="*/ 0 h 1422228"/>
                <a:gd name="connsiteX2" fmla="*/ 1441490 w 1441490"/>
                <a:gd name="connsiteY2" fmla="*/ 1179354 h 1422228"/>
                <a:gd name="connsiteX3" fmla="*/ 0 w 1441490"/>
                <a:gd name="connsiteY3" fmla="*/ 1422228 h 1422228"/>
                <a:gd name="connsiteX4" fmla="*/ 0 w 1441490"/>
                <a:gd name="connsiteY4" fmla="*/ 0 h 1422228"/>
                <a:gd name="connsiteX0" fmla="*/ 0 w 1441490"/>
                <a:gd name="connsiteY0" fmla="*/ 0 h 1407832"/>
                <a:gd name="connsiteX1" fmla="*/ 1344524 w 1441490"/>
                <a:gd name="connsiteY1" fmla="*/ 0 h 1407832"/>
                <a:gd name="connsiteX2" fmla="*/ 1441490 w 1441490"/>
                <a:gd name="connsiteY2" fmla="*/ 1179354 h 1407832"/>
                <a:gd name="connsiteX3" fmla="*/ 4836 w 1441490"/>
                <a:gd name="connsiteY3" fmla="*/ 1407832 h 1407832"/>
                <a:gd name="connsiteX4" fmla="*/ 0 w 1441490"/>
                <a:gd name="connsiteY4" fmla="*/ 0 h 1407832"/>
                <a:gd name="connsiteX0" fmla="*/ 0 w 1441490"/>
                <a:gd name="connsiteY0" fmla="*/ 0 h 1407832"/>
                <a:gd name="connsiteX1" fmla="*/ 1344524 w 1441490"/>
                <a:gd name="connsiteY1" fmla="*/ 0 h 1407832"/>
                <a:gd name="connsiteX2" fmla="*/ 1441490 w 1441490"/>
                <a:gd name="connsiteY2" fmla="*/ 1179354 h 1407832"/>
                <a:gd name="connsiteX3" fmla="*/ 4836 w 1441490"/>
                <a:gd name="connsiteY3" fmla="*/ 1407832 h 1407832"/>
                <a:gd name="connsiteX4" fmla="*/ 0 w 1441490"/>
                <a:gd name="connsiteY4" fmla="*/ 0 h 1407832"/>
                <a:gd name="connsiteX0" fmla="*/ 0 w 1441490"/>
                <a:gd name="connsiteY0" fmla="*/ 0 h 1407832"/>
                <a:gd name="connsiteX1" fmla="*/ 1344524 w 1441490"/>
                <a:gd name="connsiteY1" fmla="*/ 0 h 1407832"/>
                <a:gd name="connsiteX2" fmla="*/ 1441490 w 1441490"/>
                <a:gd name="connsiteY2" fmla="*/ 1179354 h 1407832"/>
                <a:gd name="connsiteX3" fmla="*/ 4836 w 1441490"/>
                <a:gd name="connsiteY3" fmla="*/ 1407832 h 1407832"/>
                <a:gd name="connsiteX4" fmla="*/ 0 w 1441490"/>
                <a:gd name="connsiteY4" fmla="*/ 0 h 1407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41490" h="1407832">
                  <a:moveTo>
                    <a:pt x="0" y="0"/>
                  </a:moveTo>
                  <a:lnTo>
                    <a:pt x="1344524" y="0"/>
                  </a:lnTo>
                  <a:cubicBezTo>
                    <a:pt x="1376846" y="393118"/>
                    <a:pt x="1337235" y="903188"/>
                    <a:pt x="1441490" y="1179354"/>
                  </a:cubicBezTo>
                  <a:cubicBezTo>
                    <a:pt x="1081761" y="1443823"/>
                    <a:pt x="556514" y="1380972"/>
                    <a:pt x="4836" y="140783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 w="317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143435" bIns="143435" rtlCol="0" anchor="b"/>
            <a:lstStyle/>
            <a:p>
              <a:pPr algn="ctr"/>
              <a:r>
                <a:rPr lang="en-US" sz="1098" dirty="0">
                  <a:solidFill>
                    <a:schemeClr val="tx1"/>
                  </a:solidFill>
                </a:rPr>
                <a:t> </a:t>
              </a:r>
              <a:endParaRPr lang="en-US" sz="1694" dirty="0">
                <a:solidFill>
                  <a:schemeClr val="tx1"/>
                </a:solidFill>
              </a:endParaRPr>
            </a:p>
          </p:txBody>
        </p:sp>
        <p:sp>
          <p:nvSpPr>
            <p:cNvPr id="62" name="Rectangle 11">
              <a:extLst>
                <a:ext uri="{FF2B5EF4-FFF2-40B4-BE49-F238E27FC236}">
                  <a16:creationId xmlns:a16="http://schemas.microsoft.com/office/drawing/2014/main" id="{FCBCB8B0-CECF-40F3-B8BF-5D3C7A52E6B1}"/>
                </a:ext>
              </a:extLst>
            </p:cNvPr>
            <p:cNvSpPr/>
            <p:nvPr/>
          </p:nvSpPr>
          <p:spPr>
            <a:xfrm rot="21502691">
              <a:off x="771795" y="4310537"/>
              <a:ext cx="2323380" cy="2119602"/>
            </a:xfrm>
            <a:custGeom>
              <a:avLst/>
              <a:gdLst>
                <a:gd name="connsiteX0" fmla="*/ 0 w 1344524"/>
                <a:gd name="connsiteY0" fmla="*/ 0 h 1422228"/>
                <a:gd name="connsiteX1" fmla="*/ 1344524 w 1344524"/>
                <a:gd name="connsiteY1" fmla="*/ 0 h 1422228"/>
                <a:gd name="connsiteX2" fmla="*/ 1344524 w 1344524"/>
                <a:gd name="connsiteY2" fmla="*/ 1422228 h 1422228"/>
                <a:gd name="connsiteX3" fmla="*/ 0 w 1344524"/>
                <a:gd name="connsiteY3" fmla="*/ 1422228 h 1422228"/>
                <a:gd name="connsiteX4" fmla="*/ 0 w 1344524"/>
                <a:gd name="connsiteY4" fmla="*/ 0 h 1422228"/>
                <a:gd name="connsiteX0" fmla="*/ 0 w 1441490"/>
                <a:gd name="connsiteY0" fmla="*/ 0 h 1422228"/>
                <a:gd name="connsiteX1" fmla="*/ 1344524 w 1441490"/>
                <a:gd name="connsiteY1" fmla="*/ 0 h 1422228"/>
                <a:gd name="connsiteX2" fmla="*/ 1441490 w 1441490"/>
                <a:gd name="connsiteY2" fmla="*/ 1179354 h 1422228"/>
                <a:gd name="connsiteX3" fmla="*/ 0 w 1441490"/>
                <a:gd name="connsiteY3" fmla="*/ 1422228 h 1422228"/>
                <a:gd name="connsiteX4" fmla="*/ 0 w 1441490"/>
                <a:gd name="connsiteY4" fmla="*/ 0 h 1422228"/>
                <a:gd name="connsiteX0" fmla="*/ 0 w 1441490"/>
                <a:gd name="connsiteY0" fmla="*/ 0 h 1422228"/>
                <a:gd name="connsiteX1" fmla="*/ 1344524 w 1441490"/>
                <a:gd name="connsiteY1" fmla="*/ 0 h 1422228"/>
                <a:gd name="connsiteX2" fmla="*/ 1441490 w 1441490"/>
                <a:gd name="connsiteY2" fmla="*/ 1179354 h 1422228"/>
                <a:gd name="connsiteX3" fmla="*/ 0 w 1441490"/>
                <a:gd name="connsiteY3" fmla="*/ 1422228 h 1422228"/>
                <a:gd name="connsiteX4" fmla="*/ 0 w 1441490"/>
                <a:gd name="connsiteY4" fmla="*/ 0 h 1422228"/>
                <a:gd name="connsiteX0" fmla="*/ 0 w 1441490"/>
                <a:gd name="connsiteY0" fmla="*/ 0 h 1407832"/>
                <a:gd name="connsiteX1" fmla="*/ 1344524 w 1441490"/>
                <a:gd name="connsiteY1" fmla="*/ 0 h 1407832"/>
                <a:gd name="connsiteX2" fmla="*/ 1441490 w 1441490"/>
                <a:gd name="connsiteY2" fmla="*/ 1179354 h 1407832"/>
                <a:gd name="connsiteX3" fmla="*/ 4836 w 1441490"/>
                <a:gd name="connsiteY3" fmla="*/ 1407832 h 1407832"/>
                <a:gd name="connsiteX4" fmla="*/ 0 w 1441490"/>
                <a:gd name="connsiteY4" fmla="*/ 0 h 1407832"/>
                <a:gd name="connsiteX0" fmla="*/ 0 w 1441490"/>
                <a:gd name="connsiteY0" fmla="*/ 0 h 1407832"/>
                <a:gd name="connsiteX1" fmla="*/ 1344524 w 1441490"/>
                <a:gd name="connsiteY1" fmla="*/ 0 h 1407832"/>
                <a:gd name="connsiteX2" fmla="*/ 1441490 w 1441490"/>
                <a:gd name="connsiteY2" fmla="*/ 1179354 h 1407832"/>
                <a:gd name="connsiteX3" fmla="*/ 4836 w 1441490"/>
                <a:gd name="connsiteY3" fmla="*/ 1407832 h 1407832"/>
                <a:gd name="connsiteX4" fmla="*/ 0 w 1441490"/>
                <a:gd name="connsiteY4" fmla="*/ 0 h 1407832"/>
                <a:gd name="connsiteX0" fmla="*/ 0 w 1441490"/>
                <a:gd name="connsiteY0" fmla="*/ 0 h 1407832"/>
                <a:gd name="connsiteX1" fmla="*/ 1344524 w 1441490"/>
                <a:gd name="connsiteY1" fmla="*/ 0 h 1407832"/>
                <a:gd name="connsiteX2" fmla="*/ 1441490 w 1441490"/>
                <a:gd name="connsiteY2" fmla="*/ 1179354 h 1407832"/>
                <a:gd name="connsiteX3" fmla="*/ 4836 w 1441490"/>
                <a:gd name="connsiteY3" fmla="*/ 1407832 h 1407832"/>
                <a:gd name="connsiteX4" fmla="*/ 0 w 1441490"/>
                <a:gd name="connsiteY4" fmla="*/ 0 h 1407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41490" h="1407832">
                  <a:moveTo>
                    <a:pt x="0" y="0"/>
                  </a:moveTo>
                  <a:lnTo>
                    <a:pt x="1344524" y="0"/>
                  </a:lnTo>
                  <a:cubicBezTo>
                    <a:pt x="1376846" y="393118"/>
                    <a:pt x="1337235" y="903188"/>
                    <a:pt x="1441490" y="1179354"/>
                  </a:cubicBezTo>
                  <a:cubicBezTo>
                    <a:pt x="1081761" y="1443823"/>
                    <a:pt x="556514" y="1380972"/>
                    <a:pt x="4836" y="140783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 w="317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143435" bIns="143435" rtlCol="0" anchor="b"/>
            <a:lstStyle/>
            <a:p>
              <a:pPr algn="ctr"/>
              <a:r>
                <a:rPr lang="en-US" sz="1098" dirty="0">
                  <a:solidFill>
                    <a:schemeClr val="tx1"/>
                  </a:solidFill>
                </a:rPr>
                <a:t> </a:t>
              </a:r>
              <a:endParaRPr lang="en-US" sz="1694" dirty="0">
                <a:solidFill>
                  <a:schemeClr val="tx1"/>
                </a:solidFill>
              </a:endParaRPr>
            </a:p>
          </p:txBody>
        </p:sp>
        <p:sp>
          <p:nvSpPr>
            <p:cNvPr id="65" name="Rectangle 11">
              <a:extLst>
                <a:ext uri="{FF2B5EF4-FFF2-40B4-BE49-F238E27FC236}">
                  <a16:creationId xmlns:a16="http://schemas.microsoft.com/office/drawing/2014/main" id="{0BBFBC06-5E7B-4571-BA8E-E6D752024E7B}"/>
                </a:ext>
              </a:extLst>
            </p:cNvPr>
            <p:cNvSpPr/>
            <p:nvPr/>
          </p:nvSpPr>
          <p:spPr>
            <a:xfrm rot="21502691">
              <a:off x="778814" y="4298553"/>
              <a:ext cx="2323380" cy="2119602"/>
            </a:xfrm>
            <a:custGeom>
              <a:avLst/>
              <a:gdLst>
                <a:gd name="connsiteX0" fmla="*/ 0 w 1344524"/>
                <a:gd name="connsiteY0" fmla="*/ 0 h 1422228"/>
                <a:gd name="connsiteX1" fmla="*/ 1344524 w 1344524"/>
                <a:gd name="connsiteY1" fmla="*/ 0 h 1422228"/>
                <a:gd name="connsiteX2" fmla="*/ 1344524 w 1344524"/>
                <a:gd name="connsiteY2" fmla="*/ 1422228 h 1422228"/>
                <a:gd name="connsiteX3" fmla="*/ 0 w 1344524"/>
                <a:gd name="connsiteY3" fmla="*/ 1422228 h 1422228"/>
                <a:gd name="connsiteX4" fmla="*/ 0 w 1344524"/>
                <a:gd name="connsiteY4" fmla="*/ 0 h 1422228"/>
                <a:gd name="connsiteX0" fmla="*/ 0 w 1441490"/>
                <a:gd name="connsiteY0" fmla="*/ 0 h 1422228"/>
                <a:gd name="connsiteX1" fmla="*/ 1344524 w 1441490"/>
                <a:gd name="connsiteY1" fmla="*/ 0 h 1422228"/>
                <a:gd name="connsiteX2" fmla="*/ 1441490 w 1441490"/>
                <a:gd name="connsiteY2" fmla="*/ 1179354 h 1422228"/>
                <a:gd name="connsiteX3" fmla="*/ 0 w 1441490"/>
                <a:gd name="connsiteY3" fmla="*/ 1422228 h 1422228"/>
                <a:gd name="connsiteX4" fmla="*/ 0 w 1441490"/>
                <a:gd name="connsiteY4" fmla="*/ 0 h 1422228"/>
                <a:gd name="connsiteX0" fmla="*/ 0 w 1441490"/>
                <a:gd name="connsiteY0" fmla="*/ 0 h 1422228"/>
                <a:gd name="connsiteX1" fmla="*/ 1344524 w 1441490"/>
                <a:gd name="connsiteY1" fmla="*/ 0 h 1422228"/>
                <a:gd name="connsiteX2" fmla="*/ 1441490 w 1441490"/>
                <a:gd name="connsiteY2" fmla="*/ 1179354 h 1422228"/>
                <a:gd name="connsiteX3" fmla="*/ 0 w 1441490"/>
                <a:gd name="connsiteY3" fmla="*/ 1422228 h 1422228"/>
                <a:gd name="connsiteX4" fmla="*/ 0 w 1441490"/>
                <a:gd name="connsiteY4" fmla="*/ 0 h 1422228"/>
                <a:gd name="connsiteX0" fmla="*/ 0 w 1441490"/>
                <a:gd name="connsiteY0" fmla="*/ 0 h 1407832"/>
                <a:gd name="connsiteX1" fmla="*/ 1344524 w 1441490"/>
                <a:gd name="connsiteY1" fmla="*/ 0 h 1407832"/>
                <a:gd name="connsiteX2" fmla="*/ 1441490 w 1441490"/>
                <a:gd name="connsiteY2" fmla="*/ 1179354 h 1407832"/>
                <a:gd name="connsiteX3" fmla="*/ 4836 w 1441490"/>
                <a:gd name="connsiteY3" fmla="*/ 1407832 h 1407832"/>
                <a:gd name="connsiteX4" fmla="*/ 0 w 1441490"/>
                <a:gd name="connsiteY4" fmla="*/ 0 h 1407832"/>
                <a:gd name="connsiteX0" fmla="*/ 0 w 1441490"/>
                <a:gd name="connsiteY0" fmla="*/ 0 h 1407832"/>
                <a:gd name="connsiteX1" fmla="*/ 1344524 w 1441490"/>
                <a:gd name="connsiteY1" fmla="*/ 0 h 1407832"/>
                <a:gd name="connsiteX2" fmla="*/ 1441490 w 1441490"/>
                <a:gd name="connsiteY2" fmla="*/ 1179354 h 1407832"/>
                <a:gd name="connsiteX3" fmla="*/ 4836 w 1441490"/>
                <a:gd name="connsiteY3" fmla="*/ 1407832 h 1407832"/>
                <a:gd name="connsiteX4" fmla="*/ 0 w 1441490"/>
                <a:gd name="connsiteY4" fmla="*/ 0 h 1407832"/>
                <a:gd name="connsiteX0" fmla="*/ 0 w 1441490"/>
                <a:gd name="connsiteY0" fmla="*/ 0 h 1407832"/>
                <a:gd name="connsiteX1" fmla="*/ 1344524 w 1441490"/>
                <a:gd name="connsiteY1" fmla="*/ 0 h 1407832"/>
                <a:gd name="connsiteX2" fmla="*/ 1441490 w 1441490"/>
                <a:gd name="connsiteY2" fmla="*/ 1179354 h 1407832"/>
                <a:gd name="connsiteX3" fmla="*/ 4836 w 1441490"/>
                <a:gd name="connsiteY3" fmla="*/ 1407832 h 1407832"/>
                <a:gd name="connsiteX4" fmla="*/ 0 w 1441490"/>
                <a:gd name="connsiteY4" fmla="*/ 0 h 1407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41490" h="1407832">
                  <a:moveTo>
                    <a:pt x="0" y="0"/>
                  </a:moveTo>
                  <a:lnTo>
                    <a:pt x="1344524" y="0"/>
                  </a:lnTo>
                  <a:cubicBezTo>
                    <a:pt x="1376846" y="393118"/>
                    <a:pt x="1337235" y="903188"/>
                    <a:pt x="1441490" y="1179354"/>
                  </a:cubicBezTo>
                  <a:cubicBezTo>
                    <a:pt x="1081761" y="1443823"/>
                    <a:pt x="556514" y="1380972"/>
                    <a:pt x="4836" y="140783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 w="317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143435" bIns="143435" rtlCol="0" anchor="b"/>
            <a:lstStyle/>
            <a:p>
              <a:pPr algn="ctr"/>
              <a:r>
                <a:rPr lang="en-US" sz="1098" dirty="0">
                  <a:solidFill>
                    <a:schemeClr val="tx1"/>
                  </a:solidFill>
                </a:rPr>
                <a:t> </a:t>
              </a:r>
              <a:endParaRPr lang="en-US" sz="1694" dirty="0">
                <a:solidFill>
                  <a:schemeClr val="tx1"/>
                </a:solidFill>
              </a:endParaRPr>
            </a:p>
          </p:txBody>
        </p:sp>
        <p:sp>
          <p:nvSpPr>
            <p:cNvPr id="68" name="Rectangle 11">
              <a:extLst>
                <a:ext uri="{FF2B5EF4-FFF2-40B4-BE49-F238E27FC236}">
                  <a16:creationId xmlns:a16="http://schemas.microsoft.com/office/drawing/2014/main" id="{EF8E3A7B-09A6-4440-A069-2C811AB0D2A3}"/>
                </a:ext>
              </a:extLst>
            </p:cNvPr>
            <p:cNvSpPr/>
            <p:nvPr/>
          </p:nvSpPr>
          <p:spPr>
            <a:xfrm rot="21502691">
              <a:off x="785833" y="4286569"/>
              <a:ext cx="2323380" cy="2119602"/>
            </a:xfrm>
            <a:custGeom>
              <a:avLst/>
              <a:gdLst>
                <a:gd name="connsiteX0" fmla="*/ 0 w 1344524"/>
                <a:gd name="connsiteY0" fmla="*/ 0 h 1422228"/>
                <a:gd name="connsiteX1" fmla="*/ 1344524 w 1344524"/>
                <a:gd name="connsiteY1" fmla="*/ 0 h 1422228"/>
                <a:gd name="connsiteX2" fmla="*/ 1344524 w 1344524"/>
                <a:gd name="connsiteY2" fmla="*/ 1422228 h 1422228"/>
                <a:gd name="connsiteX3" fmla="*/ 0 w 1344524"/>
                <a:gd name="connsiteY3" fmla="*/ 1422228 h 1422228"/>
                <a:gd name="connsiteX4" fmla="*/ 0 w 1344524"/>
                <a:gd name="connsiteY4" fmla="*/ 0 h 1422228"/>
                <a:gd name="connsiteX0" fmla="*/ 0 w 1441490"/>
                <a:gd name="connsiteY0" fmla="*/ 0 h 1422228"/>
                <a:gd name="connsiteX1" fmla="*/ 1344524 w 1441490"/>
                <a:gd name="connsiteY1" fmla="*/ 0 h 1422228"/>
                <a:gd name="connsiteX2" fmla="*/ 1441490 w 1441490"/>
                <a:gd name="connsiteY2" fmla="*/ 1179354 h 1422228"/>
                <a:gd name="connsiteX3" fmla="*/ 0 w 1441490"/>
                <a:gd name="connsiteY3" fmla="*/ 1422228 h 1422228"/>
                <a:gd name="connsiteX4" fmla="*/ 0 w 1441490"/>
                <a:gd name="connsiteY4" fmla="*/ 0 h 1422228"/>
                <a:gd name="connsiteX0" fmla="*/ 0 w 1441490"/>
                <a:gd name="connsiteY0" fmla="*/ 0 h 1422228"/>
                <a:gd name="connsiteX1" fmla="*/ 1344524 w 1441490"/>
                <a:gd name="connsiteY1" fmla="*/ 0 h 1422228"/>
                <a:gd name="connsiteX2" fmla="*/ 1441490 w 1441490"/>
                <a:gd name="connsiteY2" fmla="*/ 1179354 h 1422228"/>
                <a:gd name="connsiteX3" fmla="*/ 0 w 1441490"/>
                <a:gd name="connsiteY3" fmla="*/ 1422228 h 1422228"/>
                <a:gd name="connsiteX4" fmla="*/ 0 w 1441490"/>
                <a:gd name="connsiteY4" fmla="*/ 0 h 1422228"/>
                <a:gd name="connsiteX0" fmla="*/ 0 w 1441490"/>
                <a:gd name="connsiteY0" fmla="*/ 0 h 1407832"/>
                <a:gd name="connsiteX1" fmla="*/ 1344524 w 1441490"/>
                <a:gd name="connsiteY1" fmla="*/ 0 h 1407832"/>
                <a:gd name="connsiteX2" fmla="*/ 1441490 w 1441490"/>
                <a:gd name="connsiteY2" fmla="*/ 1179354 h 1407832"/>
                <a:gd name="connsiteX3" fmla="*/ 4836 w 1441490"/>
                <a:gd name="connsiteY3" fmla="*/ 1407832 h 1407832"/>
                <a:gd name="connsiteX4" fmla="*/ 0 w 1441490"/>
                <a:gd name="connsiteY4" fmla="*/ 0 h 1407832"/>
                <a:gd name="connsiteX0" fmla="*/ 0 w 1441490"/>
                <a:gd name="connsiteY0" fmla="*/ 0 h 1407832"/>
                <a:gd name="connsiteX1" fmla="*/ 1344524 w 1441490"/>
                <a:gd name="connsiteY1" fmla="*/ 0 h 1407832"/>
                <a:gd name="connsiteX2" fmla="*/ 1441490 w 1441490"/>
                <a:gd name="connsiteY2" fmla="*/ 1179354 h 1407832"/>
                <a:gd name="connsiteX3" fmla="*/ 4836 w 1441490"/>
                <a:gd name="connsiteY3" fmla="*/ 1407832 h 1407832"/>
                <a:gd name="connsiteX4" fmla="*/ 0 w 1441490"/>
                <a:gd name="connsiteY4" fmla="*/ 0 h 1407832"/>
                <a:gd name="connsiteX0" fmla="*/ 0 w 1441490"/>
                <a:gd name="connsiteY0" fmla="*/ 0 h 1407832"/>
                <a:gd name="connsiteX1" fmla="*/ 1344524 w 1441490"/>
                <a:gd name="connsiteY1" fmla="*/ 0 h 1407832"/>
                <a:gd name="connsiteX2" fmla="*/ 1441490 w 1441490"/>
                <a:gd name="connsiteY2" fmla="*/ 1179354 h 1407832"/>
                <a:gd name="connsiteX3" fmla="*/ 4836 w 1441490"/>
                <a:gd name="connsiteY3" fmla="*/ 1407832 h 1407832"/>
                <a:gd name="connsiteX4" fmla="*/ 0 w 1441490"/>
                <a:gd name="connsiteY4" fmla="*/ 0 h 1407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41490" h="1407832">
                  <a:moveTo>
                    <a:pt x="0" y="0"/>
                  </a:moveTo>
                  <a:lnTo>
                    <a:pt x="1344524" y="0"/>
                  </a:lnTo>
                  <a:cubicBezTo>
                    <a:pt x="1376846" y="393118"/>
                    <a:pt x="1337235" y="903188"/>
                    <a:pt x="1441490" y="1179354"/>
                  </a:cubicBezTo>
                  <a:cubicBezTo>
                    <a:pt x="1081761" y="1443823"/>
                    <a:pt x="556514" y="1380972"/>
                    <a:pt x="4836" y="140783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 w="317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143435" bIns="143435" rtlCol="0" anchor="b"/>
            <a:lstStyle/>
            <a:p>
              <a:pPr algn="ctr"/>
              <a:r>
                <a:rPr lang="en-US" sz="1098" dirty="0">
                  <a:solidFill>
                    <a:schemeClr val="tx1"/>
                  </a:solidFill>
                </a:rPr>
                <a:t> </a:t>
              </a:r>
              <a:endParaRPr lang="en-US" sz="1694" dirty="0">
                <a:solidFill>
                  <a:schemeClr val="tx1"/>
                </a:solidFill>
              </a:endParaRPr>
            </a:p>
          </p:txBody>
        </p:sp>
        <p:sp>
          <p:nvSpPr>
            <p:cNvPr id="71" name="Rectangle 11">
              <a:extLst>
                <a:ext uri="{FF2B5EF4-FFF2-40B4-BE49-F238E27FC236}">
                  <a16:creationId xmlns:a16="http://schemas.microsoft.com/office/drawing/2014/main" id="{6299F9D4-E456-42A0-AEE2-2233E2906813}"/>
                </a:ext>
              </a:extLst>
            </p:cNvPr>
            <p:cNvSpPr/>
            <p:nvPr/>
          </p:nvSpPr>
          <p:spPr>
            <a:xfrm rot="21502691">
              <a:off x="792852" y="4274585"/>
              <a:ext cx="2323380" cy="2119602"/>
            </a:xfrm>
            <a:custGeom>
              <a:avLst/>
              <a:gdLst>
                <a:gd name="connsiteX0" fmla="*/ 0 w 1344524"/>
                <a:gd name="connsiteY0" fmla="*/ 0 h 1422228"/>
                <a:gd name="connsiteX1" fmla="*/ 1344524 w 1344524"/>
                <a:gd name="connsiteY1" fmla="*/ 0 h 1422228"/>
                <a:gd name="connsiteX2" fmla="*/ 1344524 w 1344524"/>
                <a:gd name="connsiteY2" fmla="*/ 1422228 h 1422228"/>
                <a:gd name="connsiteX3" fmla="*/ 0 w 1344524"/>
                <a:gd name="connsiteY3" fmla="*/ 1422228 h 1422228"/>
                <a:gd name="connsiteX4" fmla="*/ 0 w 1344524"/>
                <a:gd name="connsiteY4" fmla="*/ 0 h 1422228"/>
                <a:gd name="connsiteX0" fmla="*/ 0 w 1441490"/>
                <a:gd name="connsiteY0" fmla="*/ 0 h 1422228"/>
                <a:gd name="connsiteX1" fmla="*/ 1344524 w 1441490"/>
                <a:gd name="connsiteY1" fmla="*/ 0 h 1422228"/>
                <a:gd name="connsiteX2" fmla="*/ 1441490 w 1441490"/>
                <a:gd name="connsiteY2" fmla="*/ 1179354 h 1422228"/>
                <a:gd name="connsiteX3" fmla="*/ 0 w 1441490"/>
                <a:gd name="connsiteY3" fmla="*/ 1422228 h 1422228"/>
                <a:gd name="connsiteX4" fmla="*/ 0 w 1441490"/>
                <a:gd name="connsiteY4" fmla="*/ 0 h 1422228"/>
                <a:gd name="connsiteX0" fmla="*/ 0 w 1441490"/>
                <a:gd name="connsiteY0" fmla="*/ 0 h 1422228"/>
                <a:gd name="connsiteX1" fmla="*/ 1344524 w 1441490"/>
                <a:gd name="connsiteY1" fmla="*/ 0 h 1422228"/>
                <a:gd name="connsiteX2" fmla="*/ 1441490 w 1441490"/>
                <a:gd name="connsiteY2" fmla="*/ 1179354 h 1422228"/>
                <a:gd name="connsiteX3" fmla="*/ 0 w 1441490"/>
                <a:gd name="connsiteY3" fmla="*/ 1422228 h 1422228"/>
                <a:gd name="connsiteX4" fmla="*/ 0 w 1441490"/>
                <a:gd name="connsiteY4" fmla="*/ 0 h 1422228"/>
                <a:gd name="connsiteX0" fmla="*/ 0 w 1441490"/>
                <a:gd name="connsiteY0" fmla="*/ 0 h 1407832"/>
                <a:gd name="connsiteX1" fmla="*/ 1344524 w 1441490"/>
                <a:gd name="connsiteY1" fmla="*/ 0 h 1407832"/>
                <a:gd name="connsiteX2" fmla="*/ 1441490 w 1441490"/>
                <a:gd name="connsiteY2" fmla="*/ 1179354 h 1407832"/>
                <a:gd name="connsiteX3" fmla="*/ 4836 w 1441490"/>
                <a:gd name="connsiteY3" fmla="*/ 1407832 h 1407832"/>
                <a:gd name="connsiteX4" fmla="*/ 0 w 1441490"/>
                <a:gd name="connsiteY4" fmla="*/ 0 h 1407832"/>
                <a:gd name="connsiteX0" fmla="*/ 0 w 1441490"/>
                <a:gd name="connsiteY0" fmla="*/ 0 h 1407832"/>
                <a:gd name="connsiteX1" fmla="*/ 1344524 w 1441490"/>
                <a:gd name="connsiteY1" fmla="*/ 0 h 1407832"/>
                <a:gd name="connsiteX2" fmla="*/ 1441490 w 1441490"/>
                <a:gd name="connsiteY2" fmla="*/ 1179354 h 1407832"/>
                <a:gd name="connsiteX3" fmla="*/ 4836 w 1441490"/>
                <a:gd name="connsiteY3" fmla="*/ 1407832 h 1407832"/>
                <a:gd name="connsiteX4" fmla="*/ 0 w 1441490"/>
                <a:gd name="connsiteY4" fmla="*/ 0 h 1407832"/>
                <a:gd name="connsiteX0" fmla="*/ 0 w 1441490"/>
                <a:gd name="connsiteY0" fmla="*/ 0 h 1407832"/>
                <a:gd name="connsiteX1" fmla="*/ 1344524 w 1441490"/>
                <a:gd name="connsiteY1" fmla="*/ 0 h 1407832"/>
                <a:gd name="connsiteX2" fmla="*/ 1441490 w 1441490"/>
                <a:gd name="connsiteY2" fmla="*/ 1179354 h 1407832"/>
                <a:gd name="connsiteX3" fmla="*/ 4836 w 1441490"/>
                <a:gd name="connsiteY3" fmla="*/ 1407832 h 1407832"/>
                <a:gd name="connsiteX4" fmla="*/ 0 w 1441490"/>
                <a:gd name="connsiteY4" fmla="*/ 0 h 1407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41490" h="1407832">
                  <a:moveTo>
                    <a:pt x="0" y="0"/>
                  </a:moveTo>
                  <a:lnTo>
                    <a:pt x="1344524" y="0"/>
                  </a:lnTo>
                  <a:cubicBezTo>
                    <a:pt x="1376846" y="393118"/>
                    <a:pt x="1337235" y="903188"/>
                    <a:pt x="1441490" y="1179354"/>
                  </a:cubicBezTo>
                  <a:cubicBezTo>
                    <a:pt x="1081761" y="1443823"/>
                    <a:pt x="556514" y="1380972"/>
                    <a:pt x="4836" y="140783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 w="317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143435" bIns="143435" rtlCol="0" anchor="b"/>
            <a:lstStyle/>
            <a:p>
              <a:pPr algn="ctr"/>
              <a:r>
                <a:rPr lang="en-US" sz="1098" dirty="0">
                  <a:solidFill>
                    <a:schemeClr val="tx1"/>
                  </a:solidFill>
                </a:rPr>
                <a:t> </a:t>
              </a:r>
              <a:endParaRPr lang="en-US" sz="1694" dirty="0">
                <a:solidFill>
                  <a:schemeClr val="tx1"/>
                </a:solidFill>
              </a:endParaRPr>
            </a:p>
          </p:txBody>
        </p:sp>
        <p:sp>
          <p:nvSpPr>
            <p:cNvPr id="74" name="Rectangle 11">
              <a:extLst>
                <a:ext uri="{FF2B5EF4-FFF2-40B4-BE49-F238E27FC236}">
                  <a16:creationId xmlns:a16="http://schemas.microsoft.com/office/drawing/2014/main" id="{6E8233C9-A95B-42EA-8461-A6F1A35D049F}"/>
                </a:ext>
              </a:extLst>
            </p:cNvPr>
            <p:cNvSpPr/>
            <p:nvPr/>
          </p:nvSpPr>
          <p:spPr>
            <a:xfrm rot="21502691">
              <a:off x="799871" y="4262601"/>
              <a:ext cx="2323380" cy="2119602"/>
            </a:xfrm>
            <a:custGeom>
              <a:avLst/>
              <a:gdLst>
                <a:gd name="connsiteX0" fmla="*/ 0 w 1344524"/>
                <a:gd name="connsiteY0" fmla="*/ 0 h 1422228"/>
                <a:gd name="connsiteX1" fmla="*/ 1344524 w 1344524"/>
                <a:gd name="connsiteY1" fmla="*/ 0 h 1422228"/>
                <a:gd name="connsiteX2" fmla="*/ 1344524 w 1344524"/>
                <a:gd name="connsiteY2" fmla="*/ 1422228 h 1422228"/>
                <a:gd name="connsiteX3" fmla="*/ 0 w 1344524"/>
                <a:gd name="connsiteY3" fmla="*/ 1422228 h 1422228"/>
                <a:gd name="connsiteX4" fmla="*/ 0 w 1344524"/>
                <a:gd name="connsiteY4" fmla="*/ 0 h 1422228"/>
                <a:gd name="connsiteX0" fmla="*/ 0 w 1441490"/>
                <a:gd name="connsiteY0" fmla="*/ 0 h 1422228"/>
                <a:gd name="connsiteX1" fmla="*/ 1344524 w 1441490"/>
                <a:gd name="connsiteY1" fmla="*/ 0 h 1422228"/>
                <a:gd name="connsiteX2" fmla="*/ 1441490 w 1441490"/>
                <a:gd name="connsiteY2" fmla="*/ 1179354 h 1422228"/>
                <a:gd name="connsiteX3" fmla="*/ 0 w 1441490"/>
                <a:gd name="connsiteY3" fmla="*/ 1422228 h 1422228"/>
                <a:gd name="connsiteX4" fmla="*/ 0 w 1441490"/>
                <a:gd name="connsiteY4" fmla="*/ 0 h 1422228"/>
                <a:gd name="connsiteX0" fmla="*/ 0 w 1441490"/>
                <a:gd name="connsiteY0" fmla="*/ 0 h 1422228"/>
                <a:gd name="connsiteX1" fmla="*/ 1344524 w 1441490"/>
                <a:gd name="connsiteY1" fmla="*/ 0 h 1422228"/>
                <a:gd name="connsiteX2" fmla="*/ 1441490 w 1441490"/>
                <a:gd name="connsiteY2" fmla="*/ 1179354 h 1422228"/>
                <a:gd name="connsiteX3" fmla="*/ 0 w 1441490"/>
                <a:gd name="connsiteY3" fmla="*/ 1422228 h 1422228"/>
                <a:gd name="connsiteX4" fmla="*/ 0 w 1441490"/>
                <a:gd name="connsiteY4" fmla="*/ 0 h 1422228"/>
                <a:gd name="connsiteX0" fmla="*/ 0 w 1441490"/>
                <a:gd name="connsiteY0" fmla="*/ 0 h 1407832"/>
                <a:gd name="connsiteX1" fmla="*/ 1344524 w 1441490"/>
                <a:gd name="connsiteY1" fmla="*/ 0 h 1407832"/>
                <a:gd name="connsiteX2" fmla="*/ 1441490 w 1441490"/>
                <a:gd name="connsiteY2" fmla="*/ 1179354 h 1407832"/>
                <a:gd name="connsiteX3" fmla="*/ 4836 w 1441490"/>
                <a:gd name="connsiteY3" fmla="*/ 1407832 h 1407832"/>
                <a:gd name="connsiteX4" fmla="*/ 0 w 1441490"/>
                <a:gd name="connsiteY4" fmla="*/ 0 h 1407832"/>
                <a:gd name="connsiteX0" fmla="*/ 0 w 1441490"/>
                <a:gd name="connsiteY0" fmla="*/ 0 h 1407832"/>
                <a:gd name="connsiteX1" fmla="*/ 1344524 w 1441490"/>
                <a:gd name="connsiteY1" fmla="*/ 0 h 1407832"/>
                <a:gd name="connsiteX2" fmla="*/ 1441490 w 1441490"/>
                <a:gd name="connsiteY2" fmla="*/ 1179354 h 1407832"/>
                <a:gd name="connsiteX3" fmla="*/ 4836 w 1441490"/>
                <a:gd name="connsiteY3" fmla="*/ 1407832 h 1407832"/>
                <a:gd name="connsiteX4" fmla="*/ 0 w 1441490"/>
                <a:gd name="connsiteY4" fmla="*/ 0 h 1407832"/>
                <a:gd name="connsiteX0" fmla="*/ 0 w 1441490"/>
                <a:gd name="connsiteY0" fmla="*/ 0 h 1407832"/>
                <a:gd name="connsiteX1" fmla="*/ 1344524 w 1441490"/>
                <a:gd name="connsiteY1" fmla="*/ 0 h 1407832"/>
                <a:gd name="connsiteX2" fmla="*/ 1441490 w 1441490"/>
                <a:gd name="connsiteY2" fmla="*/ 1179354 h 1407832"/>
                <a:gd name="connsiteX3" fmla="*/ 4836 w 1441490"/>
                <a:gd name="connsiteY3" fmla="*/ 1407832 h 1407832"/>
                <a:gd name="connsiteX4" fmla="*/ 0 w 1441490"/>
                <a:gd name="connsiteY4" fmla="*/ 0 h 1407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41490" h="1407832">
                  <a:moveTo>
                    <a:pt x="0" y="0"/>
                  </a:moveTo>
                  <a:lnTo>
                    <a:pt x="1344524" y="0"/>
                  </a:lnTo>
                  <a:cubicBezTo>
                    <a:pt x="1376846" y="393118"/>
                    <a:pt x="1337235" y="903188"/>
                    <a:pt x="1441490" y="1179354"/>
                  </a:cubicBezTo>
                  <a:cubicBezTo>
                    <a:pt x="1081761" y="1443823"/>
                    <a:pt x="556514" y="1380972"/>
                    <a:pt x="4836" y="140783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 w="317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143435" bIns="143435" rtlCol="0" anchor="b"/>
            <a:lstStyle/>
            <a:p>
              <a:pPr algn="ctr"/>
              <a:r>
                <a:rPr lang="en-US" sz="1098" dirty="0">
                  <a:solidFill>
                    <a:schemeClr val="tx1"/>
                  </a:solidFill>
                </a:rPr>
                <a:t> </a:t>
              </a:r>
              <a:endParaRPr lang="en-US" sz="1694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49C03E8A-DBF7-4DB8-BC68-2EB3C38F1839}"/>
              </a:ext>
            </a:extLst>
          </p:cNvPr>
          <p:cNvGrpSpPr/>
          <p:nvPr/>
        </p:nvGrpSpPr>
        <p:grpSpPr>
          <a:xfrm>
            <a:off x="420564" y="1619715"/>
            <a:ext cx="1787588" cy="1629792"/>
            <a:chOff x="736395" y="4262601"/>
            <a:chExt cx="2449930" cy="2233667"/>
          </a:xfrm>
        </p:grpSpPr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D24324D4-76F7-41C1-9809-3A3DE9E52DB3}"/>
                </a:ext>
              </a:extLst>
            </p:cNvPr>
            <p:cNvGrpSpPr/>
            <p:nvPr/>
          </p:nvGrpSpPr>
          <p:grpSpPr>
            <a:xfrm rot="337866">
              <a:off x="736395" y="4376666"/>
              <a:ext cx="2449930" cy="2119602"/>
              <a:chOff x="7153217" y="2662431"/>
              <a:chExt cx="1520005" cy="1407832"/>
            </a:xfrm>
            <a:solidFill>
              <a:schemeClr val="accent5">
                <a:lumMod val="60000"/>
                <a:lumOff val="40000"/>
              </a:schemeClr>
            </a:solidFill>
            <a:effectLst/>
          </p:grpSpPr>
          <p:sp>
            <p:nvSpPr>
              <p:cNvPr id="86" name="Rectangle 10">
                <a:extLst>
                  <a:ext uri="{FF2B5EF4-FFF2-40B4-BE49-F238E27FC236}">
                    <a16:creationId xmlns:a16="http://schemas.microsoft.com/office/drawing/2014/main" id="{7DFED10F-7A89-468D-84E7-87C0801C11D6}"/>
                  </a:ext>
                </a:extLst>
              </p:cNvPr>
              <p:cNvSpPr/>
              <p:nvPr/>
            </p:nvSpPr>
            <p:spPr>
              <a:xfrm rot="20467554">
                <a:off x="7626053" y="3827866"/>
                <a:ext cx="1047169" cy="202430"/>
              </a:xfrm>
              <a:custGeom>
                <a:avLst/>
                <a:gdLst>
                  <a:gd name="connsiteX0" fmla="*/ 0 w 997799"/>
                  <a:gd name="connsiteY0" fmla="*/ 0 h 190624"/>
                  <a:gd name="connsiteX1" fmla="*/ 997799 w 997799"/>
                  <a:gd name="connsiteY1" fmla="*/ 0 h 190624"/>
                  <a:gd name="connsiteX2" fmla="*/ 997799 w 997799"/>
                  <a:gd name="connsiteY2" fmla="*/ 190624 h 190624"/>
                  <a:gd name="connsiteX3" fmla="*/ 0 w 997799"/>
                  <a:gd name="connsiteY3" fmla="*/ 190624 h 190624"/>
                  <a:gd name="connsiteX4" fmla="*/ 0 w 997799"/>
                  <a:gd name="connsiteY4" fmla="*/ 0 h 190624"/>
                  <a:gd name="connsiteX0" fmla="*/ 0 w 997799"/>
                  <a:gd name="connsiteY0" fmla="*/ 0 h 190624"/>
                  <a:gd name="connsiteX1" fmla="*/ 997799 w 997799"/>
                  <a:gd name="connsiteY1" fmla="*/ 0 h 190624"/>
                  <a:gd name="connsiteX2" fmla="*/ 997799 w 997799"/>
                  <a:gd name="connsiteY2" fmla="*/ 190624 h 190624"/>
                  <a:gd name="connsiteX3" fmla="*/ 0 w 997799"/>
                  <a:gd name="connsiteY3" fmla="*/ 0 h 190624"/>
                  <a:gd name="connsiteX0" fmla="*/ 0 w 1006687"/>
                  <a:gd name="connsiteY0" fmla="*/ 53621 h 190624"/>
                  <a:gd name="connsiteX1" fmla="*/ 1006687 w 1006687"/>
                  <a:gd name="connsiteY1" fmla="*/ 0 h 190624"/>
                  <a:gd name="connsiteX2" fmla="*/ 1006687 w 1006687"/>
                  <a:gd name="connsiteY2" fmla="*/ 190624 h 190624"/>
                  <a:gd name="connsiteX3" fmla="*/ 0 w 1006687"/>
                  <a:gd name="connsiteY3" fmla="*/ 53621 h 190624"/>
                  <a:gd name="connsiteX0" fmla="*/ 0 w 1069156"/>
                  <a:gd name="connsiteY0" fmla="*/ 53621 h 195629"/>
                  <a:gd name="connsiteX1" fmla="*/ 1006687 w 1069156"/>
                  <a:gd name="connsiteY1" fmla="*/ 0 h 195629"/>
                  <a:gd name="connsiteX2" fmla="*/ 1069156 w 1069156"/>
                  <a:gd name="connsiteY2" fmla="*/ 195629 h 195629"/>
                  <a:gd name="connsiteX3" fmla="*/ 0 w 1069156"/>
                  <a:gd name="connsiteY3" fmla="*/ 53621 h 195629"/>
                  <a:gd name="connsiteX0" fmla="*/ 0 w 1069156"/>
                  <a:gd name="connsiteY0" fmla="*/ 53621 h 195629"/>
                  <a:gd name="connsiteX1" fmla="*/ 1006687 w 1069156"/>
                  <a:gd name="connsiteY1" fmla="*/ 0 h 195629"/>
                  <a:gd name="connsiteX2" fmla="*/ 1069156 w 1069156"/>
                  <a:gd name="connsiteY2" fmla="*/ 195629 h 195629"/>
                  <a:gd name="connsiteX3" fmla="*/ 0 w 1069156"/>
                  <a:gd name="connsiteY3" fmla="*/ 53621 h 195629"/>
                  <a:gd name="connsiteX0" fmla="*/ 0 w 1069156"/>
                  <a:gd name="connsiteY0" fmla="*/ 53621 h 195629"/>
                  <a:gd name="connsiteX1" fmla="*/ 1006687 w 1069156"/>
                  <a:gd name="connsiteY1" fmla="*/ 0 h 195629"/>
                  <a:gd name="connsiteX2" fmla="*/ 1069156 w 1069156"/>
                  <a:gd name="connsiteY2" fmla="*/ 195629 h 195629"/>
                  <a:gd name="connsiteX3" fmla="*/ 0 w 1069156"/>
                  <a:gd name="connsiteY3" fmla="*/ 53621 h 195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69156" h="195629">
                    <a:moveTo>
                      <a:pt x="0" y="53621"/>
                    </a:moveTo>
                    <a:lnTo>
                      <a:pt x="1006687" y="0"/>
                    </a:lnTo>
                    <a:lnTo>
                      <a:pt x="1069156" y="195629"/>
                    </a:lnTo>
                    <a:cubicBezTo>
                      <a:pt x="696047" y="194596"/>
                      <a:pt x="375028" y="173914"/>
                      <a:pt x="0" y="53621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143435" rtlCol="0" anchor="b"/>
              <a:lstStyle/>
              <a:p>
                <a:pPr algn="ctr"/>
                <a:endParaRPr lang="en-US" sz="2823">
                  <a:latin typeface="Segoe Script" panose="030B0504020000000003" pitchFamily="66" charset="0"/>
                </a:endParaRPr>
              </a:p>
            </p:txBody>
          </p:sp>
          <p:sp>
            <p:nvSpPr>
              <p:cNvPr id="87" name="Rectangle 11">
                <a:extLst>
                  <a:ext uri="{FF2B5EF4-FFF2-40B4-BE49-F238E27FC236}">
                    <a16:creationId xmlns:a16="http://schemas.microsoft.com/office/drawing/2014/main" id="{52BEDDC8-C081-4A9A-AB22-793C95B711A6}"/>
                  </a:ext>
                </a:extLst>
              </p:cNvPr>
              <p:cNvSpPr/>
              <p:nvPr/>
            </p:nvSpPr>
            <p:spPr>
              <a:xfrm rot="21164825">
                <a:off x="7153217" y="2662431"/>
                <a:ext cx="1441490" cy="1407832"/>
              </a:xfrm>
              <a:custGeom>
                <a:avLst/>
                <a:gdLst>
                  <a:gd name="connsiteX0" fmla="*/ 0 w 1344524"/>
                  <a:gd name="connsiteY0" fmla="*/ 0 h 1422228"/>
                  <a:gd name="connsiteX1" fmla="*/ 1344524 w 1344524"/>
                  <a:gd name="connsiteY1" fmla="*/ 0 h 1422228"/>
                  <a:gd name="connsiteX2" fmla="*/ 1344524 w 1344524"/>
                  <a:gd name="connsiteY2" fmla="*/ 1422228 h 1422228"/>
                  <a:gd name="connsiteX3" fmla="*/ 0 w 1344524"/>
                  <a:gd name="connsiteY3" fmla="*/ 1422228 h 1422228"/>
                  <a:gd name="connsiteX4" fmla="*/ 0 w 1344524"/>
                  <a:gd name="connsiteY4" fmla="*/ 0 h 1422228"/>
                  <a:gd name="connsiteX0" fmla="*/ 0 w 1441490"/>
                  <a:gd name="connsiteY0" fmla="*/ 0 h 1422228"/>
                  <a:gd name="connsiteX1" fmla="*/ 1344524 w 1441490"/>
                  <a:gd name="connsiteY1" fmla="*/ 0 h 1422228"/>
                  <a:gd name="connsiteX2" fmla="*/ 1441490 w 1441490"/>
                  <a:gd name="connsiteY2" fmla="*/ 1179354 h 1422228"/>
                  <a:gd name="connsiteX3" fmla="*/ 0 w 1441490"/>
                  <a:gd name="connsiteY3" fmla="*/ 1422228 h 1422228"/>
                  <a:gd name="connsiteX4" fmla="*/ 0 w 1441490"/>
                  <a:gd name="connsiteY4" fmla="*/ 0 h 1422228"/>
                  <a:gd name="connsiteX0" fmla="*/ 0 w 1441490"/>
                  <a:gd name="connsiteY0" fmla="*/ 0 h 1422228"/>
                  <a:gd name="connsiteX1" fmla="*/ 1344524 w 1441490"/>
                  <a:gd name="connsiteY1" fmla="*/ 0 h 1422228"/>
                  <a:gd name="connsiteX2" fmla="*/ 1441490 w 1441490"/>
                  <a:gd name="connsiteY2" fmla="*/ 1179354 h 1422228"/>
                  <a:gd name="connsiteX3" fmla="*/ 0 w 1441490"/>
                  <a:gd name="connsiteY3" fmla="*/ 1422228 h 1422228"/>
                  <a:gd name="connsiteX4" fmla="*/ 0 w 1441490"/>
                  <a:gd name="connsiteY4" fmla="*/ 0 h 1422228"/>
                  <a:gd name="connsiteX0" fmla="*/ 0 w 1441490"/>
                  <a:gd name="connsiteY0" fmla="*/ 0 h 1407832"/>
                  <a:gd name="connsiteX1" fmla="*/ 1344524 w 1441490"/>
                  <a:gd name="connsiteY1" fmla="*/ 0 h 1407832"/>
                  <a:gd name="connsiteX2" fmla="*/ 1441490 w 1441490"/>
                  <a:gd name="connsiteY2" fmla="*/ 1179354 h 1407832"/>
                  <a:gd name="connsiteX3" fmla="*/ 4836 w 1441490"/>
                  <a:gd name="connsiteY3" fmla="*/ 1407832 h 1407832"/>
                  <a:gd name="connsiteX4" fmla="*/ 0 w 1441490"/>
                  <a:gd name="connsiteY4" fmla="*/ 0 h 1407832"/>
                  <a:gd name="connsiteX0" fmla="*/ 0 w 1441490"/>
                  <a:gd name="connsiteY0" fmla="*/ 0 h 1407832"/>
                  <a:gd name="connsiteX1" fmla="*/ 1344524 w 1441490"/>
                  <a:gd name="connsiteY1" fmla="*/ 0 h 1407832"/>
                  <a:gd name="connsiteX2" fmla="*/ 1441490 w 1441490"/>
                  <a:gd name="connsiteY2" fmla="*/ 1179354 h 1407832"/>
                  <a:gd name="connsiteX3" fmla="*/ 4836 w 1441490"/>
                  <a:gd name="connsiteY3" fmla="*/ 1407832 h 1407832"/>
                  <a:gd name="connsiteX4" fmla="*/ 0 w 1441490"/>
                  <a:gd name="connsiteY4" fmla="*/ 0 h 1407832"/>
                  <a:gd name="connsiteX0" fmla="*/ 0 w 1441490"/>
                  <a:gd name="connsiteY0" fmla="*/ 0 h 1407832"/>
                  <a:gd name="connsiteX1" fmla="*/ 1344524 w 1441490"/>
                  <a:gd name="connsiteY1" fmla="*/ 0 h 1407832"/>
                  <a:gd name="connsiteX2" fmla="*/ 1441490 w 1441490"/>
                  <a:gd name="connsiteY2" fmla="*/ 1179354 h 1407832"/>
                  <a:gd name="connsiteX3" fmla="*/ 4836 w 1441490"/>
                  <a:gd name="connsiteY3" fmla="*/ 1407832 h 1407832"/>
                  <a:gd name="connsiteX4" fmla="*/ 0 w 1441490"/>
                  <a:gd name="connsiteY4" fmla="*/ 0 h 14078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41490" h="1407832">
                    <a:moveTo>
                      <a:pt x="0" y="0"/>
                    </a:moveTo>
                    <a:lnTo>
                      <a:pt x="1344524" y="0"/>
                    </a:lnTo>
                    <a:cubicBezTo>
                      <a:pt x="1376846" y="393118"/>
                      <a:pt x="1337235" y="903188"/>
                      <a:pt x="1441490" y="1179354"/>
                    </a:cubicBezTo>
                    <a:cubicBezTo>
                      <a:pt x="1081761" y="1443823"/>
                      <a:pt x="556514" y="1380972"/>
                      <a:pt x="4836" y="1407832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143435" bIns="143435" rtlCol="0" anchor="b"/>
              <a:lstStyle/>
              <a:p>
                <a:pPr algn="ctr"/>
                <a:r>
                  <a:rPr lang="en-US" sz="1098" dirty="0">
                    <a:solidFill>
                      <a:schemeClr val="tx1"/>
                    </a:solidFill>
                  </a:rPr>
                  <a:t> </a:t>
                </a:r>
                <a:endParaRPr lang="en-US" sz="1694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77" name="Rectangle 11">
              <a:extLst>
                <a:ext uri="{FF2B5EF4-FFF2-40B4-BE49-F238E27FC236}">
                  <a16:creationId xmlns:a16="http://schemas.microsoft.com/office/drawing/2014/main" id="{F01DAD63-6887-40D0-A10F-595ECC52CCD2}"/>
                </a:ext>
              </a:extLst>
            </p:cNvPr>
            <p:cNvSpPr/>
            <p:nvPr/>
          </p:nvSpPr>
          <p:spPr>
            <a:xfrm rot="21502691">
              <a:off x="743719" y="4358473"/>
              <a:ext cx="2323380" cy="2119602"/>
            </a:xfrm>
            <a:custGeom>
              <a:avLst/>
              <a:gdLst>
                <a:gd name="connsiteX0" fmla="*/ 0 w 1344524"/>
                <a:gd name="connsiteY0" fmla="*/ 0 h 1422228"/>
                <a:gd name="connsiteX1" fmla="*/ 1344524 w 1344524"/>
                <a:gd name="connsiteY1" fmla="*/ 0 h 1422228"/>
                <a:gd name="connsiteX2" fmla="*/ 1344524 w 1344524"/>
                <a:gd name="connsiteY2" fmla="*/ 1422228 h 1422228"/>
                <a:gd name="connsiteX3" fmla="*/ 0 w 1344524"/>
                <a:gd name="connsiteY3" fmla="*/ 1422228 h 1422228"/>
                <a:gd name="connsiteX4" fmla="*/ 0 w 1344524"/>
                <a:gd name="connsiteY4" fmla="*/ 0 h 1422228"/>
                <a:gd name="connsiteX0" fmla="*/ 0 w 1441490"/>
                <a:gd name="connsiteY0" fmla="*/ 0 h 1422228"/>
                <a:gd name="connsiteX1" fmla="*/ 1344524 w 1441490"/>
                <a:gd name="connsiteY1" fmla="*/ 0 h 1422228"/>
                <a:gd name="connsiteX2" fmla="*/ 1441490 w 1441490"/>
                <a:gd name="connsiteY2" fmla="*/ 1179354 h 1422228"/>
                <a:gd name="connsiteX3" fmla="*/ 0 w 1441490"/>
                <a:gd name="connsiteY3" fmla="*/ 1422228 h 1422228"/>
                <a:gd name="connsiteX4" fmla="*/ 0 w 1441490"/>
                <a:gd name="connsiteY4" fmla="*/ 0 h 1422228"/>
                <a:gd name="connsiteX0" fmla="*/ 0 w 1441490"/>
                <a:gd name="connsiteY0" fmla="*/ 0 h 1422228"/>
                <a:gd name="connsiteX1" fmla="*/ 1344524 w 1441490"/>
                <a:gd name="connsiteY1" fmla="*/ 0 h 1422228"/>
                <a:gd name="connsiteX2" fmla="*/ 1441490 w 1441490"/>
                <a:gd name="connsiteY2" fmla="*/ 1179354 h 1422228"/>
                <a:gd name="connsiteX3" fmla="*/ 0 w 1441490"/>
                <a:gd name="connsiteY3" fmla="*/ 1422228 h 1422228"/>
                <a:gd name="connsiteX4" fmla="*/ 0 w 1441490"/>
                <a:gd name="connsiteY4" fmla="*/ 0 h 1422228"/>
                <a:gd name="connsiteX0" fmla="*/ 0 w 1441490"/>
                <a:gd name="connsiteY0" fmla="*/ 0 h 1407832"/>
                <a:gd name="connsiteX1" fmla="*/ 1344524 w 1441490"/>
                <a:gd name="connsiteY1" fmla="*/ 0 h 1407832"/>
                <a:gd name="connsiteX2" fmla="*/ 1441490 w 1441490"/>
                <a:gd name="connsiteY2" fmla="*/ 1179354 h 1407832"/>
                <a:gd name="connsiteX3" fmla="*/ 4836 w 1441490"/>
                <a:gd name="connsiteY3" fmla="*/ 1407832 h 1407832"/>
                <a:gd name="connsiteX4" fmla="*/ 0 w 1441490"/>
                <a:gd name="connsiteY4" fmla="*/ 0 h 1407832"/>
                <a:gd name="connsiteX0" fmla="*/ 0 w 1441490"/>
                <a:gd name="connsiteY0" fmla="*/ 0 h 1407832"/>
                <a:gd name="connsiteX1" fmla="*/ 1344524 w 1441490"/>
                <a:gd name="connsiteY1" fmla="*/ 0 h 1407832"/>
                <a:gd name="connsiteX2" fmla="*/ 1441490 w 1441490"/>
                <a:gd name="connsiteY2" fmla="*/ 1179354 h 1407832"/>
                <a:gd name="connsiteX3" fmla="*/ 4836 w 1441490"/>
                <a:gd name="connsiteY3" fmla="*/ 1407832 h 1407832"/>
                <a:gd name="connsiteX4" fmla="*/ 0 w 1441490"/>
                <a:gd name="connsiteY4" fmla="*/ 0 h 1407832"/>
                <a:gd name="connsiteX0" fmla="*/ 0 w 1441490"/>
                <a:gd name="connsiteY0" fmla="*/ 0 h 1407832"/>
                <a:gd name="connsiteX1" fmla="*/ 1344524 w 1441490"/>
                <a:gd name="connsiteY1" fmla="*/ 0 h 1407832"/>
                <a:gd name="connsiteX2" fmla="*/ 1441490 w 1441490"/>
                <a:gd name="connsiteY2" fmla="*/ 1179354 h 1407832"/>
                <a:gd name="connsiteX3" fmla="*/ 4836 w 1441490"/>
                <a:gd name="connsiteY3" fmla="*/ 1407832 h 1407832"/>
                <a:gd name="connsiteX4" fmla="*/ 0 w 1441490"/>
                <a:gd name="connsiteY4" fmla="*/ 0 h 1407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41490" h="1407832">
                  <a:moveTo>
                    <a:pt x="0" y="0"/>
                  </a:moveTo>
                  <a:lnTo>
                    <a:pt x="1344524" y="0"/>
                  </a:lnTo>
                  <a:cubicBezTo>
                    <a:pt x="1376846" y="393118"/>
                    <a:pt x="1337235" y="903188"/>
                    <a:pt x="1441490" y="1179354"/>
                  </a:cubicBezTo>
                  <a:cubicBezTo>
                    <a:pt x="1081761" y="1443823"/>
                    <a:pt x="556514" y="1380972"/>
                    <a:pt x="4836" y="140783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143435" bIns="143435" rtlCol="0" anchor="b"/>
            <a:lstStyle/>
            <a:p>
              <a:pPr algn="ctr"/>
              <a:r>
                <a:rPr lang="en-US" sz="1098" dirty="0">
                  <a:solidFill>
                    <a:schemeClr val="tx1"/>
                  </a:solidFill>
                </a:rPr>
                <a:t> </a:t>
              </a:r>
              <a:endParaRPr lang="en-US" sz="1694" dirty="0">
                <a:solidFill>
                  <a:schemeClr val="tx1"/>
                </a:solidFill>
              </a:endParaRPr>
            </a:p>
          </p:txBody>
        </p:sp>
        <p:sp>
          <p:nvSpPr>
            <p:cNvPr id="78" name="Rectangle 11">
              <a:extLst>
                <a:ext uri="{FF2B5EF4-FFF2-40B4-BE49-F238E27FC236}">
                  <a16:creationId xmlns:a16="http://schemas.microsoft.com/office/drawing/2014/main" id="{3920AF8E-D829-4E6D-98C1-A2AB43481546}"/>
                </a:ext>
              </a:extLst>
            </p:cNvPr>
            <p:cNvSpPr/>
            <p:nvPr/>
          </p:nvSpPr>
          <p:spPr>
            <a:xfrm rot="21502691">
              <a:off x="750738" y="4346489"/>
              <a:ext cx="2323380" cy="2119602"/>
            </a:xfrm>
            <a:custGeom>
              <a:avLst/>
              <a:gdLst>
                <a:gd name="connsiteX0" fmla="*/ 0 w 1344524"/>
                <a:gd name="connsiteY0" fmla="*/ 0 h 1422228"/>
                <a:gd name="connsiteX1" fmla="*/ 1344524 w 1344524"/>
                <a:gd name="connsiteY1" fmla="*/ 0 h 1422228"/>
                <a:gd name="connsiteX2" fmla="*/ 1344524 w 1344524"/>
                <a:gd name="connsiteY2" fmla="*/ 1422228 h 1422228"/>
                <a:gd name="connsiteX3" fmla="*/ 0 w 1344524"/>
                <a:gd name="connsiteY3" fmla="*/ 1422228 h 1422228"/>
                <a:gd name="connsiteX4" fmla="*/ 0 w 1344524"/>
                <a:gd name="connsiteY4" fmla="*/ 0 h 1422228"/>
                <a:gd name="connsiteX0" fmla="*/ 0 w 1441490"/>
                <a:gd name="connsiteY0" fmla="*/ 0 h 1422228"/>
                <a:gd name="connsiteX1" fmla="*/ 1344524 w 1441490"/>
                <a:gd name="connsiteY1" fmla="*/ 0 h 1422228"/>
                <a:gd name="connsiteX2" fmla="*/ 1441490 w 1441490"/>
                <a:gd name="connsiteY2" fmla="*/ 1179354 h 1422228"/>
                <a:gd name="connsiteX3" fmla="*/ 0 w 1441490"/>
                <a:gd name="connsiteY3" fmla="*/ 1422228 h 1422228"/>
                <a:gd name="connsiteX4" fmla="*/ 0 w 1441490"/>
                <a:gd name="connsiteY4" fmla="*/ 0 h 1422228"/>
                <a:gd name="connsiteX0" fmla="*/ 0 w 1441490"/>
                <a:gd name="connsiteY0" fmla="*/ 0 h 1422228"/>
                <a:gd name="connsiteX1" fmla="*/ 1344524 w 1441490"/>
                <a:gd name="connsiteY1" fmla="*/ 0 h 1422228"/>
                <a:gd name="connsiteX2" fmla="*/ 1441490 w 1441490"/>
                <a:gd name="connsiteY2" fmla="*/ 1179354 h 1422228"/>
                <a:gd name="connsiteX3" fmla="*/ 0 w 1441490"/>
                <a:gd name="connsiteY3" fmla="*/ 1422228 h 1422228"/>
                <a:gd name="connsiteX4" fmla="*/ 0 w 1441490"/>
                <a:gd name="connsiteY4" fmla="*/ 0 h 1422228"/>
                <a:gd name="connsiteX0" fmla="*/ 0 w 1441490"/>
                <a:gd name="connsiteY0" fmla="*/ 0 h 1407832"/>
                <a:gd name="connsiteX1" fmla="*/ 1344524 w 1441490"/>
                <a:gd name="connsiteY1" fmla="*/ 0 h 1407832"/>
                <a:gd name="connsiteX2" fmla="*/ 1441490 w 1441490"/>
                <a:gd name="connsiteY2" fmla="*/ 1179354 h 1407832"/>
                <a:gd name="connsiteX3" fmla="*/ 4836 w 1441490"/>
                <a:gd name="connsiteY3" fmla="*/ 1407832 h 1407832"/>
                <a:gd name="connsiteX4" fmla="*/ 0 w 1441490"/>
                <a:gd name="connsiteY4" fmla="*/ 0 h 1407832"/>
                <a:gd name="connsiteX0" fmla="*/ 0 w 1441490"/>
                <a:gd name="connsiteY0" fmla="*/ 0 h 1407832"/>
                <a:gd name="connsiteX1" fmla="*/ 1344524 w 1441490"/>
                <a:gd name="connsiteY1" fmla="*/ 0 h 1407832"/>
                <a:gd name="connsiteX2" fmla="*/ 1441490 w 1441490"/>
                <a:gd name="connsiteY2" fmla="*/ 1179354 h 1407832"/>
                <a:gd name="connsiteX3" fmla="*/ 4836 w 1441490"/>
                <a:gd name="connsiteY3" fmla="*/ 1407832 h 1407832"/>
                <a:gd name="connsiteX4" fmla="*/ 0 w 1441490"/>
                <a:gd name="connsiteY4" fmla="*/ 0 h 1407832"/>
                <a:gd name="connsiteX0" fmla="*/ 0 w 1441490"/>
                <a:gd name="connsiteY0" fmla="*/ 0 h 1407832"/>
                <a:gd name="connsiteX1" fmla="*/ 1344524 w 1441490"/>
                <a:gd name="connsiteY1" fmla="*/ 0 h 1407832"/>
                <a:gd name="connsiteX2" fmla="*/ 1441490 w 1441490"/>
                <a:gd name="connsiteY2" fmla="*/ 1179354 h 1407832"/>
                <a:gd name="connsiteX3" fmla="*/ 4836 w 1441490"/>
                <a:gd name="connsiteY3" fmla="*/ 1407832 h 1407832"/>
                <a:gd name="connsiteX4" fmla="*/ 0 w 1441490"/>
                <a:gd name="connsiteY4" fmla="*/ 0 h 1407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41490" h="1407832">
                  <a:moveTo>
                    <a:pt x="0" y="0"/>
                  </a:moveTo>
                  <a:lnTo>
                    <a:pt x="1344524" y="0"/>
                  </a:lnTo>
                  <a:cubicBezTo>
                    <a:pt x="1376846" y="393118"/>
                    <a:pt x="1337235" y="903188"/>
                    <a:pt x="1441490" y="1179354"/>
                  </a:cubicBezTo>
                  <a:cubicBezTo>
                    <a:pt x="1081761" y="1443823"/>
                    <a:pt x="556514" y="1380972"/>
                    <a:pt x="4836" y="140783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143435" bIns="143435" rtlCol="0" anchor="b"/>
            <a:lstStyle/>
            <a:p>
              <a:pPr algn="ctr"/>
              <a:r>
                <a:rPr lang="en-US" sz="1098" dirty="0">
                  <a:solidFill>
                    <a:schemeClr val="tx1"/>
                  </a:solidFill>
                </a:rPr>
                <a:t> </a:t>
              </a:r>
              <a:endParaRPr lang="en-US" sz="1694" dirty="0">
                <a:solidFill>
                  <a:schemeClr val="tx1"/>
                </a:solidFill>
              </a:endParaRPr>
            </a:p>
          </p:txBody>
        </p:sp>
        <p:sp>
          <p:nvSpPr>
            <p:cNvPr id="79" name="Rectangle 11">
              <a:extLst>
                <a:ext uri="{FF2B5EF4-FFF2-40B4-BE49-F238E27FC236}">
                  <a16:creationId xmlns:a16="http://schemas.microsoft.com/office/drawing/2014/main" id="{809E086E-B65E-4B29-A64B-0C3E68C39C42}"/>
                </a:ext>
              </a:extLst>
            </p:cNvPr>
            <p:cNvSpPr/>
            <p:nvPr/>
          </p:nvSpPr>
          <p:spPr>
            <a:xfrm rot="21502691">
              <a:off x="757757" y="4334505"/>
              <a:ext cx="2323380" cy="2119602"/>
            </a:xfrm>
            <a:custGeom>
              <a:avLst/>
              <a:gdLst>
                <a:gd name="connsiteX0" fmla="*/ 0 w 1344524"/>
                <a:gd name="connsiteY0" fmla="*/ 0 h 1422228"/>
                <a:gd name="connsiteX1" fmla="*/ 1344524 w 1344524"/>
                <a:gd name="connsiteY1" fmla="*/ 0 h 1422228"/>
                <a:gd name="connsiteX2" fmla="*/ 1344524 w 1344524"/>
                <a:gd name="connsiteY2" fmla="*/ 1422228 h 1422228"/>
                <a:gd name="connsiteX3" fmla="*/ 0 w 1344524"/>
                <a:gd name="connsiteY3" fmla="*/ 1422228 h 1422228"/>
                <a:gd name="connsiteX4" fmla="*/ 0 w 1344524"/>
                <a:gd name="connsiteY4" fmla="*/ 0 h 1422228"/>
                <a:gd name="connsiteX0" fmla="*/ 0 w 1441490"/>
                <a:gd name="connsiteY0" fmla="*/ 0 h 1422228"/>
                <a:gd name="connsiteX1" fmla="*/ 1344524 w 1441490"/>
                <a:gd name="connsiteY1" fmla="*/ 0 h 1422228"/>
                <a:gd name="connsiteX2" fmla="*/ 1441490 w 1441490"/>
                <a:gd name="connsiteY2" fmla="*/ 1179354 h 1422228"/>
                <a:gd name="connsiteX3" fmla="*/ 0 w 1441490"/>
                <a:gd name="connsiteY3" fmla="*/ 1422228 h 1422228"/>
                <a:gd name="connsiteX4" fmla="*/ 0 w 1441490"/>
                <a:gd name="connsiteY4" fmla="*/ 0 h 1422228"/>
                <a:gd name="connsiteX0" fmla="*/ 0 w 1441490"/>
                <a:gd name="connsiteY0" fmla="*/ 0 h 1422228"/>
                <a:gd name="connsiteX1" fmla="*/ 1344524 w 1441490"/>
                <a:gd name="connsiteY1" fmla="*/ 0 h 1422228"/>
                <a:gd name="connsiteX2" fmla="*/ 1441490 w 1441490"/>
                <a:gd name="connsiteY2" fmla="*/ 1179354 h 1422228"/>
                <a:gd name="connsiteX3" fmla="*/ 0 w 1441490"/>
                <a:gd name="connsiteY3" fmla="*/ 1422228 h 1422228"/>
                <a:gd name="connsiteX4" fmla="*/ 0 w 1441490"/>
                <a:gd name="connsiteY4" fmla="*/ 0 h 1422228"/>
                <a:gd name="connsiteX0" fmla="*/ 0 w 1441490"/>
                <a:gd name="connsiteY0" fmla="*/ 0 h 1407832"/>
                <a:gd name="connsiteX1" fmla="*/ 1344524 w 1441490"/>
                <a:gd name="connsiteY1" fmla="*/ 0 h 1407832"/>
                <a:gd name="connsiteX2" fmla="*/ 1441490 w 1441490"/>
                <a:gd name="connsiteY2" fmla="*/ 1179354 h 1407832"/>
                <a:gd name="connsiteX3" fmla="*/ 4836 w 1441490"/>
                <a:gd name="connsiteY3" fmla="*/ 1407832 h 1407832"/>
                <a:gd name="connsiteX4" fmla="*/ 0 w 1441490"/>
                <a:gd name="connsiteY4" fmla="*/ 0 h 1407832"/>
                <a:gd name="connsiteX0" fmla="*/ 0 w 1441490"/>
                <a:gd name="connsiteY0" fmla="*/ 0 h 1407832"/>
                <a:gd name="connsiteX1" fmla="*/ 1344524 w 1441490"/>
                <a:gd name="connsiteY1" fmla="*/ 0 h 1407832"/>
                <a:gd name="connsiteX2" fmla="*/ 1441490 w 1441490"/>
                <a:gd name="connsiteY2" fmla="*/ 1179354 h 1407832"/>
                <a:gd name="connsiteX3" fmla="*/ 4836 w 1441490"/>
                <a:gd name="connsiteY3" fmla="*/ 1407832 h 1407832"/>
                <a:gd name="connsiteX4" fmla="*/ 0 w 1441490"/>
                <a:gd name="connsiteY4" fmla="*/ 0 h 1407832"/>
                <a:gd name="connsiteX0" fmla="*/ 0 w 1441490"/>
                <a:gd name="connsiteY0" fmla="*/ 0 h 1407832"/>
                <a:gd name="connsiteX1" fmla="*/ 1344524 w 1441490"/>
                <a:gd name="connsiteY1" fmla="*/ 0 h 1407832"/>
                <a:gd name="connsiteX2" fmla="*/ 1441490 w 1441490"/>
                <a:gd name="connsiteY2" fmla="*/ 1179354 h 1407832"/>
                <a:gd name="connsiteX3" fmla="*/ 4836 w 1441490"/>
                <a:gd name="connsiteY3" fmla="*/ 1407832 h 1407832"/>
                <a:gd name="connsiteX4" fmla="*/ 0 w 1441490"/>
                <a:gd name="connsiteY4" fmla="*/ 0 h 1407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41490" h="1407832">
                  <a:moveTo>
                    <a:pt x="0" y="0"/>
                  </a:moveTo>
                  <a:lnTo>
                    <a:pt x="1344524" y="0"/>
                  </a:lnTo>
                  <a:cubicBezTo>
                    <a:pt x="1376846" y="393118"/>
                    <a:pt x="1337235" y="903188"/>
                    <a:pt x="1441490" y="1179354"/>
                  </a:cubicBezTo>
                  <a:cubicBezTo>
                    <a:pt x="1081761" y="1443823"/>
                    <a:pt x="556514" y="1380972"/>
                    <a:pt x="4836" y="140783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143435" bIns="143435" rtlCol="0" anchor="b"/>
            <a:lstStyle/>
            <a:p>
              <a:pPr algn="ctr"/>
              <a:r>
                <a:rPr lang="en-US" sz="1098" dirty="0">
                  <a:solidFill>
                    <a:schemeClr val="tx1"/>
                  </a:solidFill>
                </a:rPr>
                <a:t> </a:t>
              </a:r>
              <a:endParaRPr lang="en-US" sz="1694" dirty="0">
                <a:solidFill>
                  <a:schemeClr val="tx1"/>
                </a:solidFill>
              </a:endParaRPr>
            </a:p>
          </p:txBody>
        </p:sp>
        <p:sp>
          <p:nvSpPr>
            <p:cNvPr id="80" name="Rectangle 11">
              <a:extLst>
                <a:ext uri="{FF2B5EF4-FFF2-40B4-BE49-F238E27FC236}">
                  <a16:creationId xmlns:a16="http://schemas.microsoft.com/office/drawing/2014/main" id="{BCCDCAB5-9BBC-46A7-B9E1-44D900674072}"/>
                </a:ext>
              </a:extLst>
            </p:cNvPr>
            <p:cNvSpPr/>
            <p:nvPr/>
          </p:nvSpPr>
          <p:spPr>
            <a:xfrm rot="21502691">
              <a:off x="764776" y="4322521"/>
              <a:ext cx="2323380" cy="2119602"/>
            </a:xfrm>
            <a:custGeom>
              <a:avLst/>
              <a:gdLst>
                <a:gd name="connsiteX0" fmla="*/ 0 w 1344524"/>
                <a:gd name="connsiteY0" fmla="*/ 0 h 1422228"/>
                <a:gd name="connsiteX1" fmla="*/ 1344524 w 1344524"/>
                <a:gd name="connsiteY1" fmla="*/ 0 h 1422228"/>
                <a:gd name="connsiteX2" fmla="*/ 1344524 w 1344524"/>
                <a:gd name="connsiteY2" fmla="*/ 1422228 h 1422228"/>
                <a:gd name="connsiteX3" fmla="*/ 0 w 1344524"/>
                <a:gd name="connsiteY3" fmla="*/ 1422228 h 1422228"/>
                <a:gd name="connsiteX4" fmla="*/ 0 w 1344524"/>
                <a:gd name="connsiteY4" fmla="*/ 0 h 1422228"/>
                <a:gd name="connsiteX0" fmla="*/ 0 w 1441490"/>
                <a:gd name="connsiteY0" fmla="*/ 0 h 1422228"/>
                <a:gd name="connsiteX1" fmla="*/ 1344524 w 1441490"/>
                <a:gd name="connsiteY1" fmla="*/ 0 h 1422228"/>
                <a:gd name="connsiteX2" fmla="*/ 1441490 w 1441490"/>
                <a:gd name="connsiteY2" fmla="*/ 1179354 h 1422228"/>
                <a:gd name="connsiteX3" fmla="*/ 0 w 1441490"/>
                <a:gd name="connsiteY3" fmla="*/ 1422228 h 1422228"/>
                <a:gd name="connsiteX4" fmla="*/ 0 w 1441490"/>
                <a:gd name="connsiteY4" fmla="*/ 0 h 1422228"/>
                <a:gd name="connsiteX0" fmla="*/ 0 w 1441490"/>
                <a:gd name="connsiteY0" fmla="*/ 0 h 1422228"/>
                <a:gd name="connsiteX1" fmla="*/ 1344524 w 1441490"/>
                <a:gd name="connsiteY1" fmla="*/ 0 h 1422228"/>
                <a:gd name="connsiteX2" fmla="*/ 1441490 w 1441490"/>
                <a:gd name="connsiteY2" fmla="*/ 1179354 h 1422228"/>
                <a:gd name="connsiteX3" fmla="*/ 0 w 1441490"/>
                <a:gd name="connsiteY3" fmla="*/ 1422228 h 1422228"/>
                <a:gd name="connsiteX4" fmla="*/ 0 w 1441490"/>
                <a:gd name="connsiteY4" fmla="*/ 0 h 1422228"/>
                <a:gd name="connsiteX0" fmla="*/ 0 w 1441490"/>
                <a:gd name="connsiteY0" fmla="*/ 0 h 1407832"/>
                <a:gd name="connsiteX1" fmla="*/ 1344524 w 1441490"/>
                <a:gd name="connsiteY1" fmla="*/ 0 h 1407832"/>
                <a:gd name="connsiteX2" fmla="*/ 1441490 w 1441490"/>
                <a:gd name="connsiteY2" fmla="*/ 1179354 h 1407832"/>
                <a:gd name="connsiteX3" fmla="*/ 4836 w 1441490"/>
                <a:gd name="connsiteY3" fmla="*/ 1407832 h 1407832"/>
                <a:gd name="connsiteX4" fmla="*/ 0 w 1441490"/>
                <a:gd name="connsiteY4" fmla="*/ 0 h 1407832"/>
                <a:gd name="connsiteX0" fmla="*/ 0 w 1441490"/>
                <a:gd name="connsiteY0" fmla="*/ 0 h 1407832"/>
                <a:gd name="connsiteX1" fmla="*/ 1344524 w 1441490"/>
                <a:gd name="connsiteY1" fmla="*/ 0 h 1407832"/>
                <a:gd name="connsiteX2" fmla="*/ 1441490 w 1441490"/>
                <a:gd name="connsiteY2" fmla="*/ 1179354 h 1407832"/>
                <a:gd name="connsiteX3" fmla="*/ 4836 w 1441490"/>
                <a:gd name="connsiteY3" fmla="*/ 1407832 h 1407832"/>
                <a:gd name="connsiteX4" fmla="*/ 0 w 1441490"/>
                <a:gd name="connsiteY4" fmla="*/ 0 h 1407832"/>
                <a:gd name="connsiteX0" fmla="*/ 0 w 1441490"/>
                <a:gd name="connsiteY0" fmla="*/ 0 h 1407832"/>
                <a:gd name="connsiteX1" fmla="*/ 1344524 w 1441490"/>
                <a:gd name="connsiteY1" fmla="*/ 0 h 1407832"/>
                <a:gd name="connsiteX2" fmla="*/ 1441490 w 1441490"/>
                <a:gd name="connsiteY2" fmla="*/ 1179354 h 1407832"/>
                <a:gd name="connsiteX3" fmla="*/ 4836 w 1441490"/>
                <a:gd name="connsiteY3" fmla="*/ 1407832 h 1407832"/>
                <a:gd name="connsiteX4" fmla="*/ 0 w 1441490"/>
                <a:gd name="connsiteY4" fmla="*/ 0 h 1407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41490" h="1407832">
                  <a:moveTo>
                    <a:pt x="0" y="0"/>
                  </a:moveTo>
                  <a:lnTo>
                    <a:pt x="1344524" y="0"/>
                  </a:lnTo>
                  <a:cubicBezTo>
                    <a:pt x="1376846" y="393118"/>
                    <a:pt x="1337235" y="903188"/>
                    <a:pt x="1441490" y="1179354"/>
                  </a:cubicBezTo>
                  <a:cubicBezTo>
                    <a:pt x="1081761" y="1443823"/>
                    <a:pt x="556514" y="1380972"/>
                    <a:pt x="4836" y="140783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143435" bIns="143435" rtlCol="0" anchor="b"/>
            <a:lstStyle/>
            <a:p>
              <a:pPr algn="ctr"/>
              <a:r>
                <a:rPr lang="en-US" sz="1098" dirty="0">
                  <a:solidFill>
                    <a:schemeClr val="tx1"/>
                  </a:solidFill>
                </a:rPr>
                <a:t> </a:t>
              </a:r>
              <a:endParaRPr lang="en-US" sz="1694" dirty="0">
                <a:solidFill>
                  <a:schemeClr val="tx1"/>
                </a:solidFill>
              </a:endParaRPr>
            </a:p>
          </p:txBody>
        </p:sp>
        <p:sp>
          <p:nvSpPr>
            <p:cNvPr id="81" name="Rectangle 11">
              <a:extLst>
                <a:ext uri="{FF2B5EF4-FFF2-40B4-BE49-F238E27FC236}">
                  <a16:creationId xmlns:a16="http://schemas.microsoft.com/office/drawing/2014/main" id="{168B0588-D8D8-47CA-A195-E50CB31434A5}"/>
                </a:ext>
              </a:extLst>
            </p:cNvPr>
            <p:cNvSpPr/>
            <p:nvPr/>
          </p:nvSpPr>
          <p:spPr>
            <a:xfrm rot="21502691">
              <a:off x="771795" y="4310537"/>
              <a:ext cx="2323380" cy="2119602"/>
            </a:xfrm>
            <a:custGeom>
              <a:avLst/>
              <a:gdLst>
                <a:gd name="connsiteX0" fmla="*/ 0 w 1344524"/>
                <a:gd name="connsiteY0" fmla="*/ 0 h 1422228"/>
                <a:gd name="connsiteX1" fmla="*/ 1344524 w 1344524"/>
                <a:gd name="connsiteY1" fmla="*/ 0 h 1422228"/>
                <a:gd name="connsiteX2" fmla="*/ 1344524 w 1344524"/>
                <a:gd name="connsiteY2" fmla="*/ 1422228 h 1422228"/>
                <a:gd name="connsiteX3" fmla="*/ 0 w 1344524"/>
                <a:gd name="connsiteY3" fmla="*/ 1422228 h 1422228"/>
                <a:gd name="connsiteX4" fmla="*/ 0 w 1344524"/>
                <a:gd name="connsiteY4" fmla="*/ 0 h 1422228"/>
                <a:gd name="connsiteX0" fmla="*/ 0 w 1441490"/>
                <a:gd name="connsiteY0" fmla="*/ 0 h 1422228"/>
                <a:gd name="connsiteX1" fmla="*/ 1344524 w 1441490"/>
                <a:gd name="connsiteY1" fmla="*/ 0 h 1422228"/>
                <a:gd name="connsiteX2" fmla="*/ 1441490 w 1441490"/>
                <a:gd name="connsiteY2" fmla="*/ 1179354 h 1422228"/>
                <a:gd name="connsiteX3" fmla="*/ 0 w 1441490"/>
                <a:gd name="connsiteY3" fmla="*/ 1422228 h 1422228"/>
                <a:gd name="connsiteX4" fmla="*/ 0 w 1441490"/>
                <a:gd name="connsiteY4" fmla="*/ 0 h 1422228"/>
                <a:gd name="connsiteX0" fmla="*/ 0 w 1441490"/>
                <a:gd name="connsiteY0" fmla="*/ 0 h 1422228"/>
                <a:gd name="connsiteX1" fmla="*/ 1344524 w 1441490"/>
                <a:gd name="connsiteY1" fmla="*/ 0 h 1422228"/>
                <a:gd name="connsiteX2" fmla="*/ 1441490 w 1441490"/>
                <a:gd name="connsiteY2" fmla="*/ 1179354 h 1422228"/>
                <a:gd name="connsiteX3" fmla="*/ 0 w 1441490"/>
                <a:gd name="connsiteY3" fmla="*/ 1422228 h 1422228"/>
                <a:gd name="connsiteX4" fmla="*/ 0 w 1441490"/>
                <a:gd name="connsiteY4" fmla="*/ 0 h 1422228"/>
                <a:gd name="connsiteX0" fmla="*/ 0 w 1441490"/>
                <a:gd name="connsiteY0" fmla="*/ 0 h 1407832"/>
                <a:gd name="connsiteX1" fmla="*/ 1344524 w 1441490"/>
                <a:gd name="connsiteY1" fmla="*/ 0 h 1407832"/>
                <a:gd name="connsiteX2" fmla="*/ 1441490 w 1441490"/>
                <a:gd name="connsiteY2" fmla="*/ 1179354 h 1407832"/>
                <a:gd name="connsiteX3" fmla="*/ 4836 w 1441490"/>
                <a:gd name="connsiteY3" fmla="*/ 1407832 h 1407832"/>
                <a:gd name="connsiteX4" fmla="*/ 0 w 1441490"/>
                <a:gd name="connsiteY4" fmla="*/ 0 h 1407832"/>
                <a:gd name="connsiteX0" fmla="*/ 0 w 1441490"/>
                <a:gd name="connsiteY0" fmla="*/ 0 h 1407832"/>
                <a:gd name="connsiteX1" fmla="*/ 1344524 w 1441490"/>
                <a:gd name="connsiteY1" fmla="*/ 0 h 1407832"/>
                <a:gd name="connsiteX2" fmla="*/ 1441490 w 1441490"/>
                <a:gd name="connsiteY2" fmla="*/ 1179354 h 1407832"/>
                <a:gd name="connsiteX3" fmla="*/ 4836 w 1441490"/>
                <a:gd name="connsiteY3" fmla="*/ 1407832 h 1407832"/>
                <a:gd name="connsiteX4" fmla="*/ 0 w 1441490"/>
                <a:gd name="connsiteY4" fmla="*/ 0 h 1407832"/>
                <a:gd name="connsiteX0" fmla="*/ 0 w 1441490"/>
                <a:gd name="connsiteY0" fmla="*/ 0 h 1407832"/>
                <a:gd name="connsiteX1" fmla="*/ 1344524 w 1441490"/>
                <a:gd name="connsiteY1" fmla="*/ 0 h 1407832"/>
                <a:gd name="connsiteX2" fmla="*/ 1441490 w 1441490"/>
                <a:gd name="connsiteY2" fmla="*/ 1179354 h 1407832"/>
                <a:gd name="connsiteX3" fmla="*/ 4836 w 1441490"/>
                <a:gd name="connsiteY3" fmla="*/ 1407832 h 1407832"/>
                <a:gd name="connsiteX4" fmla="*/ 0 w 1441490"/>
                <a:gd name="connsiteY4" fmla="*/ 0 h 1407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41490" h="1407832">
                  <a:moveTo>
                    <a:pt x="0" y="0"/>
                  </a:moveTo>
                  <a:lnTo>
                    <a:pt x="1344524" y="0"/>
                  </a:lnTo>
                  <a:cubicBezTo>
                    <a:pt x="1376846" y="393118"/>
                    <a:pt x="1337235" y="903188"/>
                    <a:pt x="1441490" y="1179354"/>
                  </a:cubicBezTo>
                  <a:cubicBezTo>
                    <a:pt x="1081761" y="1443823"/>
                    <a:pt x="556514" y="1380972"/>
                    <a:pt x="4836" y="140783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143435" bIns="143435" rtlCol="0" anchor="b"/>
            <a:lstStyle/>
            <a:p>
              <a:pPr algn="ctr"/>
              <a:r>
                <a:rPr lang="en-US" sz="1098" dirty="0">
                  <a:solidFill>
                    <a:schemeClr val="tx1"/>
                  </a:solidFill>
                </a:rPr>
                <a:t> </a:t>
              </a:r>
              <a:endParaRPr lang="en-US" sz="1694" dirty="0">
                <a:solidFill>
                  <a:schemeClr val="tx1"/>
                </a:solidFill>
              </a:endParaRPr>
            </a:p>
          </p:txBody>
        </p:sp>
        <p:sp>
          <p:nvSpPr>
            <p:cNvPr id="82" name="Rectangle 11">
              <a:extLst>
                <a:ext uri="{FF2B5EF4-FFF2-40B4-BE49-F238E27FC236}">
                  <a16:creationId xmlns:a16="http://schemas.microsoft.com/office/drawing/2014/main" id="{7797DC74-0812-4752-8317-743264A2C4D3}"/>
                </a:ext>
              </a:extLst>
            </p:cNvPr>
            <p:cNvSpPr/>
            <p:nvPr/>
          </p:nvSpPr>
          <p:spPr>
            <a:xfrm rot="21502691">
              <a:off x="778814" y="4298553"/>
              <a:ext cx="2323380" cy="2119602"/>
            </a:xfrm>
            <a:custGeom>
              <a:avLst/>
              <a:gdLst>
                <a:gd name="connsiteX0" fmla="*/ 0 w 1344524"/>
                <a:gd name="connsiteY0" fmla="*/ 0 h 1422228"/>
                <a:gd name="connsiteX1" fmla="*/ 1344524 w 1344524"/>
                <a:gd name="connsiteY1" fmla="*/ 0 h 1422228"/>
                <a:gd name="connsiteX2" fmla="*/ 1344524 w 1344524"/>
                <a:gd name="connsiteY2" fmla="*/ 1422228 h 1422228"/>
                <a:gd name="connsiteX3" fmla="*/ 0 w 1344524"/>
                <a:gd name="connsiteY3" fmla="*/ 1422228 h 1422228"/>
                <a:gd name="connsiteX4" fmla="*/ 0 w 1344524"/>
                <a:gd name="connsiteY4" fmla="*/ 0 h 1422228"/>
                <a:gd name="connsiteX0" fmla="*/ 0 w 1441490"/>
                <a:gd name="connsiteY0" fmla="*/ 0 h 1422228"/>
                <a:gd name="connsiteX1" fmla="*/ 1344524 w 1441490"/>
                <a:gd name="connsiteY1" fmla="*/ 0 h 1422228"/>
                <a:gd name="connsiteX2" fmla="*/ 1441490 w 1441490"/>
                <a:gd name="connsiteY2" fmla="*/ 1179354 h 1422228"/>
                <a:gd name="connsiteX3" fmla="*/ 0 w 1441490"/>
                <a:gd name="connsiteY3" fmla="*/ 1422228 h 1422228"/>
                <a:gd name="connsiteX4" fmla="*/ 0 w 1441490"/>
                <a:gd name="connsiteY4" fmla="*/ 0 h 1422228"/>
                <a:gd name="connsiteX0" fmla="*/ 0 w 1441490"/>
                <a:gd name="connsiteY0" fmla="*/ 0 h 1422228"/>
                <a:gd name="connsiteX1" fmla="*/ 1344524 w 1441490"/>
                <a:gd name="connsiteY1" fmla="*/ 0 h 1422228"/>
                <a:gd name="connsiteX2" fmla="*/ 1441490 w 1441490"/>
                <a:gd name="connsiteY2" fmla="*/ 1179354 h 1422228"/>
                <a:gd name="connsiteX3" fmla="*/ 0 w 1441490"/>
                <a:gd name="connsiteY3" fmla="*/ 1422228 h 1422228"/>
                <a:gd name="connsiteX4" fmla="*/ 0 w 1441490"/>
                <a:gd name="connsiteY4" fmla="*/ 0 h 1422228"/>
                <a:gd name="connsiteX0" fmla="*/ 0 w 1441490"/>
                <a:gd name="connsiteY0" fmla="*/ 0 h 1407832"/>
                <a:gd name="connsiteX1" fmla="*/ 1344524 w 1441490"/>
                <a:gd name="connsiteY1" fmla="*/ 0 h 1407832"/>
                <a:gd name="connsiteX2" fmla="*/ 1441490 w 1441490"/>
                <a:gd name="connsiteY2" fmla="*/ 1179354 h 1407832"/>
                <a:gd name="connsiteX3" fmla="*/ 4836 w 1441490"/>
                <a:gd name="connsiteY3" fmla="*/ 1407832 h 1407832"/>
                <a:gd name="connsiteX4" fmla="*/ 0 w 1441490"/>
                <a:gd name="connsiteY4" fmla="*/ 0 h 1407832"/>
                <a:gd name="connsiteX0" fmla="*/ 0 w 1441490"/>
                <a:gd name="connsiteY0" fmla="*/ 0 h 1407832"/>
                <a:gd name="connsiteX1" fmla="*/ 1344524 w 1441490"/>
                <a:gd name="connsiteY1" fmla="*/ 0 h 1407832"/>
                <a:gd name="connsiteX2" fmla="*/ 1441490 w 1441490"/>
                <a:gd name="connsiteY2" fmla="*/ 1179354 h 1407832"/>
                <a:gd name="connsiteX3" fmla="*/ 4836 w 1441490"/>
                <a:gd name="connsiteY3" fmla="*/ 1407832 h 1407832"/>
                <a:gd name="connsiteX4" fmla="*/ 0 w 1441490"/>
                <a:gd name="connsiteY4" fmla="*/ 0 h 1407832"/>
                <a:gd name="connsiteX0" fmla="*/ 0 w 1441490"/>
                <a:gd name="connsiteY0" fmla="*/ 0 h 1407832"/>
                <a:gd name="connsiteX1" fmla="*/ 1344524 w 1441490"/>
                <a:gd name="connsiteY1" fmla="*/ 0 h 1407832"/>
                <a:gd name="connsiteX2" fmla="*/ 1441490 w 1441490"/>
                <a:gd name="connsiteY2" fmla="*/ 1179354 h 1407832"/>
                <a:gd name="connsiteX3" fmla="*/ 4836 w 1441490"/>
                <a:gd name="connsiteY3" fmla="*/ 1407832 h 1407832"/>
                <a:gd name="connsiteX4" fmla="*/ 0 w 1441490"/>
                <a:gd name="connsiteY4" fmla="*/ 0 h 1407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41490" h="1407832">
                  <a:moveTo>
                    <a:pt x="0" y="0"/>
                  </a:moveTo>
                  <a:lnTo>
                    <a:pt x="1344524" y="0"/>
                  </a:lnTo>
                  <a:cubicBezTo>
                    <a:pt x="1376846" y="393118"/>
                    <a:pt x="1337235" y="903188"/>
                    <a:pt x="1441490" y="1179354"/>
                  </a:cubicBezTo>
                  <a:cubicBezTo>
                    <a:pt x="1081761" y="1443823"/>
                    <a:pt x="556514" y="1380972"/>
                    <a:pt x="4836" y="140783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143435" bIns="143435" rtlCol="0" anchor="b"/>
            <a:lstStyle/>
            <a:p>
              <a:pPr algn="ctr"/>
              <a:r>
                <a:rPr lang="en-US" sz="1098" dirty="0">
                  <a:solidFill>
                    <a:schemeClr val="tx1"/>
                  </a:solidFill>
                </a:rPr>
                <a:t> </a:t>
              </a:r>
              <a:endParaRPr lang="en-US" sz="1694" dirty="0">
                <a:solidFill>
                  <a:schemeClr val="tx1"/>
                </a:solidFill>
              </a:endParaRPr>
            </a:p>
          </p:txBody>
        </p:sp>
        <p:sp>
          <p:nvSpPr>
            <p:cNvPr id="83" name="Rectangle 11">
              <a:extLst>
                <a:ext uri="{FF2B5EF4-FFF2-40B4-BE49-F238E27FC236}">
                  <a16:creationId xmlns:a16="http://schemas.microsoft.com/office/drawing/2014/main" id="{5D2E41EA-A4D7-4BE7-AC5D-F0E76120DEA9}"/>
                </a:ext>
              </a:extLst>
            </p:cNvPr>
            <p:cNvSpPr/>
            <p:nvPr/>
          </p:nvSpPr>
          <p:spPr>
            <a:xfrm rot="21502691">
              <a:off x="785833" y="4286569"/>
              <a:ext cx="2323380" cy="2119602"/>
            </a:xfrm>
            <a:custGeom>
              <a:avLst/>
              <a:gdLst>
                <a:gd name="connsiteX0" fmla="*/ 0 w 1344524"/>
                <a:gd name="connsiteY0" fmla="*/ 0 h 1422228"/>
                <a:gd name="connsiteX1" fmla="*/ 1344524 w 1344524"/>
                <a:gd name="connsiteY1" fmla="*/ 0 h 1422228"/>
                <a:gd name="connsiteX2" fmla="*/ 1344524 w 1344524"/>
                <a:gd name="connsiteY2" fmla="*/ 1422228 h 1422228"/>
                <a:gd name="connsiteX3" fmla="*/ 0 w 1344524"/>
                <a:gd name="connsiteY3" fmla="*/ 1422228 h 1422228"/>
                <a:gd name="connsiteX4" fmla="*/ 0 w 1344524"/>
                <a:gd name="connsiteY4" fmla="*/ 0 h 1422228"/>
                <a:gd name="connsiteX0" fmla="*/ 0 w 1441490"/>
                <a:gd name="connsiteY0" fmla="*/ 0 h 1422228"/>
                <a:gd name="connsiteX1" fmla="*/ 1344524 w 1441490"/>
                <a:gd name="connsiteY1" fmla="*/ 0 h 1422228"/>
                <a:gd name="connsiteX2" fmla="*/ 1441490 w 1441490"/>
                <a:gd name="connsiteY2" fmla="*/ 1179354 h 1422228"/>
                <a:gd name="connsiteX3" fmla="*/ 0 w 1441490"/>
                <a:gd name="connsiteY3" fmla="*/ 1422228 h 1422228"/>
                <a:gd name="connsiteX4" fmla="*/ 0 w 1441490"/>
                <a:gd name="connsiteY4" fmla="*/ 0 h 1422228"/>
                <a:gd name="connsiteX0" fmla="*/ 0 w 1441490"/>
                <a:gd name="connsiteY0" fmla="*/ 0 h 1422228"/>
                <a:gd name="connsiteX1" fmla="*/ 1344524 w 1441490"/>
                <a:gd name="connsiteY1" fmla="*/ 0 h 1422228"/>
                <a:gd name="connsiteX2" fmla="*/ 1441490 w 1441490"/>
                <a:gd name="connsiteY2" fmla="*/ 1179354 h 1422228"/>
                <a:gd name="connsiteX3" fmla="*/ 0 w 1441490"/>
                <a:gd name="connsiteY3" fmla="*/ 1422228 h 1422228"/>
                <a:gd name="connsiteX4" fmla="*/ 0 w 1441490"/>
                <a:gd name="connsiteY4" fmla="*/ 0 h 1422228"/>
                <a:gd name="connsiteX0" fmla="*/ 0 w 1441490"/>
                <a:gd name="connsiteY0" fmla="*/ 0 h 1407832"/>
                <a:gd name="connsiteX1" fmla="*/ 1344524 w 1441490"/>
                <a:gd name="connsiteY1" fmla="*/ 0 h 1407832"/>
                <a:gd name="connsiteX2" fmla="*/ 1441490 w 1441490"/>
                <a:gd name="connsiteY2" fmla="*/ 1179354 h 1407832"/>
                <a:gd name="connsiteX3" fmla="*/ 4836 w 1441490"/>
                <a:gd name="connsiteY3" fmla="*/ 1407832 h 1407832"/>
                <a:gd name="connsiteX4" fmla="*/ 0 w 1441490"/>
                <a:gd name="connsiteY4" fmla="*/ 0 h 1407832"/>
                <a:gd name="connsiteX0" fmla="*/ 0 w 1441490"/>
                <a:gd name="connsiteY0" fmla="*/ 0 h 1407832"/>
                <a:gd name="connsiteX1" fmla="*/ 1344524 w 1441490"/>
                <a:gd name="connsiteY1" fmla="*/ 0 h 1407832"/>
                <a:gd name="connsiteX2" fmla="*/ 1441490 w 1441490"/>
                <a:gd name="connsiteY2" fmla="*/ 1179354 h 1407832"/>
                <a:gd name="connsiteX3" fmla="*/ 4836 w 1441490"/>
                <a:gd name="connsiteY3" fmla="*/ 1407832 h 1407832"/>
                <a:gd name="connsiteX4" fmla="*/ 0 w 1441490"/>
                <a:gd name="connsiteY4" fmla="*/ 0 h 1407832"/>
                <a:gd name="connsiteX0" fmla="*/ 0 w 1441490"/>
                <a:gd name="connsiteY0" fmla="*/ 0 h 1407832"/>
                <a:gd name="connsiteX1" fmla="*/ 1344524 w 1441490"/>
                <a:gd name="connsiteY1" fmla="*/ 0 h 1407832"/>
                <a:gd name="connsiteX2" fmla="*/ 1441490 w 1441490"/>
                <a:gd name="connsiteY2" fmla="*/ 1179354 h 1407832"/>
                <a:gd name="connsiteX3" fmla="*/ 4836 w 1441490"/>
                <a:gd name="connsiteY3" fmla="*/ 1407832 h 1407832"/>
                <a:gd name="connsiteX4" fmla="*/ 0 w 1441490"/>
                <a:gd name="connsiteY4" fmla="*/ 0 h 1407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41490" h="1407832">
                  <a:moveTo>
                    <a:pt x="0" y="0"/>
                  </a:moveTo>
                  <a:lnTo>
                    <a:pt x="1344524" y="0"/>
                  </a:lnTo>
                  <a:cubicBezTo>
                    <a:pt x="1376846" y="393118"/>
                    <a:pt x="1337235" y="903188"/>
                    <a:pt x="1441490" y="1179354"/>
                  </a:cubicBezTo>
                  <a:cubicBezTo>
                    <a:pt x="1081761" y="1443823"/>
                    <a:pt x="556514" y="1380972"/>
                    <a:pt x="4836" y="140783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143435" bIns="143435" rtlCol="0" anchor="b"/>
            <a:lstStyle/>
            <a:p>
              <a:pPr algn="ctr"/>
              <a:r>
                <a:rPr lang="en-US" sz="1098" dirty="0">
                  <a:solidFill>
                    <a:schemeClr val="tx1"/>
                  </a:solidFill>
                </a:rPr>
                <a:t> </a:t>
              </a:r>
              <a:endParaRPr lang="en-US" sz="1694" dirty="0">
                <a:solidFill>
                  <a:schemeClr val="tx1"/>
                </a:solidFill>
              </a:endParaRPr>
            </a:p>
          </p:txBody>
        </p:sp>
        <p:sp>
          <p:nvSpPr>
            <p:cNvPr id="84" name="Rectangle 11">
              <a:extLst>
                <a:ext uri="{FF2B5EF4-FFF2-40B4-BE49-F238E27FC236}">
                  <a16:creationId xmlns:a16="http://schemas.microsoft.com/office/drawing/2014/main" id="{21E16022-D972-46CD-B262-85FC0B86B779}"/>
                </a:ext>
              </a:extLst>
            </p:cNvPr>
            <p:cNvSpPr/>
            <p:nvPr/>
          </p:nvSpPr>
          <p:spPr>
            <a:xfrm rot="21502691">
              <a:off x="792852" y="4274585"/>
              <a:ext cx="2323380" cy="2119602"/>
            </a:xfrm>
            <a:custGeom>
              <a:avLst/>
              <a:gdLst>
                <a:gd name="connsiteX0" fmla="*/ 0 w 1344524"/>
                <a:gd name="connsiteY0" fmla="*/ 0 h 1422228"/>
                <a:gd name="connsiteX1" fmla="*/ 1344524 w 1344524"/>
                <a:gd name="connsiteY1" fmla="*/ 0 h 1422228"/>
                <a:gd name="connsiteX2" fmla="*/ 1344524 w 1344524"/>
                <a:gd name="connsiteY2" fmla="*/ 1422228 h 1422228"/>
                <a:gd name="connsiteX3" fmla="*/ 0 w 1344524"/>
                <a:gd name="connsiteY3" fmla="*/ 1422228 h 1422228"/>
                <a:gd name="connsiteX4" fmla="*/ 0 w 1344524"/>
                <a:gd name="connsiteY4" fmla="*/ 0 h 1422228"/>
                <a:gd name="connsiteX0" fmla="*/ 0 w 1441490"/>
                <a:gd name="connsiteY0" fmla="*/ 0 h 1422228"/>
                <a:gd name="connsiteX1" fmla="*/ 1344524 w 1441490"/>
                <a:gd name="connsiteY1" fmla="*/ 0 h 1422228"/>
                <a:gd name="connsiteX2" fmla="*/ 1441490 w 1441490"/>
                <a:gd name="connsiteY2" fmla="*/ 1179354 h 1422228"/>
                <a:gd name="connsiteX3" fmla="*/ 0 w 1441490"/>
                <a:gd name="connsiteY3" fmla="*/ 1422228 h 1422228"/>
                <a:gd name="connsiteX4" fmla="*/ 0 w 1441490"/>
                <a:gd name="connsiteY4" fmla="*/ 0 h 1422228"/>
                <a:gd name="connsiteX0" fmla="*/ 0 w 1441490"/>
                <a:gd name="connsiteY0" fmla="*/ 0 h 1422228"/>
                <a:gd name="connsiteX1" fmla="*/ 1344524 w 1441490"/>
                <a:gd name="connsiteY1" fmla="*/ 0 h 1422228"/>
                <a:gd name="connsiteX2" fmla="*/ 1441490 w 1441490"/>
                <a:gd name="connsiteY2" fmla="*/ 1179354 h 1422228"/>
                <a:gd name="connsiteX3" fmla="*/ 0 w 1441490"/>
                <a:gd name="connsiteY3" fmla="*/ 1422228 h 1422228"/>
                <a:gd name="connsiteX4" fmla="*/ 0 w 1441490"/>
                <a:gd name="connsiteY4" fmla="*/ 0 h 1422228"/>
                <a:gd name="connsiteX0" fmla="*/ 0 w 1441490"/>
                <a:gd name="connsiteY0" fmla="*/ 0 h 1407832"/>
                <a:gd name="connsiteX1" fmla="*/ 1344524 w 1441490"/>
                <a:gd name="connsiteY1" fmla="*/ 0 h 1407832"/>
                <a:gd name="connsiteX2" fmla="*/ 1441490 w 1441490"/>
                <a:gd name="connsiteY2" fmla="*/ 1179354 h 1407832"/>
                <a:gd name="connsiteX3" fmla="*/ 4836 w 1441490"/>
                <a:gd name="connsiteY3" fmla="*/ 1407832 h 1407832"/>
                <a:gd name="connsiteX4" fmla="*/ 0 w 1441490"/>
                <a:gd name="connsiteY4" fmla="*/ 0 h 1407832"/>
                <a:gd name="connsiteX0" fmla="*/ 0 w 1441490"/>
                <a:gd name="connsiteY0" fmla="*/ 0 h 1407832"/>
                <a:gd name="connsiteX1" fmla="*/ 1344524 w 1441490"/>
                <a:gd name="connsiteY1" fmla="*/ 0 h 1407832"/>
                <a:gd name="connsiteX2" fmla="*/ 1441490 w 1441490"/>
                <a:gd name="connsiteY2" fmla="*/ 1179354 h 1407832"/>
                <a:gd name="connsiteX3" fmla="*/ 4836 w 1441490"/>
                <a:gd name="connsiteY3" fmla="*/ 1407832 h 1407832"/>
                <a:gd name="connsiteX4" fmla="*/ 0 w 1441490"/>
                <a:gd name="connsiteY4" fmla="*/ 0 h 1407832"/>
                <a:gd name="connsiteX0" fmla="*/ 0 w 1441490"/>
                <a:gd name="connsiteY0" fmla="*/ 0 h 1407832"/>
                <a:gd name="connsiteX1" fmla="*/ 1344524 w 1441490"/>
                <a:gd name="connsiteY1" fmla="*/ 0 h 1407832"/>
                <a:gd name="connsiteX2" fmla="*/ 1441490 w 1441490"/>
                <a:gd name="connsiteY2" fmla="*/ 1179354 h 1407832"/>
                <a:gd name="connsiteX3" fmla="*/ 4836 w 1441490"/>
                <a:gd name="connsiteY3" fmla="*/ 1407832 h 1407832"/>
                <a:gd name="connsiteX4" fmla="*/ 0 w 1441490"/>
                <a:gd name="connsiteY4" fmla="*/ 0 h 1407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41490" h="1407832">
                  <a:moveTo>
                    <a:pt x="0" y="0"/>
                  </a:moveTo>
                  <a:lnTo>
                    <a:pt x="1344524" y="0"/>
                  </a:lnTo>
                  <a:cubicBezTo>
                    <a:pt x="1376846" y="393118"/>
                    <a:pt x="1337235" y="903188"/>
                    <a:pt x="1441490" y="1179354"/>
                  </a:cubicBezTo>
                  <a:cubicBezTo>
                    <a:pt x="1081761" y="1443823"/>
                    <a:pt x="556514" y="1380972"/>
                    <a:pt x="4836" y="140783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143435" bIns="143435" rtlCol="0" anchor="b"/>
            <a:lstStyle/>
            <a:p>
              <a:pPr algn="ctr"/>
              <a:r>
                <a:rPr lang="en-US" sz="1098" dirty="0">
                  <a:solidFill>
                    <a:schemeClr val="tx1"/>
                  </a:solidFill>
                </a:rPr>
                <a:t> </a:t>
              </a:r>
              <a:endParaRPr lang="en-US" sz="1694" dirty="0">
                <a:solidFill>
                  <a:schemeClr val="tx1"/>
                </a:solidFill>
              </a:endParaRPr>
            </a:p>
          </p:txBody>
        </p:sp>
        <p:sp>
          <p:nvSpPr>
            <p:cNvPr id="85" name="Rectangle 11">
              <a:extLst>
                <a:ext uri="{FF2B5EF4-FFF2-40B4-BE49-F238E27FC236}">
                  <a16:creationId xmlns:a16="http://schemas.microsoft.com/office/drawing/2014/main" id="{95D51742-91B0-4ABD-8685-4E9C26650095}"/>
                </a:ext>
              </a:extLst>
            </p:cNvPr>
            <p:cNvSpPr/>
            <p:nvPr/>
          </p:nvSpPr>
          <p:spPr>
            <a:xfrm rot="21502691">
              <a:off x="799871" y="4262601"/>
              <a:ext cx="2323380" cy="2119602"/>
            </a:xfrm>
            <a:custGeom>
              <a:avLst/>
              <a:gdLst>
                <a:gd name="connsiteX0" fmla="*/ 0 w 1344524"/>
                <a:gd name="connsiteY0" fmla="*/ 0 h 1422228"/>
                <a:gd name="connsiteX1" fmla="*/ 1344524 w 1344524"/>
                <a:gd name="connsiteY1" fmla="*/ 0 h 1422228"/>
                <a:gd name="connsiteX2" fmla="*/ 1344524 w 1344524"/>
                <a:gd name="connsiteY2" fmla="*/ 1422228 h 1422228"/>
                <a:gd name="connsiteX3" fmla="*/ 0 w 1344524"/>
                <a:gd name="connsiteY3" fmla="*/ 1422228 h 1422228"/>
                <a:gd name="connsiteX4" fmla="*/ 0 w 1344524"/>
                <a:gd name="connsiteY4" fmla="*/ 0 h 1422228"/>
                <a:gd name="connsiteX0" fmla="*/ 0 w 1441490"/>
                <a:gd name="connsiteY0" fmla="*/ 0 h 1422228"/>
                <a:gd name="connsiteX1" fmla="*/ 1344524 w 1441490"/>
                <a:gd name="connsiteY1" fmla="*/ 0 h 1422228"/>
                <a:gd name="connsiteX2" fmla="*/ 1441490 w 1441490"/>
                <a:gd name="connsiteY2" fmla="*/ 1179354 h 1422228"/>
                <a:gd name="connsiteX3" fmla="*/ 0 w 1441490"/>
                <a:gd name="connsiteY3" fmla="*/ 1422228 h 1422228"/>
                <a:gd name="connsiteX4" fmla="*/ 0 w 1441490"/>
                <a:gd name="connsiteY4" fmla="*/ 0 h 1422228"/>
                <a:gd name="connsiteX0" fmla="*/ 0 w 1441490"/>
                <a:gd name="connsiteY0" fmla="*/ 0 h 1422228"/>
                <a:gd name="connsiteX1" fmla="*/ 1344524 w 1441490"/>
                <a:gd name="connsiteY1" fmla="*/ 0 h 1422228"/>
                <a:gd name="connsiteX2" fmla="*/ 1441490 w 1441490"/>
                <a:gd name="connsiteY2" fmla="*/ 1179354 h 1422228"/>
                <a:gd name="connsiteX3" fmla="*/ 0 w 1441490"/>
                <a:gd name="connsiteY3" fmla="*/ 1422228 h 1422228"/>
                <a:gd name="connsiteX4" fmla="*/ 0 w 1441490"/>
                <a:gd name="connsiteY4" fmla="*/ 0 h 1422228"/>
                <a:gd name="connsiteX0" fmla="*/ 0 w 1441490"/>
                <a:gd name="connsiteY0" fmla="*/ 0 h 1407832"/>
                <a:gd name="connsiteX1" fmla="*/ 1344524 w 1441490"/>
                <a:gd name="connsiteY1" fmla="*/ 0 h 1407832"/>
                <a:gd name="connsiteX2" fmla="*/ 1441490 w 1441490"/>
                <a:gd name="connsiteY2" fmla="*/ 1179354 h 1407832"/>
                <a:gd name="connsiteX3" fmla="*/ 4836 w 1441490"/>
                <a:gd name="connsiteY3" fmla="*/ 1407832 h 1407832"/>
                <a:gd name="connsiteX4" fmla="*/ 0 w 1441490"/>
                <a:gd name="connsiteY4" fmla="*/ 0 h 1407832"/>
                <a:gd name="connsiteX0" fmla="*/ 0 w 1441490"/>
                <a:gd name="connsiteY0" fmla="*/ 0 h 1407832"/>
                <a:gd name="connsiteX1" fmla="*/ 1344524 w 1441490"/>
                <a:gd name="connsiteY1" fmla="*/ 0 h 1407832"/>
                <a:gd name="connsiteX2" fmla="*/ 1441490 w 1441490"/>
                <a:gd name="connsiteY2" fmla="*/ 1179354 h 1407832"/>
                <a:gd name="connsiteX3" fmla="*/ 4836 w 1441490"/>
                <a:gd name="connsiteY3" fmla="*/ 1407832 h 1407832"/>
                <a:gd name="connsiteX4" fmla="*/ 0 w 1441490"/>
                <a:gd name="connsiteY4" fmla="*/ 0 h 1407832"/>
                <a:gd name="connsiteX0" fmla="*/ 0 w 1441490"/>
                <a:gd name="connsiteY0" fmla="*/ 0 h 1407832"/>
                <a:gd name="connsiteX1" fmla="*/ 1344524 w 1441490"/>
                <a:gd name="connsiteY1" fmla="*/ 0 h 1407832"/>
                <a:gd name="connsiteX2" fmla="*/ 1441490 w 1441490"/>
                <a:gd name="connsiteY2" fmla="*/ 1179354 h 1407832"/>
                <a:gd name="connsiteX3" fmla="*/ 4836 w 1441490"/>
                <a:gd name="connsiteY3" fmla="*/ 1407832 h 1407832"/>
                <a:gd name="connsiteX4" fmla="*/ 0 w 1441490"/>
                <a:gd name="connsiteY4" fmla="*/ 0 h 1407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41490" h="1407832">
                  <a:moveTo>
                    <a:pt x="0" y="0"/>
                  </a:moveTo>
                  <a:lnTo>
                    <a:pt x="1344524" y="0"/>
                  </a:lnTo>
                  <a:cubicBezTo>
                    <a:pt x="1376846" y="393118"/>
                    <a:pt x="1337235" y="903188"/>
                    <a:pt x="1441490" y="1179354"/>
                  </a:cubicBezTo>
                  <a:cubicBezTo>
                    <a:pt x="1081761" y="1443823"/>
                    <a:pt x="556514" y="1380972"/>
                    <a:pt x="4836" y="140783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7E6E6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143435" bIns="143435" rtlCol="0" anchor="b"/>
            <a:lstStyle/>
            <a:p>
              <a:pPr algn="ctr"/>
              <a:r>
                <a:rPr lang="en-US" sz="1098" dirty="0">
                  <a:solidFill>
                    <a:schemeClr val="tx1"/>
                  </a:solidFill>
                </a:rPr>
                <a:t> </a:t>
              </a:r>
              <a:endParaRPr lang="en-US" sz="1694" dirty="0">
                <a:solidFill>
                  <a:schemeClr val="tx1"/>
                </a:solidFill>
              </a:endParaRPr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6E25D393-FD20-4ABB-B6ED-FDA65227F048}"/>
              </a:ext>
            </a:extLst>
          </p:cNvPr>
          <p:cNvSpPr/>
          <p:nvPr/>
        </p:nvSpPr>
        <p:spPr>
          <a:xfrm>
            <a:off x="6330590" y="1366978"/>
            <a:ext cx="5687608" cy="4373933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12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11331D2-8936-4836-AB2A-066F70FF3C9E}"/>
              </a:ext>
            </a:extLst>
          </p:cNvPr>
          <p:cNvSpPr txBox="1"/>
          <p:nvPr/>
        </p:nvSpPr>
        <p:spPr>
          <a:xfrm>
            <a:off x="319243" y="5755197"/>
            <a:ext cx="1985255" cy="9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12" dirty="0"/>
              <a:t>Step 1</a:t>
            </a:r>
          </a:p>
          <a:p>
            <a:pPr algn="ctr"/>
            <a:r>
              <a:rPr lang="en-US" sz="1412" dirty="0"/>
              <a:t>Get two pads of different colored sticky notes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BEF110EF-6B6B-4026-A276-584B756BA670}"/>
              </a:ext>
            </a:extLst>
          </p:cNvPr>
          <p:cNvSpPr txBox="1"/>
          <p:nvPr/>
        </p:nvSpPr>
        <p:spPr>
          <a:xfrm>
            <a:off x="2754585" y="5755197"/>
            <a:ext cx="2402158" cy="9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12" dirty="0"/>
              <a:t>Step 2</a:t>
            </a:r>
          </a:p>
          <a:p>
            <a:pPr algn="ctr"/>
            <a:r>
              <a:rPr lang="en-US" sz="1412" dirty="0"/>
              <a:t>Write every project name twice, once on each color sticky note</a:t>
            </a:r>
          </a:p>
        </p:txBody>
      </p:sp>
      <p:grpSp>
        <p:nvGrpSpPr>
          <p:cNvPr id="89" name="Group 88">
            <a:extLst>
              <a:ext uri="{FF2B5EF4-FFF2-40B4-BE49-F238E27FC236}">
                <a16:creationId xmlns:a16="http://schemas.microsoft.com/office/drawing/2014/main" id="{EEC2BC1A-71C8-4D76-A4F7-BB877131F04F}"/>
              </a:ext>
            </a:extLst>
          </p:cNvPr>
          <p:cNvGrpSpPr/>
          <p:nvPr/>
        </p:nvGrpSpPr>
        <p:grpSpPr>
          <a:xfrm>
            <a:off x="6245412" y="724447"/>
            <a:ext cx="5687608" cy="343843"/>
            <a:chOff x="457200" y="152400"/>
            <a:chExt cx="2819400" cy="381000"/>
          </a:xfrm>
        </p:grpSpPr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4883C96F-AF32-4F73-B9F3-7037D3807EEF}"/>
                </a:ext>
              </a:extLst>
            </p:cNvPr>
            <p:cNvCxnSpPr/>
            <p:nvPr/>
          </p:nvCxnSpPr>
          <p:spPr>
            <a:xfrm>
              <a:off x="3276600" y="152400"/>
              <a:ext cx="0" cy="381000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EA10B30F-EE06-40C0-8110-114D0EC4DDA8}"/>
                </a:ext>
              </a:extLst>
            </p:cNvPr>
            <p:cNvCxnSpPr/>
            <p:nvPr/>
          </p:nvCxnSpPr>
          <p:spPr>
            <a:xfrm>
              <a:off x="457200" y="152400"/>
              <a:ext cx="0" cy="381000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Arrow Connector 91">
              <a:extLst>
                <a:ext uri="{FF2B5EF4-FFF2-40B4-BE49-F238E27FC236}">
                  <a16:creationId xmlns:a16="http://schemas.microsoft.com/office/drawing/2014/main" id="{5DAEED56-E753-4435-8610-338C99194E70}"/>
                </a:ext>
              </a:extLst>
            </p:cNvPr>
            <p:cNvCxnSpPr/>
            <p:nvPr/>
          </p:nvCxnSpPr>
          <p:spPr>
            <a:xfrm>
              <a:off x="457200" y="333375"/>
              <a:ext cx="2819400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3" name="Rectangle 92">
            <a:extLst>
              <a:ext uri="{FF2B5EF4-FFF2-40B4-BE49-F238E27FC236}">
                <a16:creationId xmlns:a16="http://schemas.microsoft.com/office/drawing/2014/main" id="{A38C6335-C2B1-4101-8630-39B44973B676}"/>
              </a:ext>
            </a:extLst>
          </p:cNvPr>
          <p:cNvSpPr/>
          <p:nvPr/>
        </p:nvSpPr>
        <p:spPr>
          <a:xfrm>
            <a:off x="8506574" y="724447"/>
            <a:ext cx="1409545" cy="343843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sz="1695" dirty="0">
                <a:solidFill>
                  <a:schemeClr val="tx1"/>
                </a:solidFill>
              </a:rPr>
              <a:t>30” (0.7 m)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96D0A1B-D2DE-42C8-9F25-A0A4D2D4CC20}"/>
              </a:ext>
            </a:extLst>
          </p:cNvPr>
          <p:cNvSpPr txBox="1"/>
          <p:nvPr/>
        </p:nvSpPr>
        <p:spPr>
          <a:xfrm>
            <a:off x="6377336" y="1425961"/>
            <a:ext cx="3802566" cy="67159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82" dirty="0"/>
              <a:t>Project Review Kamishibai Board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A1766A4-CB46-4E44-B444-7E2D38BFCE11}"/>
              </a:ext>
            </a:extLst>
          </p:cNvPr>
          <p:cNvGrpSpPr/>
          <p:nvPr/>
        </p:nvGrpSpPr>
        <p:grpSpPr>
          <a:xfrm>
            <a:off x="6758151" y="2555969"/>
            <a:ext cx="995247" cy="897084"/>
            <a:chOff x="8479656" y="3237718"/>
            <a:chExt cx="1440333" cy="1298270"/>
          </a:xfrm>
        </p:grpSpPr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00D4E8C5-A495-49E0-9295-D28A258FC71F}"/>
                </a:ext>
              </a:extLst>
            </p:cNvPr>
            <p:cNvGrpSpPr/>
            <p:nvPr/>
          </p:nvGrpSpPr>
          <p:grpSpPr>
            <a:xfrm rot="337866">
              <a:off x="8479656" y="3237718"/>
              <a:ext cx="1349335" cy="1167402"/>
              <a:chOff x="7153217" y="2662431"/>
              <a:chExt cx="1520005" cy="1407832"/>
            </a:xfrm>
            <a:effectLst/>
          </p:grpSpPr>
          <p:sp>
            <p:nvSpPr>
              <p:cNvPr id="101" name="Rectangle 10">
                <a:extLst>
                  <a:ext uri="{FF2B5EF4-FFF2-40B4-BE49-F238E27FC236}">
                    <a16:creationId xmlns:a16="http://schemas.microsoft.com/office/drawing/2014/main" id="{A8E52261-5A11-4B8C-82C4-84B5B1EA447C}"/>
                  </a:ext>
                </a:extLst>
              </p:cNvPr>
              <p:cNvSpPr/>
              <p:nvPr/>
            </p:nvSpPr>
            <p:spPr>
              <a:xfrm rot="20467554">
                <a:off x="7626053" y="3827866"/>
                <a:ext cx="1047169" cy="202430"/>
              </a:xfrm>
              <a:custGeom>
                <a:avLst/>
                <a:gdLst>
                  <a:gd name="connsiteX0" fmla="*/ 0 w 997799"/>
                  <a:gd name="connsiteY0" fmla="*/ 0 h 190624"/>
                  <a:gd name="connsiteX1" fmla="*/ 997799 w 997799"/>
                  <a:gd name="connsiteY1" fmla="*/ 0 h 190624"/>
                  <a:gd name="connsiteX2" fmla="*/ 997799 w 997799"/>
                  <a:gd name="connsiteY2" fmla="*/ 190624 h 190624"/>
                  <a:gd name="connsiteX3" fmla="*/ 0 w 997799"/>
                  <a:gd name="connsiteY3" fmla="*/ 190624 h 190624"/>
                  <a:gd name="connsiteX4" fmla="*/ 0 w 997799"/>
                  <a:gd name="connsiteY4" fmla="*/ 0 h 190624"/>
                  <a:gd name="connsiteX0" fmla="*/ 0 w 997799"/>
                  <a:gd name="connsiteY0" fmla="*/ 0 h 190624"/>
                  <a:gd name="connsiteX1" fmla="*/ 997799 w 997799"/>
                  <a:gd name="connsiteY1" fmla="*/ 0 h 190624"/>
                  <a:gd name="connsiteX2" fmla="*/ 997799 w 997799"/>
                  <a:gd name="connsiteY2" fmla="*/ 190624 h 190624"/>
                  <a:gd name="connsiteX3" fmla="*/ 0 w 997799"/>
                  <a:gd name="connsiteY3" fmla="*/ 0 h 190624"/>
                  <a:gd name="connsiteX0" fmla="*/ 0 w 1006687"/>
                  <a:gd name="connsiteY0" fmla="*/ 53621 h 190624"/>
                  <a:gd name="connsiteX1" fmla="*/ 1006687 w 1006687"/>
                  <a:gd name="connsiteY1" fmla="*/ 0 h 190624"/>
                  <a:gd name="connsiteX2" fmla="*/ 1006687 w 1006687"/>
                  <a:gd name="connsiteY2" fmla="*/ 190624 h 190624"/>
                  <a:gd name="connsiteX3" fmla="*/ 0 w 1006687"/>
                  <a:gd name="connsiteY3" fmla="*/ 53621 h 190624"/>
                  <a:gd name="connsiteX0" fmla="*/ 0 w 1069156"/>
                  <a:gd name="connsiteY0" fmla="*/ 53621 h 195629"/>
                  <a:gd name="connsiteX1" fmla="*/ 1006687 w 1069156"/>
                  <a:gd name="connsiteY1" fmla="*/ 0 h 195629"/>
                  <a:gd name="connsiteX2" fmla="*/ 1069156 w 1069156"/>
                  <a:gd name="connsiteY2" fmla="*/ 195629 h 195629"/>
                  <a:gd name="connsiteX3" fmla="*/ 0 w 1069156"/>
                  <a:gd name="connsiteY3" fmla="*/ 53621 h 195629"/>
                  <a:gd name="connsiteX0" fmla="*/ 0 w 1069156"/>
                  <a:gd name="connsiteY0" fmla="*/ 53621 h 195629"/>
                  <a:gd name="connsiteX1" fmla="*/ 1006687 w 1069156"/>
                  <a:gd name="connsiteY1" fmla="*/ 0 h 195629"/>
                  <a:gd name="connsiteX2" fmla="*/ 1069156 w 1069156"/>
                  <a:gd name="connsiteY2" fmla="*/ 195629 h 195629"/>
                  <a:gd name="connsiteX3" fmla="*/ 0 w 1069156"/>
                  <a:gd name="connsiteY3" fmla="*/ 53621 h 195629"/>
                  <a:gd name="connsiteX0" fmla="*/ 0 w 1069156"/>
                  <a:gd name="connsiteY0" fmla="*/ 53621 h 195629"/>
                  <a:gd name="connsiteX1" fmla="*/ 1006687 w 1069156"/>
                  <a:gd name="connsiteY1" fmla="*/ 0 h 195629"/>
                  <a:gd name="connsiteX2" fmla="*/ 1069156 w 1069156"/>
                  <a:gd name="connsiteY2" fmla="*/ 195629 h 195629"/>
                  <a:gd name="connsiteX3" fmla="*/ 0 w 1069156"/>
                  <a:gd name="connsiteY3" fmla="*/ 53621 h 195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69156" h="195629">
                    <a:moveTo>
                      <a:pt x="0" y="53621"/>
                    </a:moveTo>
                    <a:lnTo>
                      <a:pt x="1006687" y="0"/>
                    </a:lnTo>
                    <a:lnTo>
                      <a:pt x="1069156" y="195629"/>
                    </a:lnTo>
                    <a:cubicBezTo>
                      <a:pt x="696047" y="194596"/>
                      <a:pt x="375028" y="173914"/>
                      <a:pt x="0" y="53621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143435" rtlCol="0" anchor="b"/>
              <a:lstStyle/>
              <a:p>
                <a:pPr algn="ctr"/>
                <a:endParaRPr lang="en-US" sz="1412" b="1">
                  <a:latin typeface="Ink Free" panose="03080402000500000000" pitchFamily="66" charset="0"/>
                </a:endParaRPr>
              </a:p>
            </p:txBody>
          </p:sp>
          <p:sp>
            <p:nvSpPr>
              <p:cNvPr id="102" name="Rectangle 11">
                <a:extLst>
                  <a:ext uri="{FF2B5EF4-FFF2-40B4-BE49-F238E27FC236}">
                    <a16:creationId xmlns:a16="http://schemas.microsoft.com/office/drawing/2014/main" id="{E7B78BF6-5187-41C8-A573-81D76470355D}"/>
                  </a:ext>
                </a:extLst>
              </p:cNvPr>
              <p:cNvSpPr/>
              <p:nvPr/>
            </p:nvSpPr>
            <p:spPr>
              <a:xfrm rot="21164825">
                <a:off x="7153217" y="2662431"/>
                <a:ext cx="1441490" cy="1407832"/>
              </a:xfrm>
              <a:custGeom>
                <a:avLst/>
                <a:gdLst>
                  <a:gd name="connsiteX0" fmla="*/ 0 w 1344524"/>
                  <a:gd name="connsiteY0" fmla="*/ 0 h 1422228"/>
                  <a:gd name="connsiteX1" fmla="*/ 1344524 w 1344524"/>
                  <a:gd name="connsiteY1" fmla="*/ 0 h 1422228"/>
                  <a:gd name="connsiteX2" fmla="*/ 1344524 w 1344524"/>
                  <a:gd name="connsiteY2" fmla="*/ 1422228 h 1422228"/>
                  <a:gd name="connsiteX3" fmla="*/ 0 w 1344524"/>
                  <a:gd name="connsiteY3" fmla="*/ 1422228 h 1422228"/>
                  <a:gd name="connsiteX4" fmla="*/ 0 w 1344524"/>
                  <a:gd name="connsiteY4" fmla="*/ 0 h 1422228"/>
                  <a:gd name="connsiteX0" fmla="*/ 0 w 1441490"/>
                  <a:gd name="connsiteY0" fmla="*/ 0 h 1422228"/>
                  <a:gd name="connsiteX1" fmla="*/ 1344524 w 1441490"/>
                  <a:gd name="connsiteY1" fmla="*/ 0 h 1422228"/>
                  <a:gd name="connsiteX2" fmla="*/ 1441490 w 1441490"/>
                  <a:gd name="connsiteY2" fmla="*/ 1179354 h 1422228"/>
                  <a:gd name="connsiteX3" fmla="*/ 0 w 1441490"/>
                  <a:gd name="connsiteY3" fmla="*/ 1422228 h 1422228"/>
                  <a:gd name="connsiteX4" fmla="*/ 0 w 1441490"/>
                  <a:gd name="connsiteY4" fmla="*/ 0 h 1422228"/>
                  <a:gd name="connsiteX0" fmla="*/ 0 w 1441490"/>
                  <a:gd name="connsiteY0" fmla="*/ 0 h 1422228"/>
                  <a:gd name="connsiteX1" fmla="*/ 1344524 w 1441490"/>
                  <a:gd name="connsiteY1" fmla="*/ 0 h 1422228"/>
                  <a:gd name="connsiteX2" fmla="*/ 1441490 w 1441490"/>
                  <a:gd name="connsiteY2" fmla="*/ 1179354 h 1422228"/>
                  <a:gd name="connsiteX3" fmla="*/ 0 w 1441490"/>
                  <a:gd name="connsiteY3" fmla="*/ 1422228 h 1422228"/>
                  <a:gd name="connsiteX4" fmla="*/ 0 w 1441490"/>
                  <a:gd name="connsiteY4" fmla="*/ 0 h 1422228"/>
                  <a:gd name="connsiteX0" fmla="*/ 0 w 1441490"/>
                  <a:gd name="connsiteY0" fmla="*/ 0 h 1407832"/>
                  <a:gd name="connsiteX1" fmla="*/ 1344524 w 1441490"/>
                  <a:gd name="connsiteY1" fmla="*/ 0 h 1407832"/>
                  <a:gd name="connsiteX2" fmla="*/ 1441490 w 1441490"/>
                  <a:gd name="connsiteY2" fmla="*/ 1179354 h 1407832"/>
                  <a:gd name="connsiteX3" fmla="*/ 4836 w 1441490"/>
                  <a:gd name="connsiteY3" fmla="*/ 1407832 h 1407832"/>
                  <a:gd name="connsiteX4" fmla="*/ 0 w 1441490"/>
                  <a:gd name="connsiteY4" fmla="*/ 0 h 1407832"/>
                  <a:gd name="connsiteX0" fmla="*/ 0 w 1441490"/>
                  <a:gd name="connsiteY0" fmla="*/ 0 h 1407832"/>
                  <a:gd name="connsiteX1" fmla="*/ 1344524 w 1441490"/>
                  <a:gd name="connsiteY1" fmla="*/ 0 h 1407832"/>
                  <a:gd name="connsiteX2" fmla="*/ 1441490 w 1441490"/>
                  <a:gd name="connsiteY2" fmla="*/ 1179354 h 1407832"/>
                  <a:gd name="connsiteX3" fmla="*/ 4836 w 1441490"/>
                  <a:gd name="connsiteY3" fmla="*/ 1407832 h 1407832"/>
                  <a:gd name="connsiteX4" fmla="*/ 0 w 1441490"/>
                  <a:gd name="connsiteY4" fmla="*/ 0 h 1407832"/>
                  <a:gd name="connsiteX0" fmla="*/ 0 w 1441490"/>
                  <a:gd name="connsiteY0" fmla="*/ 0 h 1407832"/>
                  <a:gd name="connsiteX1" fmla="*/ 1344524 w 1441490"/>
                  <a:gd name="connsiteY1" fmla="*/ 0 h 1407832"/>
                  <a:gd name="connsiteX2" fmla="*/ 1441490 w 1441490"/>
                  <a:gd name="connsiteY2" fmla="*/ 1179354 h 1407832"/>
                  <a:gd name="connsiteX3" fmla="*/ 4836 w 1441490"/>
                  <a:gd name="connsiteY3" fmla="*/ 1407832 h 1407832"/>
                  <a:gd name="connsiteX4" fmla="*/ 0 w 1441490"/>
                  <a:gd name="connsiteY4" fmla="*/ 0 h 14078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41490" h="1407832">
                    <a:moveTo>
                      <a:pt x="0" y="0"/>
                    </a:moveTo>
                    <a:lnTo>
                      <a:pt x="1344524" y="0"/>
                    </a:lnTo>
                    <a:cubicBezTo>
                      <a:pt x="1376846" y="393118"/>
                      <a:pt x="1337235" y="903188"/>
                      <a:pt x="1441490" y="1179354"/>
                    </a:cubicBezTo>
                    <a:cubicBezTo>
                      <a:pt x="1081761" y="1443823"/>
                      <a:pt x="556514" y="1380972"/>
                      <a:pt x="4836" y="1407832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 w="3175"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143435" bIns="143435" rtlCol="0" anchor="b"/>
              <a:lstStyle/>
              <a:p>
                <a:pPr algn="ctr"/>
                <a:r>
                  <a:rPr lang="en-US" sz="706" b="1" dirty="0">
                    <a:solidFill>
                      <a:schemeClr val="tx1"/>
                    </a:solidFill>
                    <a:latin typeface="Ink Free" panose="03080402000500000000" pitchFamily="66" charset="0"/>
                  </a:rPr>
                  <a:t> </a:t>
                </a:r>
                <a:endParaRPr lang="en-US" sz="941" b="1" dirty="0">
                  <a:solidFill>
                    <a:schemeClr val="tx1"/>
                  </a:solidFill>
                  <a:latin typeface="Ink Free" panose="03080402000500000000" pitchFamily="66" charset="0"/>
                </a:endParaRPr>
              </a:p>
            </p:txBody>
          </p:sp>
        </p:grpSp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05C79D1F-BB95-44B4-9730-5658BA809921}"/>
                </a:ext>
              </a:extLst>
            </p:cNvPr>
            <p:cNvGrpSpPr/>
            <p:nvPr/>
          </p:nvGrpSpPr>
          <p:grpSpPr>
            <a:xfrm rot="337866">
              <a:off x="8570654" y="3368586"/>
              <a:ext cx="1349335" cy="1167402"/>
              <a:chOff x="7153217" y="2662431"/>
              <a:chExt cx="1520005" cy="1407832"/>
            </a:xfrm>
            <a:solidFill>
              <a:schemeClr val="accent5">
                <a:lumMod val="60000"/>
                <a:lumOff val="40000"/>
              </a:schemeClr>
            </a:solidFill>
            <a:effectLst/>
          </p:grpSpPr>
          <p:sp>
            <p:nvSpPr>
              <p:cNvPr id="104" name="Rectangle 10">
                <a:extLst>
                  <a:ext uri="{FF2B5EF4-FFF2-40B4-BE49-F238E27FC236}">
                    <a16:creationId xmlns:a16="http://schemas.microsoft.com/office/drawing/2014/main" id="{B165F41F-95A6-4002-897C-F47648F6E440}"/>
                  </a:ext>
                </a:extLst>
              </p:cNvPr>
              <p:cNvSpPr/>
              <p:nvPr/>
            </p:nvSpPr>
            <p:spPr>
              <a:xfrm rot="20467554">
                <a:off x="7626053" y="3827866"/>
                <a:ext cx="1047169" cy="202430"/>
              </a:xfrm>
              <a:custGeom>
                <a:avLst/>
                <a:gdLst>
                  <a:gd name="connsiteX0" fmla="*/ 0 w 997799"/>
                  <a:gd name="connsiteY0" fmla="*/ 0 h 190624"/>
                  <a:gd name="connsiteX1" fmla="*/ 997799 w 997799"/>
                  <a:gd name="connsiteY1" fmla="*/ 0 h 190624"/>
                  <a:gd name="connsiteX2" fmla="*/ 997799 w 997799"/>
                  <a:gd name="connsiteY2" fmla="*/ 190624 h 190624"/>
                  <a:gd name="connsiteX3" fmla="*/ 0 w 997799"/>
                  <a:gd name="connsiteY3" fmla="*/ 190624 h 190624"/>
                  <a:gd name="connsiteX4" fmla="*/ 0 w 997799"/>
                  <a:gd name="connsiteY4" fmla="*/ 0 h 190624"/>
                  <a:gd name="connsiteX0" fmla="*/ 0 w 997799"/>
                  <a:gd name="connsiteY0" fmla="*/ 0 h 190624"/>
                  <a:gd name="connsiteX1" fmla="*/ 997799 w 997799"/>
                  <a:gd name="connsiteY1" fmla="*/ 0 h 190624"/>
                  <a:gd name="connsiteX2" fmla="*/ 997799 w 997799"/>
                  <a:gd name="connsiteY2" fmla="*/ 190624 h 190624"/>
                  <a:gd name="connsiteX3" fmla="*/ 0 w 997799"/>
                  <a:gd name="connsiteY3" fmla="*/ 0 h 190624"/>
                  <a:gd name="connsiteX0" fmla="*/ 0 w 1006687"/>
                  <a:gd name="connsiteY0" fmla="*/ 53621 h 190624"/>
                  <a:gd name="connsiteX1" fmla="*/ 1006687 w 1006687"/>
                  <a:gd name="connsiteY1" fmla="*/ 0 h 190624"/>
                  <a:gd name="connsiteX2" fmla="*/ 1006687 w 1006687"/>
                  <a:gd name="connsiteY2" fmla="*/ 190624 h 190624"/>
                  <a:gd name="connsiteX3" fmla="*/ 0 w 1006687"/>
                  <a:gd name="connsiteY3" fmla="*/ 53621 h 190624"/>
                  <a:gd name="connsiteX0" fmla="*/ 0 w 1069156"/>
                  <a:gd name="connsiteY0" fmla="*/ 53621 h 195629"/>
                  <a:gd name="connsiteX1" fmla="*/ 1006687 w 1069156"/>
                  <a:gd name="connsiteY1" fmla="*/ 0 h 195629"/>
                  <a:gd name="connsiteX2" fmla="*/ 1069156 w 1069156"/>
                  <a:gd name="connsiteY2" fmla="*/ 195629 h 195629"/>
                  <a:gd name="connsiteX3" fmla="*/ 0 w 1069156"/>
                  <a:gd name="connsiteY3" fmla="*/ 53621 h 195629"/>
                  <a:gd name="connsiteX0" fmla="*/ 0 w 1069156"/>
                  <a:gd name="connsiteY0" fmla="*/ 53621 h 195629"/>
                  <a:gd name="connsiteX1" fmla="*/ 1006687 w 1069156"/>
                  <a:gd name="connsiteY1" fmla="*/ 0 h 195629"/>
                  <a:gd name="connsiteX2" fmla="*/ 1069156 w 1069156"/>
                  <a:gd name="connsiteY2" fmla="*/ 195629 h 195629"/>
                  <a:gd name="connsiteX3" fmla="*/ 0 w 1069156"/>
                  <a:gd name="connsiteY3" fmla="*/ 53621 h 195629"/>
                  <a:gd name="connsiteX0" fmla="*/ 0 w 1069156"/>
                  <a:gd name="connsiteY0" fmla="*/ 53621 h 195629"/>
                  <a:gd name="connsiteX1" fmla="*/ 1006687 w 1069156"/>
                  <a:gd name="connsiteY1" fmla="*/ 0 h 195629"/>
                  <a:gd name="connsiteX2" fmla="*/ 1069156 w 1069156"/>
                  <a:gd name="connsiteY2" fmla="*/ 195629 h 195629"/>
                  <a:gd name="connsiteX3" fmla="*/ 0 w 1069156"/>
                  <a:gd name="connsiteY3" fmla="*/ 53621 h 195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69156" h="195629">
                    <a:moveTo>
                      <a:pt x="0" y="53621"/>
                    </a:moveTo>
                    <a:lnTo>
                      <a:pt x="1006687" y="0"/>
                    </a:lnTo>
                    <a:lnTo>
                      <a:pt x="1069156" y="195629"/>
                    </a:lnTo>
                    <a:cubicBezTo>
                      <a:pt x="696047" y="194596"/>
                      <a:pt x="375028" y="173914"/>
                      <a:pt x="0" y="53621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143435" rtlCol="0" anchor="b"/>
              <a:lstStyle/>
              <a:p>
                <a:pPr algn="ctr"/>
                <a:endParaRPr lang="en-US" sz="1412" b="1">
                  <a:latin typeface="Ink Free" panose="03080402000500000000" pitchFamily="66" charset="0"/>
                </a:endParaRPr>
              </a:p>
            </p:txBody>
          </p:sp>
          <p:sp>
            <p:nvSpPr>
              <p:cNvPr id="105" name="Rectangle 11">
                <a:extLst>
                  <a:ext uri="{FF2B5EF4-FFF2-40B4-BE49-F238E27FC236}">
                    <a16:creationId xmlns:a16="http://schemas.microsoft.com/office/drawing/2014/main" id="{9C127ECB-2A25-4168-84A6-FD7E4656ACEE}"/>
                  </a:ext>
                </a:extLst>
              </p:cNvPr>
              <p:cNvSpPr/>
              <p:nvPr/>
            </p:nvSpPr>
            <p:spPr>
              <a:xfrm rot="21164825">
                <a:off x="7153217" y="2662431"/>
                <a:ext cx="1441490" cy="1407832"/>
              </a:xfrm>
              <a:custGeom>
                <a:avLst/>
                <a:gdLst>
                  <a:gd name="connsiteX0" fmla="*/ 0 w 1344524"/>
                  <a:gd name="connsiteY0" fmla="*/ 0 h 1422228"/>
                  <a:gd name="connsiteX1" fmla="*/ 1344524 w 1344524"/>
                  <a:gd name="connsiteY1" fmla="*/ 0 h 1422228"/>
                  <a:gd name="connsiteX2" fmla="*/ 1344524 w 1344524"/>
                  <a:gd name="connsiteY2" fmla="*/ 1422228 h 1422228"/>
                  <a:gd name="connsiteX3" fmla="*/ 0 w 1344524"/>
                  <a:gd name="connsiteY3" fmla="*/ 1422228 h 1422228"/>
                  <a:gd name="connsiteX4" fmla="*/ 0 w 1344524"/>
                  <a:gd name="connsiteY4" fmla="*/ 0 h 1422228"/>
                  <a:gd name="connsiteX0" fmla="*/ 0 w 1441490"/>
                  <a:gd name="connsiteY0" fmla="*/ 0 h 1422228"/>
                  <a:gd name="connsiteX1" fmla="*/ 1344524 w 1441490"/>
                  <a:gd name="connsiteY1" fmla="*/ 0 h 1422228"/>
                  <a:gd name="connsiteX2" fmla="*/ 1441490 w 1441490"/>
                  <a:gd name="connsiteY2" fmla="*/ 1179354 h 1422228"/>
                  <a:gd name="connsiteX3" fmla="*/ 0 w 1441490"/>
                  <a:gd name="connsiteY3" fmla="*/ 1422228 h 1422228"/>
                  <a:gd name="connsiteX4" fmla="*/ 0 w 1441490"/>
                  <a:gd name="connsiteY4" fmla="*/ 0 h 1422228"/>
                  <a:gd name="connsiteX0" fmla="*/ 0 w 1441490"/>
                  <a:gd name="connsiteY0" fmla="*/ 0 h 1422228"/>
                  <a:gd name="connsiteX1" fmla="*/ 1344524 w 1441490"/>
                  <a:gd name="connsiteY1" fmla="*/ 0 h 1422228"/>
                  <a:gd name="connsiteX2" fmla="*/ 1441490 w 1441490"/>
                  <a:gd name="connsiteY2" fmla="*/ 1179354 h 1422228"/>
                  <a:gd name="connsiteX3" fmla="*/ 0 w 1441490"/>
                  <a:gd name="connsiteY3" fmla="*/ 1422228 h 1422228"/>
                  <a:gd name="connsiteX4" fmla="*/ 0 w 1441490"/>
                  <a:gd name="connsiteY4" fmla="*/ 0 h 1422228"/>
                  <a:gd name="connsiteX0" fmla="*/ 0 w 1441490"/>
                  <a:gd name="connsiteY0" fmla="*/ 0 h 1407832"/>
                  <a:gd name="connsiteX1" fmla="*/ 1344524 w 1441490"/>
                  <a:gd name="connsiteY1" fmla="*/ 0 h 1407832"/>
                  <a:gd name="connsiteX2" fmla="*/ 1441490 w 1441490"/>
                  <a:gd name="connsiteY2" fmla="*/ 1179354 h 1407832"/>
                  <a:gd name="connsiteX3" fmla="*/ 4836 w 1441490"/>
                  <a:gd name="connsiteY3" fmla="*/ 1407832 h 1407832"/>
                  <a:gd name="connsiteX4" fmla="*/ 0 w 1441490"/>
                  <a:gd name="connsiteY4" fmla="*/ 0 h 1407832"/>
                  <a:gd name="connsiteX0" fmla="*/ 0 w 1441490"/>
                  <a:gd name="connsiteY0" fmla="*/ 0 h 1407832"/>
                  <a:gd name="connsiteX1" fmla="*/ 1344524 w 1441490"/>
                  <a:gd name="connsiteY1" fmla="*/ 0 h 1407832"/>
                  <a:gd name="connsiteX2" fmla="*/ 1441490 w 1441490"/>
                  <a:gd name="connsiteY2" fmla="*/ 1179354 h 1407832"/>
                  <a:gd name="connsiteX3" fmla="*/ 4836 w 1441490"/>
                  <a:gd name="connsiteY3" fmla="*/ 1407832 h 1407832"/>
                  <a:gd name="connsiteX4" fmla="*/ 0 w 1441490"/>
                  <a:gd name="connsiteY4" fmla="*/ 0 h 1407832"/>
                  <a:gd name="connsiteX0" fmla="*/ 0 w 1441490"/>
                  <a:gd name="connsiteY0" fmla="*/ 0 h 1407832"/>
                  <a:gd name="connsiteX1" fmla="*/ 1344524 w 1441490"/>
                  <a:gd name="connsiteY1" fmla="*/ 0 h 1407832"/>
                  <a:gd name="connsiteX2" fmla="*/ 1441490 w 1441490"/>
                  <a:gd name="connsiteY2" fmla="*/ 1179354 h 1407832"/>
                  <a:gd name="connsiteX3" fmla="*/ 4836 w 1441490"/>
                  <a:gd name="connsiteY3" fmla="*/ 1407832 h 1407832"/>
                  <a:gd name="connsiteX4" fmla="*/ 0 w 1441490"/>
                  <a:gd name="connsiteY4" fmla="*/ 0 h 14078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41490" h="1407832">
                    <a:moveTo>
                      <a:pt x="0" y="0"/>
                    </a:moveTo>
                    <a:lnTo>
                      <a:pt x="1344524" y="0"/>
                    </a:lnTo>
                    <a:cubicBezTo>
                      <a:pt x="1376846" y="393118"/>
                      <a:pt x="1337235" y="903188"/>
                      <a:pt x="1441490" y="1179354"/>
                    </a:cubicBezTo>
                    <a:cubicBezTo>
                      <a:pt x="1081761" y="1443823"/>
                      <a:pt x="556514" y="1380972"/>
                      <a:pt x="4836" y="1407832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 w="3175">
                <a:solidFill>
                  <a:schemeClr val="accent5">
                    <a:lumMod val="75000"/>
                  </a:schemeClr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143435" bIns="143435" rtlCol="0" anchor="b"/>
              <a:lstStyle/>
              <a:p>
                <a:pPr algn="ctr"/>
                <a:r>
                  <a:rPr lang="en-US" sz="706" b="1" dirty="0">
                    <a:solidFill>
                      <a:schemeClr val="tx1"/>
                    </a:solidFill>
                    <a:latin typeface="Ink Free" panose="03080402000500000000" pitchFamily="66" charset="0"/>
                  </a:rPr>
                  <a:t> </a:t>
                </a:r>
                <a:r>
                  <a:rPr lang="en-US" sz="941" b="1" dirty="0">
                    <a:solidFill>
                      <a:schemeClr val="tx1"/>
                    </a:solidFill>
                    <a:latin typeface="Ink Free" panose="03080402000500000000" pitchFamily="66" charset="0"/>
                  </a:rPr>
                  <a:t>Review Project XYZZY</a:t>
                </a:r>
              </a:p>
              <a:p>
                <a:pPr algn="ctr"/>
                <a:endParaRPr lang="en-US" sz="941" b="1" dirty="0">
                  <a:solidFill>
                    <a:schemeClr val="tx1"/>
                  </a:solidFill>
                  <a:latin typeface="Ink Free" panose="03080402000500000000" pitchFamily="66" charset="0"/>
                </a:endParaRPr>
              </a:p>
              <a:p>
                <a:pPr algn="ctr"/>
                <a:r>
                  <a:rPr lang="en-US" sz="941" b="1" i="1" dirty="0">
                    <a:solidFill>
                      <a:schemeClr val="tx1"/>
                    </a:solidFill>
                    <a:latin typeface="Ink Free" panose="03080402000500000000" pitchFamily="66" charset="0"/>
                  </a:rPr>
                  <a:t>Card 102</a:t>
                </a:r>
                <a:endParaRPr lang="en-US" sz="941" b="1" dirty="0">
                  <a:solidFill>
                    <a:schemeClr val="tx1"/>
                  </a:solidFill>
                  <a:latin typeface="Ink Free" panose="03080402000500000000" pitchFamily="66" charset="0"/>
                </a:endParaRPr>
              </a:p>
            </p:txBody>
          </p:sp>
        </p:grp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0B9E4994-C98D-4726-BF28-6F1FE5FB6ACE}"/>
              </a:ext>
            </a:extLst>
          </p:cNvPr>
          <p:cNvGrpSpPr/>
          <p:nvPr/>
        </p:nvGrpSpPr>
        <p:grpSpPr>
          <a:xfrm rot="337866">
            <a:off x="11189040" y="1422727"/>
            <a:ext cx="801311" cy="693269"/>
            <a:chOff x="7153217" y="2662431"/>
            <a:chExt cx="1520005" cy="1407832"/>
          </a:xfrm>
          <a:effectLst/>
        </p:grpSpPr>
        <p:sp>
          <p:nvSpPr>
            <p:cNvPr id="107" name="Rectangle 10">
              <a:extLst>
                <a:ext uri="{FF2B5EF4-FFF2-40B4-BE49-F238E27FC236}">
                  <a16:creationId xmlns:a16="http://schemas.microsoft.com/office/drawing/2014/main" id="{D2E6AECB-F939-4F12-9750-A91B97F4C437}"/>
                </a:ext>
              </a:extLst>
            </p:cNvPr>
            <p:cNvSpPr/>
            <p:nvPr/>
          </p:nvSpPr>
          <p:spPr>
            <a:xfrm rot="20467554">
              <a:off x="7626053" y="3827866"/>
              <a:ext cx="1047169" cy="202430"/>
            </a:xfrm>
            <a:custGeom>
              <a:avLst/>
              <a:gdLst>
                <a:gd name="connsiteX0" fmla="*/ 0 w 997799"/>
                <a:gd name="connsiteY0" fmla="*/ 0 h 190624"/>
                <a:gd name="connsiteX1" fmla="*/ 997799 w 997799"/>
                <a:gd name="connsiteY1" fmla="*/ 0 h 190624"/>
                <a:gd name="connsiteX2" fmla="*/ 997799 w 997799"/>
                <a:gd name="connsiteY2" fmla="*/ 190624 h 190624"/>
                <a:gd name="connsiteX3" fmla="*/ 0 w 997799"/>
                <a:gd name="connsiteY3" fmla="*/ 190624 h 190624"/>
                <a:gd name="connsiteX4" fmla="*/ 0 w 997799"/>
                <a:gd name="connsiteY4" fmla="*/ 0 h 190624"/>
                <a:gd name="connsiteX0" fmla="*/ 0 w 997799"/>
                <a:gd name="connsiteY0" fmla="*/ 0 h 190624"/>
                <a:gd name="connsiteX1" fmla="*/ 997799 w 997799"/>
                <a:gd name="connsiteY1" fmla="*/ 0 h 190624"/>
                <a:gd name="connsiteX2" fmla="*/ 997799 w 997799"/>
                <a:gd name="connsiteY2" fmla="*/ 190624 h 190624"/>
                <a:gd name="connsiteX3" fmla="*/ 0 w 997799"/>
                <a:gd name="connsiteY3" fmla="*/ 0 h 190624"/>
                <a:gd name="connsiteX0" fmla="*/ 0 w 1006687"/>
                <a:gd name="connsiteY0" fmla="*/ 53621 h 190624"/>
                <a:gd name="connsiteX1" fmla="*/ 1006687 w 1006687"/>
                <a:gd name="connsiteY1" fmla="*/ 0 h 190624"/>
                <a:gd name="connsiteX2" fmla="*/ 1006687 w 1006687"/>
                <a:gd name="connsiteY2" fmla="*/ 190624 h 190624"/>
                <a:gd name="connsiteX3" fmla="*/ 0 w 1006687"/>
                <a:gd name="connsiteY3" fmla="*/ 53621 h 190624"/>
                <a:gd name="connsiteX0" fmla="*/ 0 w 1069156"/>
                <a:gd name="connsiteY0" fmla="*/ 53621 h 195629"/>
                <a:gd name="connsiteX1" fmla="*/ 1006687 w 1069156"/>
                <a:gd name="connsiteY1" fmla="*/ 0 h 195629"/>
                <a:gd name="connsiteX2" fmla="*/ 1069156 w 1069156"/>
                <a:gd name="connsiteY2" fmla="*/ 195629 h 195629"/>
                <a:gd name="connsiteX3" fmla="*/ 0 w 1069156"/>
                <a:gd name="connsiteY3" fmla="*/ 53621 h 195629"/>
                <a:gd name="connsiteX0" fmla="*/ 0 w 1069156"/>
                <a:gd name="connsiteY0" fmla="*/ 53621 h 195629"/>
                <a:gd name="connsiteX1" fmla="*/ 1006687 w 1069156"/>
                <a:gd name="connsiteY1" fmla="*/ 0 h 195629"/>
                <a:gd name="connsiteX2" fmla="*/ 1069156 w 1069156"/>
                <a:gd name="connsiteY2" fmla="*/ 195629 h 195629"/>
                <a:gd name="connsiteX3" fmla="*/ 0 w 1069156"/>
                <a:gd name="connsiteY3" fmla="*/ 53621 h 195629"/>
                <a:gd name="connsiteX0" fmla="*/ 0 w 1069156"/>
                <a:gd name="connsiteY0" fmla="*/ 53621 h 195629"/>
                <a:gd name="connsiteX1" fmla="*/ 1006687 w 1069156"/>
                <a:gd name="connsiteY1" fmla="*/ 0 h 195629"/>
                <a:gd name="connsiteX2" fmla="*/ 1069156 w 1069156"/>
                <a:gd name="connsiteY2" fmla="*/ 195629 h 195629"/>
                <a:gd name="connsiteX3" fmla="*/ 0 w 1069156"/>
                <a:gd name="connsiteY3" fmla="*/ 53621 h 195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69156" h="195629">
                  <a:moveTo>
                    <a:pt x="0" y="53621"/>
                  </a:moveTo>
                  <a:lnTo>
                    <a:pt x="1006687" y="0"/>
                  </a:lnTo>
                  <a:lnTo>
                    <a:pt x="1069156" y="195629"/>
                  </a:lnTo>
                  <a:cubicBezTo>
                    <a:pt x="696047" y="194596"/>
                    <a:pt x="375028" y="173914"/>
                    <a:pt x="0" y="53621"/>
                  </a:cubicBez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143435" rtlCol="0" anchor="b"/>
            <a:lstStyle/>
            <a:p>
              <a:pPr algn="ctr"/>
              <a:endParaRPr lang="en-US" sz="1569" b="1">
                <a:latin typeface="Ink Free" panose="03080402000500000000" pitchFamily="66" charset="0"/>
              </a:endParaRPr>
            </a:p>
          </p:txBody>
        </p:sp>
        <p:sp>
          <p:nvSpPr>
            <p:cNvPr id="108" name="Rectangle 11">
              <a:extLst>
                <a:ext uri="{FF2B5EF4-FFF2-40B4-BE49-F238E27FC236}">
                  <a16:creationId xmlns:a16="http://schemas.microsoft.com/office/drawing/2014/main" id="{C4A02D94-ACC0-4AC5-8E9A-16E41B664383}"/>
                </a:ext>
              </a:extLst>
            </p:cNvPr>
            <p:cNvSpPr/>
            <p:nvPr/>
          </p:nvSpPr>
          <p:spPr>
            <a:xfrm rot="21164825">
              <a:off x="7153217" y="2662431"/>
              <a:ext cx="1441490" cy="1407832"/>
            </a:xfrm>
            <a:custGeom>
              <a:avLst/>
              <a:gdLst>
                <a:gd name="connsiteX0" fmla="*/ 0 w 1344524"/>
                <a:gd name="connsiteY0" fmla="*/ 0 h 1422228"/>
                <a:gd name="connsiteX1" fmla="*/ 1344524 w 1344524"/>
                <a:gd name="connsiteY1" fmla="*/ 0 h 1422228"/>
                <a:gd name="connsiteX2" fmla="*/ 1344524 w 1344524"/>
                <a:gd name="connsiteY2" fmla="*/ 1422228 h 1422228"/>
                <a:gd name="connsiteX3" fmla="*/ 0 w 1344524"/>
                <a:gd name="connsiteY3" fmla="*/ 1422228 h 1422228"/>
                <a:gd name="connsiteX4" fmla="*/ 0 w 1344524"/>
                <a:gd name="connsiteY4" fmla="*/ 0 h 1422228"/>
                <a:gd name="connsiteX0" fmla="*/ 0 w 1441490"/>
                <a:gd name="connsiteY0" fmla="*/ 0 h 1422228"/>
                <a:gd name="connsiteX1" fmla="*/ 1344524 w 1441490"/>
                <a:gd name="connsiteY1" fmla="*/ 0 h 1422228"/>
                <a:gd name="connsiteX2" fmla="*/ 1441490 w 1441490"/>
                <a:gd name="connsiteY2" fmla="*/ 1179354 h 1422228"/>
                <a:gd name="connsiteX3" fmla="*/ 0 w 1441490"/>
                <a:gd name="connsiteY3" fmla="*/ 1422228 h 1422228"/>
                <a:gd name="connsiteX4" fmla="*/ 0 w 1441490"/>
                <a:gd name="connsiteY4" fmla="*/ 0 h 1422228"/>
                <a:gd name="connsiteX0" fmla="*/ 0 w 1441490"/>
                <a:gd name="connsiteY0" fmla="*/ 0 h 1422228"/>
                <a:gd name="connsiteX1" fmla="*/ 1344524 w 1441490"/>
                <a:gd name="connsiteY1" fmla="*/ 0 h 1422228"/>
                <a:gd name="connsiteX2" fmla="*/ 1441490 w 1441490"/>
                <a:gd name="connsiteY2" fmla="*/ 1179354 h 1422228"/>
                <a:gd name="connsiteX3" fmla="*/ 0 w 1441490"/>
                <a:gd name="connsiteY3" fmla="*/ 1422228 h 1422228"/>
                <a:gd name="connsiteX4" fmla="*/ 0 w 1441490"/>
                <a:gd name="connsiteY4" fmla="*/ 0 h 1422228"/>
                <a:gd name="connsiteX0" fmla="*/ 0 w 1441490"/>
                <a:gd name="connsiteY0" fmla="*/ 0 h 1407832"/>
                <a:gd name="connsiteX1" fmla="*/ 1344524 w 1441490"/>
                <a:gd name="connsiteY1" fmla="*/ 0 h 1407832"/>
                <a:gd name="connsiteX2" fmla="*/ 1441490 w 1441490"/>
                <a:gd name="connsiteY2" fmla="*/ 1179354 h 1407832"/>
                <a:gd name="connsiteX3" fmla="*/ 4836 w 1441490"/>
                <a:gd name="connsiteY3" fmla="*/ 1407832 h 1407832"/>
                <a:gd name="connsiteX4" fmla="*/ 0 w 1441490"/>
                <a:gd name="connsiteY4" fmla="*/ 0 h 1407832"/>
                <a:gd name="connsiteX0" fmla="*/ 0 w 1441490"/>
                <a:gd name="connsiteY0" fmla="*/ 0 h 1407832"/>
                <a:gd name="connsiteX1" fmla="*/ 1344524 w 1441490"/>
                <a:gd name="connsiteY1" fmla="*/ 0 h 1407832"/>
                <a:gd name="connsiteX2" fmla="*/ 1441490 w 1441490"/>
                <a:gd name="connsiteY2" fmla="*/ 1179354 h 1407832"/>
                <a:gd name="connsiteX3" fmla="*/ 4836 w 1441490"/>
                <a:gd name="connsiteY3" fmla="*/ 1407832 h 1407832"/>
                <a:gd name="connsiteX4" fmla="*/ 0 w 1441490"/>
                <a:gd name="connsiteY4" fmla="*/ 0 h 1407832"/>
                <a:gd name="connsiteX0" fmla="*/ 0 w 1441490"/>
                <a:gd name="connsiteY0" fmla="*/ 0 h 1407832"/>
                <a:gd name="connsiteX1" fmla="*/ 1344524 w 1441490"/>
                <a:gd name="connsiteY1" fmla="*/ 0 h 1407832"/>
                <a:gd name="connsiteX2" fmla="*/ 1441490 w 1441490"/>
                <a:gd name="connsiteY2" fmla="*/ 1179354 h 1407832"/>
                <a:gd name="connsiteX3" fmla="*/ 4836 w 1441490"/>
                <a:gd name="connsiteY3" fmla="*/ 1407832 h 1407832"/>
                <a:gd name="connsiteX4" fmla="*/ 0 w 1441490"/>
                <a:gd name="connsiteY4" fmla="*/ 0 h 1407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41490" h="1407832">
                  <a:moveTo>
                    <a:pt x="0" y="0"/>
                  </a:moveTo>
                  <a:lnTo>
                    <a:pt x="1344524" y="0"/>
                  </a:lnTo>
                  <a:cubicBezTo>
                    <a:pt x="1376846" y="393118"/>
                    <a:pt x="1337235" y="903188"/>
                    <a:pt x="1441490" y="1179354"/>
                  </a:cubicBezTo>
                  <a:cubicBezTo>
                    <a:pt x="1081761" y="1443823"/>
                    <a:pt x="556514" y="1380972"/>
                    <a:pt x="4836" y="140783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2"/>
            </a:solidFill>
            <a:ln w="31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143435" bIns="143435" rtlCol="0" anchor="b"/>
            <a:lstStyle/>
            <a:p>
              <a:pPr algn="ctr"/>
              <a:r>
                <a:rPr lang="en-US" sz="1098" b="1" dirty="0">
                  <a:solidFill>
                    <a:schemeClr val="tx1"/>
                  </a:solidFill>
                  <a:latin typeface="Ink Free" panose="03080402000500000000" pitchFamily="66" charset="0"/>
                </a:rPr>
                <a:t>Not Done</a:t>
              </a:r>
              <a:endParaRPr lang="en-US" sz="1882" b="1" dirty="0">
                <a:solidFill>
                  <a:schemeClr val="tx1"/>
                </a:solidFill>
                <a:latin typeface="Ink Free" panose="03080402000500000000" pitchFamily="66" charset="0"/>
              </a:endParaRPr>
            </a:p>
          </p:txBody>
        </p: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FAA533C0-C830-4735-80DC-0271089AFCDF}"/>
              </a:ext>
            </a:extLst>
          </p:cNvPr>
          <p:cNvGrpSpPr/>
          <p:nvPr/>
        </p:nvGrpSpPr>
        <p:grpSpPr>
          <a:xfrm rot="337866">
            <a:off x="10459568" y="1431163"/>
            <a:ext cx="801311" cy="693269"/>
            <a:chOff x="7153217" y="2662431"/>
            <a:chExt cx="1520005" cy="1407832"/>
          </a:xfrm>
          <a:solidFill>
            <a:schemeClr val="accent5">
              <a:lumMod val="60000"/>
              <a:lumOff val="40000"/>
            </a:schemeClr>
          </a:solidFill>
          <a:effectLst/>
        </p:grpSpPr>
        <p:sp>
          <p:nvSpPr>
            <p:cNvPr id="110" name="Rectangle 10">
              <a:extLst>
                <a:ext uri="{FF2B5EF4-FFF2-40B4-BE49-F238E27FC236}">
                  <a16:creationId xmlns:a16="http://schemas.microsoft.com/office/drawing/2014/main" id="{B3C1EB56-F9B6-4FC7-B704-13588CB3CD91}"/>
                </a:ext>
              </a:extLst>
            </p:cNvPr>
            <p:cNvSpPr/>
            <p:nvPr/>
          </p:nvSpPr>
          <p:spPr>
            <a:xfrm rot="20467554">
              <a:off x="7626053" y="3827866"/>
              <a:ext cx="1047169" cy="202430"/>
            </a:xfrm>
            <a:custGeom>
              <a:avLst/>
              <a:gdLst>
                <a:gd name="connsiteX0" fmla="*/ 0 w 997799"/>
                <a:gd name="connsiteY0" fmla="*/ 0 h 190624"/>
                <a:gd name="connsiteX1" fmla="*/ 997799 w 997799"/>
                <a:gd name="connsiteY1" fmla="*/ 0 h 190624"/>
                <a:gd name="connsiteX2" fmla="*/ 997799 w 997799"/>
                <a:gd name="connsiteY2" fmla="*/ 190624 h 190624"/>
                <a:gd name="connsiteX3" fmla="*/ 0 w 997799"/>
                <a:gd name="connsiteY3" fmla="*/ 190624 h 190624"/>
                <a:gd name="connsiteX4" fmla="*/ 0 w 997799"/>
                <a:gd name="connsiteY4" fmla="*/ 0 h 190624"/>
                <a:gd name="connsiteX0" fmla="*/ 0 w 997799"/>
                <a:gd name="connsiteY0" fmla="*/ 0 h 190624"/>
                <a:gd name="connsiteX1" fmla="*/ 997799 w 997799"/>
                <a:gd name="connsiteY1" fmla="*/ 0 h 190624"/>
                <a:gd name="connsiteX2" fmla="*/ 997799 w 997799"/>
                <a:gd name="connsiteY2" fmla="*/ 190624 h 190624"/>
                <a:gd name="connsiteX3" fmla="*/ 0 w 997799"/>
                <a:gd name="connsiteY3" fmla="*/ 0 h 190624"/>
                <a:gd name="connsiteX0" fmla="*/ 0 w 1006687"/>
                <a:gd name="connsiteY0" fmla="*/ 53621 h 190624"/>
                <a:gd name="connsiteX1" fmla="*/ 1006687 w 1006687"/>
                <a:gd name="connsiteY1" fmla="*/ 0 h 190624"/>
                <a:gd name="connsiteX2" fmla="*/ 1006687 w 1006687"/>
                <a:gd name="connsiteY2" fmla="*/ 190624 h 190624"/>
                <a:gd name="connsiteX3" fmla="*/ 0 w 1006687"/>
                <a:gd name="connsiteY3" fmla="*/ 53621 h 190624"/>
                <a:gd name="connsiteX0" fmla="*/ 0 w 1069156"/>
                <a:gd name="connsiteY0" fmla="*/ 53621 h 195629"/>
                <a:gd name="connsiteX1" fmla="*/ 1006687 w 1069156"/>
                <a:gd name="connsiteY1" fmla="*/ 0 h 195629"/>
                <a:gd name="connsiteX2" fmla="*/ 1069156 w 1069156"/>
                <a:gd name="connsiteY2" fmla="*/ 195629 h 195629"/>
                <a:gd name="connsiteX3" fmla="*/ 0 w 1069156"/>
                <a:gd name="connsiteY3" fmla="*/ 53621 h 195629"/>
                <a:gd name="connsiteX0" fmla="*/ 0 w 1069156"/>
                <a:gd name="connsiteY0" fmla="*/ 53621 h 195629"/>
                <a:gd name="connsiteX1" fmla="*/ 1006687 w 1069156"/>
                <a:gd name="connsiteY1" fmla="*/ 0 h 195629"/>
                <a:gd name="connsiteX2" fmla="*/ 1069156 w 1069156"/>
                <a:gd name="connsiteY2" fmla="*/ 195629 h 195629"/>
                <a:gd name="connsiteX3" fmla="*/ 0 w 1069156"/>
                <a:gd name="connsiteY3" fmla="*/ 53621 h 195629"/>
                <a:gd name="connsiteX0" fmla="*/ 0 w 1069156"/>
                <a:gd name="connsiteY0" fmla="*/ 53621 h 195629"/>
                <a:gd name="connsiteX1" fmla="*/ 1006687 w 1069156"/>
                <a:gd name="connsiteY1" fmla="*/ 0 h 195629"/>
                <a:gd name="connsiteX2" fmla="*/ 1069156 w 1069156"/>
                <a:gd name="connsiteY2" fmla="*/ 195629 h 195629"/>
                <a:gd name="connsiteX3" fmla="*/ 0 w 1069156"/>
                <a:gd name="connsiteY3" fmla="*/ 53621 h 195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69156" h="195629">
                  <a:moveTo>
                    <a:pt x="0" y="53621"/>
                  </a:moveTo>
                  <a:lnTo>
                    <a:pt x="1006687" y="0"/>
                  </a:lnTo>
                  <a:lnTo>
                    <a:pt x="1069156" y="195629"/>
                  </a:lnTo>
                  <a:cubicBezTo>
                    <a:pt x="696047" y="194596"/>
                    <a:pt x="375028" y="173914"/>
                    <a:pt x="0" y="53621"/>
                  </a:cubicBez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143435" rtlCol="0" anchor="b"/>
            <a:lstStyle/>
            <a:p>
              <a:pPr algn="ctr"/>
              <a:endParaRPr lang="en-US" sz="1569" b="1">
                <a:latin typeface="Ink Free" panose="03080402000500000000" pitchFamily="66" charset="0"/>
              </a:endParaRPr>
            </a:p>
          </p:txBody>
        </p:sp>
        <p:sp>
          <p:nvSpPr>
            <p:cNvPr id="111" name="Rectangle 11">
              <a:extLst>
                <a:ext uri="{FF2B5EF4-FFF2-40B4-BE49-F238E27FC236}">
                  <a16:creationId xmlns:a16="http://schemas.microsoft.com/office/drawing/2014/main" id="{A33ADD1A-1CCF-48BC-9B1B-65504D93D18E}"/>
                </a:ext>
              </a:extLst>
            </p:cNvPr>
            <p:cNvSpPr/>
            <p:nvPr/>
          </p:nvSpPr>
          <p:spPr>
            <a:xfrm rot="21164825">
              <a:off x="7153217" y="2662431"/>
              <a:ext cx="1441490" cy="1407832"/>
            </a:xfrm>
            <a:custGeom>
              <a:avLst/>
              <a:gdLst>
                <a:gd name="connsiteX0" fmla="*/ 0 w 1344524"/>
                <a:gd name="connsiteY0" fmla="*/ 0 h 1422228"/>
                <a:gd name="connsiteX1" fmla="*/ 1344524 w 1344524"/>
                <a:gd name="connsiteY1" fmla="*/ 0 h 1422228"/>
                <a:gd name="connsiteX2" fmla="*/ 1344524 w 1344524"/>
                <a:gd name="connsiteY2" fmla="*/ 1422228 h 1422228"/>
                <a:gd name="connsiteX3" fmla="*/ 0 w 1344524"/>
                <a:gd name="connsiteY3" fmla="*/ 1422228 h 1422228"/>
                <a:gd name="connsiteX4" fmla="*/ 0 w 1344524"/>
                <a:gd name="connsiteY4" fmla="*/ 0 h 1422228"/>
                <a:gd name="connsiteX0" fmla="*/ 0 w 1441490"/>
                <a:gd name="connsiteY0" fmla="*/ 0 h 1422228"/>
                <a:gd name="connsiteX1" fmla="*/ 1344524 w 1441490"/>
                <a:gd name="connsiteY1" fmla="*/ 0 h 1422228"/>
                <a:gd name="connsiteX2" fmla="*/ 1441490 w 1441490"/>
                <a:gd name="connsiteY2" fmla="*/ 1179354 h 1422228"/>
                <a:gd name="connsiteX3" fmla="*/ 0 w 1441490"/>
                <a:gd name="connsiteY3" fmla="*/ 1422228 h 1422228"/>
                <a:gd name="connsiteX4" fmla="*/ 0 w 1441490"/>
                <a:gd name="connsiteY4" fmla="*/ 0 h 1422228"/>
                <a:gd name="connsiteX0" fmla="*/ 0 w 1441490"/>
                <a:gd name="connsiteY0" fmla="*/ 0 h 1422228"/>
                <a:gd name="connsiteX1" fmla="*/ 1344524 w 1441490"/>
                <a:gd name="connsiteY1" fmla="*/ 0 h 1422228"/>
                <a:gd name="connsiteX2" fmla="*/ 1441490 w 1441490"/>
                <a:gd name="connsiteY2" fmla="*/ 1179354 h 1422228"/>
                <a:gd name="connsiteX3" fmla="*/ 0 w 1441490"/>
                <a:gd name="connsiteY3" fmla="*/ 1422228 h 1422228"/>
                <a:gd name="connsiteX4" fmla="*/ 0 w 1441490"/>
                <a:gd name="connsiteY4" fmla="*/ 0 h 1422228"/>
                <a:gd name="connsiteX0" fmla="*/ 0 w 1441490"/>
                <a:gd name="connsiteY0" fmla="*/ 0 h 1407832"/>
                <a:gd name="connsiteX1" fmla="*/ 1344524 w 1441490"/>
                <a:gd name="connsiteY1" fmla="*/ 0 h 1407832"/>
                <a:gd name="connsiteX2" fmla="*/ 1441490 w 1441490"/>
                <a:gd name="connsiteY2" fmla="*/ 1179354 h 1407832"/>
                <a:gd name="connsiteX3" fmla="*/ 4836 w 1441490"/>
                <a:gd name="connsiteY3" fmla="*/ 1407832 h 1407832"/>
                <a:gd name="connsiteX4" fmla="*/ 0 w 1441490"/>
                <a:gd name="connsiteY4" fmla="*/ 0 h 1407832"/>
                <a:gd name="connsiteX0" fmla="*/ 0 w 1441490"/>
                <a:gd name="connsiteY0" fmla="*/ 0 h 1407832"/>
                <a:gd name="connsiteX1" fmla="*/ 1344524 w 1441490"/>
                <a:gd name="connsiteY1" fmla="*/ 0 h 1407832"/>
                <a:gd name="connsiteX2" fmla="*/ 1441490 w 1441490"/>
                <a:gd name="connsiteY2" fmla="*/ 1179354 h 1407832"/>
                <a:gd name="connsiteX3" fmla="*/ 4836 w 1441490"/>
                <a:gd name="connsiteY3" fmla="*/ 1407832 h 1407832"/>
                <a:gd name="connsiteX4" fmla="*/ 0 w 1441490"/>
                <a:gd name="connsiteY4" fmla="*/ 0 h 1407832"/>
                <a:gd name="connsiteX0" fmla="*/ 0 w 1441490"/>
                <a:gd name="connsiteY0" fmla="*/ 0 h 1407832"/>
                <a:gd name="connsiteX1" fmla="*/ 1344524 w 1441490"/>
                <a:gd name="connsiteY1" fmla="*/ 0 h 1407832"/>
                <a:gd name="connsiteX2" fmla="*/ 1441490 w 1441490"/>
                <a:gd name="connsiteY2" fmla="*/ 1179354 h 1407832"/>
                <a:gd name="connsiteX3" fmla="*/ 4836 w 1441490"/>
                <a:gd name="connsiteY3" fmla="*/ 1407832 h 1407832"/>
                <a:gd name="connsiteX4" fmla="*/ 0 w 1441490"/>
                <a:gd name="connsiteY4" fmla="*/ 0 h 1407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41490" h="1407832">
                  <a:moveTo>
                    <a:pt x="0" y="0"/>
                  </a:moveTo>
                  <a:lnTo>
                    <a:pt x="1344524" y="0"/>
                  </a:lnTo>
                  <a:cubicBezTo>
                    <a:pt x="1376846" y="393118"/>
                    <a:pt x="1337235" y="903188"/>
                    <a:pt x="1441490" y="1179354"/>
                  </a:cubicBezTo>
                  <a:cubicBezTo>
                    <a:pt x="1081761" y="1443823"/>
                    <a:pt x="556514" y="1380972"/>
                    <a:pt x="4836" y="1407832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3175">
              <a:solidFill>
                <a:schemeClr val="accent5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143435" bIns="143435" rtlCol="0" anchor="b"/>
            <a:lstStyle/>
            <a:p>
              <a:pPr algn="ctr"/>
              <a:r>
                <a:rPr lang="en-US" sz="784" b="1" dirty="0">
                  <a:solidFill>
                    <a:schemeClr val="tx1"/>
                  </a:solidFill>
                  <a:latin typeface="Ink Free" panose="03080402000500000000" pitchFamily="66" charset="0"/>
                </a:rPr>
                <a:t> </a:t>
              </a:r>
              <a:r>
                <a:rPr lang="en-US" sz="1098" b="1" dirty="0">
                  <a:solidFill>
                    <a:schemeClr val="tx1"/>
                  </a:solidFill>
                  <a:latin typeface="Ink Free" panose="03080402000500000000" pitchFamily="66" charset="0"/>
                </a:rPr>
                <a:t>Done</a:t>
              </a:r>
            </a:p>
          </p:txBody>
        </p:sp>
      </p:grpSp>
      <p:sp>
        <p:nvSpPr>
          <p:cNvPr id="113" name="TextBox 112">
            <a:extLst>
              <a:ext uri="{FF2B5EF4-FFF2-40B4-BE49-F238E27FC236}">
                <a16:creationId xmlns:a16="http://schemas.microsoft.com/office/drawing/2014/main" id="{22D5F040-3611-44B5-AB27-AAF249EA4BF0}"/>
              </a:ext>
            </a:extLst>
          </p:cNvPr>
          <p:cNvSpPr txBox="1"/>
          <p:nvPr/>
        </p:nvSpPr>
        <p:spPr>
          <a:xfrm>
            <a:off x="10679301" y="1418528"/>
            <a:ext cx="910304" cy="28546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55" dirty="0"/>
              <a:t>Legend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1CCB1AF6-4BD2-4497-9D59-20618C94D669}"/>
              </a:ext>
            </a:extLst>
          </p:cNvPr>
          <p:cNvSpPr txBox="1"/>
          <p:nvPr/>
        </p:nvSpPr>
        <p:spPr>
          <a:xfrm>
            <a:off x="6380374" y="2123794"/>
            <a:ext cx="1820412" cy="38196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sz="1882" dirty="0"/>
              <a:t>January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F7ACBF6D-C490-487D-9B51-759DC43ECBB2}"/>
              </a:ext>
            </a:extLst>
          </p:cNvPr>
          <p:cNvSpPr txBox="1"/>
          <p:nvPr/>
        </p:nvSpPr>
        <p:spPr>
          <a:xfrm>
            <a:off x="8258696" y="2123794"/>
            <a:ext cx="1820412" cy="38196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sz="1882" dirty="0"/>
              <a:t>February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A38AFE10-7236-47C0-A708-FF10BEA4E035}"/>
              </a:ext>
            </a:extLst>
          </p:cNvPr>
          <p:cNvSpPr txBox="1"/>
          <p:nvPr/>
        </p:nvSpPr>
        <p:spPr>
          <a:xfrm>
            <a:off x="10146979" y="2123794"/>
            <a:ext cx="1820412" cy="38196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sz="1882" dirty="0"/>
              <a:t>March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2100295-4A5B-4EA8-A5E4-98D0DD27F35C}"/>
              </a:ext>
            </a:extLst>
          </p:cNvPr>
          <p:cNvCxnSpPr/>
          <p:nvPr/>
        </p:nvCxnSpPr>
        <p:spPr>
          <a:xfrm flipV="1">
            <a:off x="8226459" y="2656229"/>
            <a:ext cx="0" cy="2691364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868FAFB7-E8A1-48C9-A0B6-A498BA7521D1}"/>
              </a:ext>
            </a:extLst>
          </p:cNvPr>
          <p:cNvCxnSpPr/>
          <p:nvPr/>
        </p:nvCxnSpPr>
        <p:spPr>
          <a:xfrm flipV="1">
            <a:off x="10122328" y="2656229"/>
            <a:ext cx="0" cy="2691364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2ABBDD5A-8F0B-4CBF-BB76-454CEA590DBC}"/>
              </a:ext>
            </a:extLst>
          </p:cNvPr>
          <p:cNvGrpSpPr/>
          <p:nvPr/>
        </p:nvGrpSpPr>
        <p:grpSpPr>
          <a:xfrm>
            <a:off x="6764511" y="4637947"/>
            <a:ext cx="995247" cy="897084"/>
            <a:chOff x="8479656" y="3237718"/>
            <a:chExt cx="1440333" cy="1298270"/>
          </a:xfrm>
        </p:grpSpPr>
        <p:grpSp>
          <p:nvGrpSpPr>
            <p:cNvPr id="134" name="Group 133">
              <a:extLst>
                <a:ext uri="{FF2B5EF4-FFF2-40B4-BE49-F238E27FC236}">
                  <a16:creationId xmlns:a16="http://schemas.microsoft.com/office/drawing/2014/main" id="{D5AB615B-AD89-4B71-85CF-1CFB403887D4}"/>
                </a:ext>
              </a:extLst>
            </p:cNvPr>
            <p:cNvGrpSpPr/>
            <p:nvPr/>
          </p:nvGrpSpPr>
          <p:grpSpPr>
            <a:xfrm rot="337866">
              <a:off x="8479656" y="3237718"/>
              <a:ext cx="1349335" cy="1167402"/>
              <a:chOff x="7153217" y="2662431"/>
              <a:chExt cx="1520005" cy="1407832"/>
            </a:xfrm>
            <a:effectLst/>
          </p:grpSpPr>
          <p:sp>
            <p:nvSpPr>
              <p:cNvPr id="138" name="Rectangle 10">
                <a:extLst>
                  <a:ext uri="{FF2B5EF4-FFF2-40B4-BE49-F238E27FC236}">
                    <a16:creationId xmlns:a16="http://schemas.microsoft.com/office/drawing/2014/main" id="{1855F4E1-0B90-4A41-A5D3-5AD3132DE5AE}"/>
                  </a:ext>
                </a:extLst>
              </p:cNvPr>
              <p:cNvSpPr/>
              <p:nvPr/>
            </p:nvSpPr>
            <p:spPr>
              <a:xfrm rot="20467554">
                <a:off x="7626053" y="3827866"/>
                <a:ext cx="1047169" cy="202430"/>
              </a:xfrm>
              <a:custGeom>
                <a:avLst/>
                <a:gdLst>
                  <a:gd name="connsiteX0" fmla="*/ 0 w 997799"/>
                  <a:gd name="connsiteY0" fmla="*/ 0 h 190624"/>
                  <a:gd name="connsiteX1" fmla="*/ 997799 w 997799"/>
                  <a:gd name="connsiteY1" fmla="*/ 0 h 190624"/>
                  <a:gd name="connsiteX2" fmla="*/ 997799 w 997799"/>
                  <a:gd name="connsiteY2" fmla="*/ 190624 h 190624"/>
                  <a:gd name="connsiteX3" fmla="*/ 0 w 997799"/>
                  <a:gd name="connsiteY3" fmla="*/ 190624 h 190624"/>
                  <a:gd name="connsiteX4" fmla="*/ 0 w 997799"/>
                  <a:gd name="connsiteY4" fmla="*/ 0 h 190624"/>
                  <a:gd name="connsiteX0" fmla="*/ 0 w 997799"/>
                  <a:gd name="connsiteY0" fmla="*/ 0 h 190624"/>
                  <a:gd name="connsiteX1" fmla="*/ 997799 w 997799"/>
                  <a:gd name="connsiteY1" fmla="*/ 0 h 190624"/>
                  <a:gd name="connsiteX2" fmla="*/ 997799 w 997799"/>
                  <a:gd name="connsiteY2" fmla="*/ 190624 h 190624"/>
                  <a:gd name="connsiteX3" fmla="*/ 0 w 997799"/>
                  <a:gd name="connsiteY3" fmla="*/ 0 h 190624"/>
                  <a:gd name="connsiteX0" fmla="*/ 0 w 1006687"/>
                  <a:gd name="connsiteY0" fmla="*/ 53621 h 190624"/>
                  <a:gd name="connsiteX1" fmla="*/ 1006687 w 1006687"/>
                  <a:gd name="connsiteY1" fmla="*/ 0 h 190624"/>
                  <a:gd name="connsiteX2" fmla="*/ 1006687 w 1006687"/>
                  <a:gd name="connsiteY2" fmla="*/ 190624 h 190624"/>
                  <a:gd name="connsiteX3" fmla="*/ 0 w 1006687"/>
                  <a:gd name="connsiteY3" fmla="*/ 53621 h 190624"/>
                  <a:gd name="connsiteX0" fmla="*/ 0 w 1069156"/>
                  <a:gd name="connsiteY0" fmla="*/ 53621 h 195629"/>
                  <a:gd name="connsiteX1" fmla="*/ 1006687 w 1069156"/>
                  <a:gd name="connsiteY1" fmla="*/ 0 h 195629"/>
                  <a:gd name="connsiteX2" fmla="*/ 1069156 w 1069156"/>
                  <a:gd name="connsiteY2" fmla="*/ 195629 h 195629"/>
                  <a:gd name="connsiteX3" fmla="*/ 0 w 1069156"/>
                  <a:gd name="connsiteY3" fmla="*/ 53621 h 195629"/>
                  <a:gd name="connsiteX0" fmla="*/ 0 w 1069156"/>
                  <a:gd name="connsiteY0" fmla="*/ 53621 h 195629"/>
                  <a:gd name="connsiteX1" fmla="*/ 1006687 w 1069156"/>
                  <a:gd name="connsiteY1" fmla="*/ 0 h 195629"/>
                  <a:gd name="connsiteX2" fmla="*/ 1069156 w 1069156"/>
                  <a:gd name="connsiteY2" fmla="*/ 195629 h 195629"/>
                  <a:gd name="connsiteX3" fmla="*/ 0 w 1069156"/>
                  <a:gd name="connsiteY3" fmla="*/ 53621 h 195629"/>
                  <a:gd name="connsiteX0" fmla="*/ 0 w 1069156"/>
                  <a:gd name="connsiteY0" fmla="*/ 53621 h 195629"/>
                  <a:gd name="connsiteX1" fmla="*/ 1006687 w 1069156"/>
                  <a:gd name="connsiteY1" fmla="*/ 0 h 195629"/>
                  <a:gd name="connsiteX2" fmla="*/ 1069156 w 1069156"/>
                  <a:gd name="connsiteY2" fmla="*/ 195629 h 195629"/>
                  <a:gd name="connsiteX3" fmla="*/ 0 w 1069156"/>
                  <a:gd name="connsiteY3" fmla="*/ 53621 h 195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69156" h="195629">
                    <a:moveTo>
                      <a:pt x="0" y="53621"/>
                    </a:moveTo>
                    <a:lnTo>
                      <a:pt x="1006687" y="0"/>
                    </a:lnTo>
                    <a:lnTo>
                      <a:pt x="1069156" y="195629"/>
                    </a:lnTo>
                    <a:cubicBezTo>
                      <a:pt x="696047" y="194596"/>
                      <a:pt x="375028" y="173914"/>
                      <a:pt x="0" y="53621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143435" rtlCol="0" anchor="b"/>
              <a:lstStyle/>
              <a:p>
                <a:pPr algn="ctr"/>
                <a:endParaRPr lang="en-US" sz="1412" b="1">
                  <a:latin typeface="Ink Free" panose="03080402000500000000" pitchFamily="66" charset="0"/>
                </a:endParaRPr>
              </a:p>
            </p:txBody>
          </p:sp>
          <p:sp>
            <p:nvSpPr>
              <p:cNvPr id="139" name="Rectangle 11">
                <a:extLst>
                  <a:ext uri="{FF2B5EF4-FFF2-40B4-BE49-F238E27FC236}">
                    <a16:creationId xmlns:a16="http://schemas.microsoft.com/office/drawing/2014/main" id="{11F56AD2-2C3B-4CDB-9310-EDDA17C380E3}"/>
                  </a:ext>
                </a:extLst>
              </p:cNvPr>
              <p:cNvSpPr/>
              <p:nvPr/>
            </p:nvSpPr>
            <p:spPr>
              <a:xfrm rot="21164825">
                <a:off x="7153217" y="2662431"/>
                <a:ext cx="1441490" cy="1407832"/>
              </a:xfrm>
              <a:custGeom>
                <a:avLst/>
                <a:gdLst>
                  <a:gd name="connsiteX0" fmla="*/ 0 w 1344524"/>
                  <a:gd name="connsiteY0" fmla="*/ 0 h 1422228"/>
                  <a:gd name="connsiteX1" fmla="*/ 1344524 w 1344524"/>
                  <a:gd name="connsiteY1" fmla="*/ 0 h 1422228"/>
                  <a:gd name="connsiteX2" fmla="*/ 1344524 w 1344524"/>
                  <a:gd name="connsiteY2" fmla="*/ 1422228 h 1422228"/>
                  <a:gd name="connsiteX3" fmla="*/ 0 w 1344524"/>
                  <a:gd name="connsiteY3" fmla="*/ 1422228 h 1422228"/>
                  <a:gd name="connsiteX4" fmla="*/ 0 w 1344524"/>
                  <a:gd name="connsiteY4" fmla="*/ 0 h 1422228"/>
                  <a:gd name="connsiteX0" fmla="*/ 0 w 1441490"/>
                  <a:gd name="connsiteY0" fmla="*/ 0 h 1422228"/>
                  <a:gd name="connsiteX1" fmla="*/ 1344524 w 1441490"/>
                  <a:gd name="connsiteY1" fmla="*/ 0 h 1422228"/>
                  <a:gd name="connsiteX2" fmla="*/ 1441490 w 1441490"/>
                  <a:gd name="connsiteY2" fmla="*/ 1179354 h 1422228"/>
                  <a:gd name="connsiteX3" fmla="*/ 0 w 1441490"/>
                  <a:gd name="connsiteY3" fmla="*/ 1422228 h 1422228"/>
                  <a:gd name="connsiteX4" fmla="*/ 0 w 1441490"/>
                  <a:gd name="connsiteY4" fmla="*/ 0 h 1422228"/>
                  <a:gd name="connsiteX0" fmla="*/ 0 w 1441490"/>
                  <a:gd name="connsiteY0" fmla="*/ 0 h 1422228"/>
                  <a:gd name="connsiteX1" fmla="*/ 1344524 w 1441490"/>
                  <a:gd name="connsiteY1" fmla="*/ 0 h 1422228"/>
                  <a:gd name="connsiteX2" fmla="*/ 1441490 w 1441490"/>
                  <a:gd name="connsiteY2" fmla="*/ 1179354 h 1422228"/>
                  <a:gd name="connsiteX3" fmla="*/ 0 w 1441490"/>
                  <a:gd name="connsiteY3" fmla="*/ 1422228 h 1422228"/>
                  <a:gd name="connsiteX4" fmla="*/ 0 w 1441490"/>
                  <a:gd name="connsiteY4" fmla="*/ 0 h 1422228"/>
                  <a:gd name="connsiteX0" fmla="*/ 0 w 1441490"/>
                  <a:gd name="connsiteY0" fmla="*/ 0 h 1407832"/>
                  <a:gd name="connsiteX1" fmla="*/ 1344524 w 1441490"/>
                  <a:gd name="connsiteY1" fmla="*/ 0 h 1407832"/>
                  <a:gd name="connsiteX2" fmla="*/ 1441490 w 1441490"/>
                  <a:gd name="connsiteY2" fmla="*/ 1179354 h 1407832"/>
                  <a:gd name="connsiteX3" fmla="*/ 4836 w 1441490"/>
                  <a:gd name="connsiteY3" fmla="*/ 1407832 h 1407832"/>
                  <a:gd name="connsiteX4" fmla="*/ 0 w 1441490"/>
                  <a:gd name="connsiteY4" fmla="*/ 0 h 1407832"/>
                  <a:gd name="connsiteX0" fmla="*/ 0 w 1441490"/>
                  <a:gd name="connsiteY0" fmla="*/ 0 h 1407832"/>
                  <a:gd name="connsiteX1" fmla="*/ 1344524 w 1441490"/>
                  <a:gd name="connsiteY1" fmla="*/ 0 h 1407832"/>
                  <a:gd name="connsiteX2" fmla="*/ 1441490 w 1441490"/>
                  <a:gd name="connsiteY2" fmla="*/ 1179354 h 1407832"/>
                  <a:gd name="connsiteX3" fmla="*/ 4836 w 1441490"/>
                  <a:gd name="connsiteY3" fmla="*/ 1407832 h 1407832"/>
                  <a:gd name="connsiteX4" fmla="*/ 0 w 1441490"/>
                  <a:gd name="connsiteY4" fmla="*/ 0 h 1407832"/>
                  <a:gd name="connsiteX0" fmla="*/ 0 w 1441490"/>
                  <a:gd name="connsiteY0" fmla="*/ 0 h 1407832"/>
                  <a:gd name="connsiteX1" fmla="*/ 1344524 w 1441490"/>
                  <a:gd name="connsiteY1" fmla="*/ 0 h 1407832"/>
                  <a:gd name="connsiteX2" fmla="*/ 1441490 w 1441490"/>
                  <a:gd name="connsiteY2" fmla="*/ 1179354 h 1407832"/>
                  <a:gd name="connsiteX3" fmla="*/ 4836 w 1441490"/>
                  <a:gd name="connsiteY3" fmla="*/ 1407832 h 1407832"/>
                  <a:gd name="connsiteX4" fmla="*/ 0 w 1441490"/>
                  <a:gd name="connsiteY4" fmla="*/ 0 h 14078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41490" h="1407832">
                    <a:moveTo>
                      <a:pt x="0" y="0"/>
                    </a:moveTo>
                    <a:lnTo>
                      <a:pt x="1344524" y="0"/>
                    </a:lnTo>
                    <a:cubicBezTo>
                      <a:pt x="1376846" y="393118"/>
                      <a:pt x="1337235" y="903188"/>
                      <a:pt x="1441490" y="1179354"/>
                    </a:cubicBezTo>
                    <a:cubicBezTo>
                      <a:pt x="1081761" y="1443823"/>
                      <a:pt x="556514" y="1380972"/>
                      <a:pt x="4836" y="1407832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 w="3175"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143435" bIns="143435" rtlCol="0" anchor="b"/>
              <a:lstStyle/>
              <a:p>
                <a:pPr algn="ctr"/>
                <a:r>
                  <a:rPr lang="en-US" sz="706" b="1" dirty="0">
                    <a:solidFill>
                      <a:schemeClr val="tx1"/>
                    </a:solidFill>
                    <a:latin typeface="Ink Free" panose="03080402000500000000" pitchFamily="66" charset="0"/>
                  </a:rPr>
                  <a:t> </a:t>
                </a:r>
                <a:endParaRPr lang="en-US" sz="941" b="1" dirty="0">
                  <a:solidFill>
                    <a:schemeClr val="tx1"/>
                  </a:solidFill>
                  <a:latin typeface="Ink Free" panose="03080402000500000000" pitchFamily="66" charset="0"/>
                </a:endParaRPr>
              </a:p>
            </p:txBody>
          </p:sp>
        </p:grpSp>
        <p:grpSp>
          <p:nvGrpSpPr>
            <p:cNvPr id="135" name="Group 134">
              <a:extLst>
                <a:ext uri="{FF2B5EF4-FFF2-40B4-BE49-F238E27FC236}">
                  <a16:creationId xmlns:a16="http://schemas.microsoft.com/office/drawing/2014/main" id="{FDD0ED3F-6CB8-40C6-BBDC-56B6C08018E3}"/>
                </a:ext>
              </a:extLst>
            </p:cNvPr>
            <p:cNvGrpSpPr/>
            <p:nvPr/>
          </p:nvGrpSpPr>
          <p:grpSpPr>
            <a:xfrm rot="337866">
              <a:off x="8570654" y="3368586"/>
              <a:ext cx="1349335" cy="1167402"/>
              <a:chOff x="7153217" y="2662431"/>
              <a:chExt cx="1520005" cy="1407832"/>
            </a:xfrm>
            <a:solidFill>
              <a:schemeClr val="accent5">
                <a:lumMod val="60000"/>
                <a:lumOff val="40000"/>
              </a:schemeClr>
            </a:solidFill>
            <a:effectLst/>
          </p:grpSpPr>
          <p:sp>
            <p:nvSpPr>
              <p:cNvPr id="136" name="Rectangle 10">
                <a:extLst>
                  <a:ext uri="{FF2B5EF4-FFF2-40B4-BE49-F238E27FC236}">
                    <a16:creationId xmlns:a16="http://schemas.microsoft.com/office/drawing/2014/main" id="{8576D7D6-C6C0-4B8E-ADDD-E53969E1D2AA}"/>
                  </a:ext>
                </a:extLst>
              </p:cNvPr>
              <p:cNvSpPr/>
              <p:nvPr/>
            </p:nvSpPr>
            <p:spPr>
              <a:xfrm rot="20467554">
                <a:off x="7626053" y="3827866"/>
                <a:ext cx="1047169" cy="202430"/>
              </a:xfrm>
              <a:custGeom>
                <a:avLst/>
                <a:gdLst>
                  <a:gd name="connsiteX0" fmla="*/ 0 w 997799"/>
                  <a:gd name="connsiteY0" fmla="*/ 0 h 190624"/>
                  <a:gd name="connsiteX1" fmla="*/ 997799 w 997799"/>
                  <a:gd name="connsiteY1" fmla="*/ 0 h 190624"/>
                  <a:gd name="connsiteX2" fmla="*/ 997799 w 997799"/>
                  <a:gd name="connsiteY2" fmla="*/ 190624 h 190624"/>
                  <a:gd name="connsiteX3" fmla="*/ 0 w 997799"/>
                  <a:gd name="connsiteY3" fmla="*/ 190624 h 190624"/>
                  <a:gd name="connsiteX4" fmla="*/ 0 w 997799"/>
                  <a:gd name="connsiteY4" fmla="*/ 0 h 190624"/>
                  <a:gd name="connsiteX0" fmla="*/ 0 w 997799"/>
                  <a:gd name="connsiteY0" fmla="*/ 0 h 190624"/>
                  <a:gd name="connsiteX1" fmla="*/ 997799 w 997799"/>
                  <a:gd name="connsiteY1" fmla="*/ 0 h 190624"/>
                  <a:gd name="connsiteX2" fmla="*/ 997799 w 997799"/>
                  <a:gd name="connsiteY2" fmla="*/ 190624 h 190624"/>
                  <a:gd name="connsiteX3" fmla="*/ 0 w 997799"/>
                  <a:gd name="connsiteY3" fmla="*/ 0 h 190624"/>
                  <a:gd name="connsiteX0" fmla="*/ 0 w 1006687"/>
                  <a:gd name="connsiteY0" fmla="*/ 53621 h 190624"/>
                  <a:gd name="connsiteX1" fmla="*/ 1006687 w 1006687"/>
                  <a:gd name="connsiteY1" fmla="*/ 0 h 190624"/>
                  <a:gd name="connsiteX2" fmla="*/ 1006687 w 1006687"/>
                  <a:gd name="connsiteY2" fmla="*/ 190624 h 190624"/>
                  <a:gd name="connsiteX3" fmla="*/ 0 w 1006687"/>
                  <a:gd name="connsiteY3" fmla="*/ 53621 h 190624"/>
                  <a:gd name="connsiteX0" fmla="*/ 0 w 1069156"/>
                  <a:gd name="connsiteY0" fmla="*/ 53621 h 195629"/>
                  <a:gd name="connsiteX1" fmla="*/ 1006687 w 1069156"/>
                  <a:gd name="connsiteY1" fmla="*/ 0 h 195629"/>
                  <a:gd name="connsiteX2" fmla="*/ 1069156 w 1069156"/>
                  <a:gd name="connsiteY2" fmla="*/ 195629 h 195629"/>
                  <a:gd name="connsiteX3" fmla="*/ 0 w 1069156"/>
                  <a:gd name="connsiteY3" fmla="*/ 53621 h 195629"/>
                  <a:gd name="connsiteX0" fmla="*/ 0 w 1069156"/>
                  <a:gd name="connsiteY0" fmla="*/ 53621 h 195629"/>
                  <a:gd name="connsiteX1" fmla="*/ 1006687 w 1069156"/>
                  <a:gd name="connsiteY1" fmla="*/ 0 h 195629"/>
                  <a:gd name="connsiteX2" fmla="*/ 1069156 w 1069156"/>
                  <a:gd name="connsiteY2" fmla="*/ 195629 h 195629"/>
                  <a:gd name="connsiteX3" fmla="*/ 0 w 1069156"/>
                  <a:gd name="connsiteY3" fmla="*/ 53621 h 195629"/>
                  <a:gd name="connsiteX0" fmla="*/ 0 w 1069156"/>
                  <a:gd name="connsiteY0" fmla="*/ 53621 h 195629"/>
                  <a:gd name="connsiteX1" fmla="*/ 1006687 w 1069156"/>
                  <a:gd name="connsiteY1" fmla="*/ 0 h 195629"/>
                  <a:gd name="connsiteX2" fmla="*/ 1069156 w 1069156"/>
                  <a:gd name="connsiteY2" fmla="*/ 195629 h 195629"/>
                  <a:gd name="connsiteX3" fmla="*/ 0 w 1069156"/>
                  <a:gd name="connsiteY3" fmla="*/ 53621 h 195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69156" h="195629">
                    <a:moveTo>
                      <a:pt x="0" y="53621"/>
                    </a:moveTo>
                    <a:lnTo>
                      <a:pt x="1006687" y="0"/>
                    </a:lnTo>
                    <a:lnTo>
                      <a:pt x="1069156" y="195629"/>
                    </a:lnTo>
                    <a:cubicBezTo>
                      <a:pt x="696047" y="194596"/>
                      <a:pt x="375028" y="173914"/>
                      <a:pt x="0" y="53621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143435" rtlCol="0" anchor="b"/>
              <a:lstStyle/>
              <a:p>
                <a:pPr algn="ctr"/>
                <a:endParaRPr lang="en-US" sz="1412" b="1">
                  <a:latin typeface="Ink Free" panose="03080402000500000000" pitchFamily="66" charset="0"/>
                </a:endParaRPr>
              </a:p>
            </p:txBody>
          </p:sp>
          <p:sp>
            <p:nvSpPr>
              <p:cNvPr id="137" name="Rectangle 11">
                <a:extLst>
                  <a:ext uri="{FF2B5EF4-FFF2-40B4-BE49-F238E27FC236}">
                    <a16:creationId xmlns:a16="http://schemas.microsoft.com/office/drawing/2014/main" id="{9E6D4A96-74E1-4645-9667-DA36A27BC231}"/>
                  </a:ext>
                </a:extLst>
              </p:cNvPr>
              <p:cNvSpPr/>
              <p:nvPr/>
            </p:nvSpPr>
            <p:spPr>
              <a:xfrm rot="21164825">
                <a:off x="7153217" y="2662431"/>
                <a:ext cx="1441490" cy="1407832"/>
              </a:xfrm>
              <a:custGeom>
                <a:avLst/>
                <a:gdLst>
                  <a:gd name="connsiteX0" fmla="*/ 0 w 1344524"/>
                  <a:gd name="connsiteY0" fmla="*/ 0 h 1422228"/>
                  <a:gd name="connsiteX1" fmla="*/ 1344524 w 1344524"/>
                  <a:gd name="connsiteY1" fmla="*/ 0 h 1422228"/>
                  <a:gd name="connsiteX2" fmla="*/ 1344524 w 1344524"/>
                  <a:gd name="connsiteY2" fmla="*/ 1422228 h 1422228"/>
                  <a:gd name="connsiteX3" fmla="*/ 0 w 1344524"/>
                  <a:gd name="connsiteY3" fmla="*/ 1422228 h 1422228"/>
                  <a:gd name="connsiteX4" fmla="*/ 0 w 1344524"/>
                  <a:gd name="connsiteY4" fmla="*/ 0 h 1422228"/>
                  <a:gd name="connsiteX0" fmla="*/ 0 w 1441490"/>
                  <a:gd name="connsiteY0" fmla="*/ 0 h 1422228"/>
                  <a:gd name="connsiteX1" fmla="*/ 1344524 w 1441490"/>
                  <a:gd name="connsiteY1" fmla="*/ 0 h 1422228"/>
                  <a:gd name="connsiteX2" fmla="*/ 1441490 w 1441490"/>
                  <a:gd name="connsiteY2" fmla="*/ 1179354 h 1422228"/>
                  <a:gd name="connsiteX3" fmla="*/ 0 w 1441490"/>
                  <a:gd name="connsiteY3" fmla="*/ 1422228 h 1422228"/>
                  <a:gd name="connsiteX4" fmla="*/ 0 w 1441490"/>
                  <a:gd name="connsiteY4" fmla="*/ 0 h 1422228"/>
                  <a:gd name="connsiteX0" fmla="*/ 0 w 1441490"/>
                  <a:gd name="connsiteY0" fmla="*/ 0 h 1422228"/>
                  <a:gd name="connsiteX1" fmla="*/ 1344524 w 1441490"/>
                  <a:gd name="connsiteY1" fmla="*/ 0 h 1422228"/>
                  <a:gd name="connsiteX2" fmla="*/ 1441490 w 1441490"/>
                  <a:gd name="connsiteY2" fmla="*/ 1179354 h 1422228"/>
                  <a:gd name="connsiteX3" fmla="*/ 0 w 1441490"/>
                  <a:gd name="connsiteY3" fmla="*/ 1422228 h 1422228"/>
                  <a:gd name="connsiteX4" fmla="*/ 0 w 1441490"/>
                  <a:gd name="connsiteY4" fmla="*/ 0 h 1422228"/>
                  <a:gd name="connsiteX0" fmla="*/ 0 w 1441490"/>
                  <a:gd name="connsiteY0" fmla="*/ 0 h 1407832"/>
                  <a:gd name="connsiteX1" fmla="*/ 1344524 w 1441490"/>
                  <a:gd name="connsiteY1" fmla="*/ 0 h 1407832"/>
                  <a:gd name="connsiteX2" fmla="*/ 1441490 w 1441490"/>
                  <a:gd name="connsiteY2" fmla="*/ 1179354 h 1407832"/>
                  <a:gd name="connsiteX3" fmla="*/ 4836 w 1441490"/>
                  <a:gd name="connsiteY3" fmla="*/ 1407832 h 1407832"/>
                  <a:gd name="connsiteX4" fmla="*/ 0 w 1441490"/>
                  <a:gd name="connsiteY4" fmla="*/ 0 h 1407832"/>
                  <a:gd name="connsiteX0" fmla="*/ 0 w 1441490"/>
                  <a:gd name="connsiteY0" fmla="*/ 0 h 1407832"/>
                  <a:gd name="connsiteX1" fmla="*/ 1344524 w 1441490"/>
                  <a:gd name="connsiteY1" fmla="*/ 0 h 1407832"/>
                  <a:gd name="connsiteX2" fmla="*/ 1441490 w 1441490"/>
                  <a:gd name="connsiteY2" fmla="*/ 1179354 h 1407832"/>
                  <a:gd name="connsiteX3" fmla="*/ 4836 w 1441490"/>
                  <a:gd name="connsiteY3" fmla="*/ 1407832 h 1407832"/>
                  <a:gd name="connsiteX4" fmla="*/ 0 w 1441490"/>
                  <a:gd name="connsiteY4" fmla="*/ 0 h 1407832"/>
                  <a:gd name="connsiteX0" fmla="*/ 0 w 1441490"/>
                  <a:gd name="connsiteY0" fmla="*/ 0 h 1407832"/>
                  <a:gd name="connsiteX1" fmla="*/ 1344524 w 1441490"/>
                  <a:gd name="connsiteY1" fmla="*/ 0 h 1407832"/>
                  <a:gd name="connsiteX2" fmla="*/ 1441490 w 1441490"/>
                  <a:gd name="connsiteY2" fmla="*/ 1179354 h 1407832"/>
                  <a:gd name="connsiteX3" fmla="*/ 4836 w 1441490"/>
                  <a:gd name="connsiteY3" fmla="*/ 1407832 h 1407832"/>
                  <a:gd name="connsiteX4" fmla="*/ 0 w 1441490"/>
                  <a:gd name="connsiteY4" fmla="*/ 0 h 14078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41490" h="1407832">
                    <a:moveTo>
                      <a:pt x="0" y="0"/>
                    </a:moveTo>
                    <a:lnTo>
                      <a:pt x="1344524" y="0"/>
                    </a:lnTo>
                    <a:cubicBezTo>
                      <a:pt x="1376846" y="393118"/>
                      <a:pt x="1337235" y="903188"/>
                      <a:pt x="1441490" y="1179354"/>
                    </a:cubicBezTo>
                    <a:cubicBezTo>
                      <a:pt x="1081761" y="1443823"/>
                      <a:pt x="556514" y="1380972"/>
                      <a:pt x="4836" y="1407832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 w="3175">
                <a:solidFill>
                  <a:schemeClr val="accent5">
                    <a:lumMod val="75000"/>
                  </a:schemeClr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143435" bIns="143435" rtlCol="0" anchor="b"/>
              <a:lstStyle/>
              <a:p>
                <a:pPr algn="ctr"/>
                <a:r>
                  <a:rPr lang="en-US" sz="706" b="1" dirty="0">
                    <a:solidFill>
                      <a:schemeClr val="tx1"/>
                    </a:solidFill>
                    <a:latin typeface="Ink Free" panose="03080402000500000000" pitchFamily="66" charset="0"/>
                  </a:rPr>
                  <a:t> </a:t>
                </a:r>
                <a:r>
                  <a:rPr lang="en-US" sz="941" b="1" dirty="0">
                    <a:solidFill>
                      <a:schemeClr val="tx1"/>
                    </a:solidFill>
                    <a:latin typeface="Ink Free" panose="03080402000500000000" pitchFamily="66" charset="0"/>
                  </a:rPr>
                  <a:t>Review Project Run-a-Round</a:t>
                </a:r>
              </a:p>
              <a:p>
                <a:pPr algn="ctr"/>
                <a:r>
                  <a:rPr lang="en-US" sz="941" b="1" i="1" dirty="0">
                    <a:solidFill>
                      <a:schemeClr val="tx1"/>
                    </a:solidFill>
                    <a:latin typeface="Ink Free" panose="03080402000500000000" pitchFamily="66" charset="0"/>
                  </a:rPr>
                  <a:t>Card 92</a:t>
                </a:r>
                <a:endParaRPr lang="en-US" sz="941" b="1" dirty="0">
                  <a:solidFill>
                    <a:schemeClr val="tx1"/>
                  </a:solidFill>
                  <a:latin typeface="Ink Free" panose="03080402000500000000" pitchFamily="66" charset="0"/>
                </a:endParaRPr>
              </a:p>
            </p:txBody>
          </p:sp>
        </p:grpSp>
      </p:grpSp>
      <p:sp>
        <p:nvSpPr>
          <p:cNvPr id="140" name="TextBox 139">
            <a:extLst>
              <a:ext uri="{FF2B5EF4-FFF2-40B4-BE49-F238E27FC236}">
                <a16:creationId xmlns:a16="http://schemas.microsoft.com/office/drawing/2014/main" id="{6485C849-3305-4FAD-8EF0-E73E589E5526}"/>
              </a:ext>
            </a:extLst>
          </p:cNvPr>
          <p:cNvSpPr txBox="1"/>
          <p:nvPr/>
        </p:nvSpPr>
        <p:spPr>
          <a:xfrm>
            <a:off x="6379265" y="5755197"/>
            <a:ext cx="5664164" cy="744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12" dirty="0"/>
              <a:t>Step 3</a:t>
            </a:r>
          </a:p>
          <a:p>
            <a:pPr algn="ctr"/>
            <a:r>
              <a:rPr lang="en-US" sz="1412" dirty="0"/>
              <a:t>Use a poster board or any surface that sticky notes easily adhere to, print out a few labels to guide the team, and get started.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2ABFEAFB-F926-488A-9522-AC16C7271FDE}"/>
              </a:ext>
            </a:extLst>
          </p:cNvPr>
          <p:cNvSpPr txBox="1"/>
          <p:nvPr/>
        </p:nvSpPr>
        <p:spPr>
          <a:xfrm>
            <a:off x="6864649" y="1814521"/>
            <a:ext cx="1216855" cy="2854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55" dirty="0"/>
              <a:t>Last review: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AE53E658-E1CF-4699-B0DE-020F480F2E9C}"/>
              </a:ext>
            </a:extLst>
          </p:cNvPr>
          <p:cNvSpPr txBox="1"/>
          <p:nvPr/>
        </p:nvSpPr>
        <p:spPr>
          <a:xfrm>
            <a:off x="7913847" y="1811872"/>
            <a:ext cx="1216855" cy="2854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55" dirty="0">
                <a:latin typeface="Ink Free" panose="03080402000500000000" pitchFamily="66" charset="0"/>
              </a:rPr>
              <a:t>20-Jan</a:t>
            </a:r>
          </a:p>
        </p:txBody>
      </p: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9C7D1C71-9516-4272-9FBD-DA23B6E1D162}"/>
              </a:ext>
            </a:extLst>
          </p:cNvPr>
          <p:cNvGrpSpPr/>
          <p:nvPr/>
        </p:nvGrpSpPr>
        <p:grpSpPr>
          <a:xfrm>
            <a:off x="8766876" y="2578681"/>
            <a:ext cx="996511" cy="884361"/>
            <a:chOff x="10976936" y="4650146"/>
            <a:chExt cx="1270552" cy="1127560"/>
          </a:xfrm>
        </p:grpSpPr>
        <p:grpSp>
          <p:nvGrpSpPr>
            <p:cNvPr id="153" name="Group 152">
              <a:extLst>
                <a:ext uri="{FF2B5EF4-FFF2-40B4-BE49-F238E27FC236}">
                  <a16:creationId xmlns:a16="http://schemas.microsoft.com/office/drawing/2014/main" id="{C9F4630A-C618-4F8D-AF12-1A7E32B29649}"/>
                </a:ext>
              </a:extLst>
            </p:cNvPr>
            <p:cNvGrpSpPr/>
            <p:nvPr/>
          </p:nvGrpSpPr>
          <p:grpSpPr>
            <a:xfrm rot="337866">
              <a:off x="10976936" y="4650146"/>
              <a:ext cx="1188770" cy="1028487"/>
              <a:chOff x="7153217" y="2662431"/>
              <a:chExt cx="1520005" cy="1407832"/>
            </a:xfrm>
            <a:solidFill>
              <a:schemeClr val="accent5">
                <a:lumMod val="60000"/>
                <a:lumOff val="40000"/>
              </a:schemeClr>
            </a:solidFill>
            <a:effectLst/>
          </p:grpSpPr>
          <p:sp>
            <p:nvSpPr>
              <p:cNvPr id="154" name="Rectangle 10">
                <a:extLst>
                  <a:ext uri="{FF2B5EF4-FFF2-40B4-BE49-F238E27FC236}">
                    <a16:creationId xmlns:a16="http://schemas.microsoft.com/office/drawing/2014/main" id="{20B77B56-7336-4490-B35D-370B1CF40B2F}"/>
                  </a:ext>
                </a:extLst>
              </p:cNvPr>
              <p:cNvSpPr/>
              <p:nvPr/>
            </p:nvSpPr>
            <p:spPr>
              <a:xfrm rot="20467554">
                <a:off x="7626053" y="3827866"/>
                <a:ext cx="1047169" cy="202430"/>
              </a:xfrm>
              <a:custGeom>
                <a:avLst/>
                <a:gdLst>
                  <a:gd name="connsiteX0" fmla="*/ 0 w 997799"/>
                  <a:gd name="connsiteY0" fmla="*/ 0 h 190624"/>
                  <a:gd name="connsiteX1" fmla="*/ 997799 w 997799"/>
                  <a:gd name="connsiteY1" fmla="*/ 0 h 190624"/>
                  <a:gd name="connsiteX2" fmla="*/ 997799 w 997799"/>
                  <a:gd name="connsiteY2" fmla="*/ 190624 h 190624"/>
                  <a:gd name="connsiteX3" fmla="*/ 0 w 997799"/>
                  <a:gd name="connsiteY3" fmla="*/ 190624 h 190624"/>
                  <a:gd name="connsiteX4" fmla="*/ 0 w 997799"/>
                  <a:gd name="connsiteY4" fmla="*/ 0 h 190624"/>
                  <a:gd name="connsiteX0" fmla="*/ 0 w 997799"/>
                  <a:gd name="connsiteY0" fmla="*/ 0 h 190624"/>
                  <a:gd name="connsiteX1" fmla="*/ 997799 w 997799"/>
                  <a:gd name="connsiteY1" fmla="*/ 0 h 190624"/>
                  <a:gd name="connsiteX2" fmla="*/ 997799 w 997799"/>
                  <a:gd name="connsiteY2" fmla="*/ 190624 h 190624"/>
                  <a:gd name="connsiteX3" fmla="*/ 0 w 997799"/>
                  <a:gd name="connsiteY3" fmla="*/ 0 h 190624"/>
                  <a:gd name="connsiteX0" fmla="*/ 0 w 1006687"/>
                  <a:gd name="connsiteY0" fmla="*/ 53621 h 190624"/>
                  <a:gd name="connsiteX1" fmla="*/ 1006687 w 1006687"/>
                  <a:gd name="connsiteY1" fmla="*/ 0 h 190624"/>
                  <a:gd name="connsiteX2" fmla="*/ 1006687 w 1006687"/>
                  <a:gd name="connsiteY2" fmla="*/ 190624 h 190624"/>
                  <a:gd name="connsiteX3" fmla="*/ 0 w 1006687"/>
                  <a:gd name="connsiteY3" fmla="*/ 53621 h 190624"/>
                  <a:gd name="connsiteX0" fmla="*/ 0 w 1069156"/>
                  <a:gd name="connsiteY0" fmla="*/ 53621 h 195629"/>
                  <a:gd name="connsiteX1" fmla="*/ 1006687 w 1069156"/>
                  <a:gd name="connsiteY1" fmla="*/ 0 h 195629"/>
                  <a:gd name="connsiteX2" fmla="*/ 1069156 w 1069156"/>
                  <a:gd name="connsiteY2" fmla="*/ 195629 h 195629"/>
                  <a:gd name="connsiteX3" fmla="*/ 0 w 1069156"/>
                  <a:gd name="connsiteY3" fmla="*/ 53621 h 195629"/>
                  <a:gd name="connsiteX0" fmla="*/ 0 w 1069156"/>
                  <a:gd name="connsiteY0" fmla="*/ 53621 h 195629"/>
                  <a:gd name="connsiteX1" fmla="*/ 1006687 w 1069156"/>
                  <a:gd name="connsiteY1" fmla="*/ 0 h 195629"/>
                  <a:gd name="connsiteX2" fmla="*/ 1069156 w 1069156"/>
                  <a:gd name="connsiteY2" fmla="*/ 195629 h 195629"/>
                  <a:gd name="connsiteX3" fmla="*/ 0 w 1069156"/>
                  <a:gd name="connsiteY3" fmla="*/ 53621 h 195629"/>
                  <a:gd name="connsiteX0" fmla="*/ 0 w 1069156"/>
                  <a:gd name="connsiteY0" fmla="*/ 53621 h 195629"/>
                  <a:gd name="connsiteX1" fmla="*/ 1006687 w 1069156"/>
                  <a:gd name="connsiteY1" fmla="*/ 0 h 195629"/>
                  <a:gd name="connsiteX2" fmla="*/ 1069156 w 1069156"/>
                  <a:gd name="connsiteY2" fmla="*/ 195629 h 195629"/>
                  <a:gd name="connsiteX3" fmla="*/ 0 w 1069156"/>
                  <a:gd name="connsiteY3" fmla="*/ 53621 h 195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69156" h="195629">
                    <a:moveTo>
                      <a:pt x="0" y="53621"/>
                    </a:moveTo>
                    <a:lnTo>
                      <a:pt x="1006687" y="0"/>
                    </a:lnTo>
                    <a:lnTo>
                      <a:pt x="1069156" y="195629"/>
                    </a:lnTo>
                    <a:cubicBezTo>
                      <a:pt x="696047" y="194596"/>
                      <a:pt x="375028" y="173914"/>
                      <a:pt x="0" y="53621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143435" rtlCol="0" anchor="b"/>
              <a:lstStyle/>
              <a:p>
                <a:pPr algn="ctr"/>
                <a:endParaRPr lang="en-US" sz="1412" b="1">
                  <a:latin typeface="Ink Free" panose="03080402000500000000" pitchFamily="66" charset="0"/>
                </a:endParaRPr>
              </a:p>
            </p:txBody>
          </p:sp>
          <p:sp>
            <p:nvSpPr>
              <p:cNvPr id="155" name="Rectangle 11">
                <a:extLst>
                  <a:ext uri="{FF2B5EF4-FFF2-40B4-BE49-F238E27FC236}">
                    <a16:creationId xmlns:a16="http://schemas.microsoft.com/office/drawing/2014/main" id="{22B1F510-2684-486E-B7AE-6AE7977AC291}"/>
                  </a:ext>
                </a:extLst>
              </p:cNvPr>
              <p:cNvSpPr/>
              <p:nvPr/>
            </p:nvSpPr>
            <p:spPr>
              <a:xfrm rot="21164825">
                <a:off x="7153217" y="2662431"/>
                <a:ext cx="1441490" cy="1407832"/>
              </a:xfrm>
              <a:custGeom>
                <a:avLst/>
                <a:gdLst>
                  <a:gd name="connsiteX0" fmla="*/ 0 w 1344524"/>
                  <a:gd name="connsiteY0" fmla="*/ 0 h 1422228"/>
                  <a:gd name="connsiteX1" fmla="*/ 1344524 w 1344524"/>
                  <a:gd name="connsiteY1" fmla="*/ 0 h 1422228"/>
                  <a:gd name="connsiteX2" fmla="*/ 1344524 w 1344524"/>
                  <a:gd name="connsiteY2" fmla="*/ 1422228 h 1422228"/>
                  <a:gd name="connsiteX3" fmla="*/ 0 w 1344524"/>
                  <a:gd name="connsiteY3" fmla="*/ 1422228 h 1422228"/>
                  <a:gd name="connsiteX4" fmla="*/ 0 w 1344524"/>
                  <a:gd name="connsiteY4" fmla="*/ 0 h 1422228"/>
                  <a:gd name="connsiteX0" fmla="*/ 0 w 1441490"/>
                  <a:gd name="connsiteY0" fmla="*/ 0 h 1422228"/>
                  <a:gd name="connsiteX1" fmla="*/ 1344524 w 1441490"/>
                  <a:gd name="connsiteY1" fmla="*/ 0 h 1422228"/>
                  <a:gd name="connsiteX2" fmla="*/ 1441490 w 1441490"/>
                  <a:gd name="connsiteY2" fmla="*/ 1179354 h 1422228"/>
                  <a:gd name="connsiteX3" fmla="*/ 0 w 1441490"/>
                  <a:gd name="connsiteY3" fmla="*/ 1422228 h 1422228"/>
                  <a:gd name="connsiteX4" fmla="*/ 0 w 1441490"/>
                  <a:gd name="connsiteY4" fmla="*/ 0 h 1422228"/>
                  <a:gd name="connsiteX0" fmla="*/ 0 w 1441490"/>
                  <a:gd name="connsiteY0" fmla="*/ 0 h 1422228"/>
                  <a:gd name="connsiteX1" fmla="*/ 1344524 w 1441490"/>
                  <a:gd name="connsiteY1" fmla="*/ 0 h 1422228"/>
                  <a:gd name="connsiteX2" fmla="*/ 1441490 w 1441490"/>
                  <a:gd name="connsiteY2" fmla="*/ 1179354 h 1422228"/>
                  <a:gd name="connsiteX3" fmla="*/ 0 w 1441490"/>
                  <a:gd name="connsiteY3" fmla="*/ 1422228 h 1422228"/>
                  <a:gd name="connsiteX4" fmla="*/ 0 w 1441490"/>
                  <a:gd name="connsiteY4" fmla="*/ 0 h 1422228"/>
                  <a:gd name="connsiteX0" fmla="*/ 0 w 1441490"/>
                  <a:gd name="connsiteY0" fmla="*/ 0 h 1407832"/>
                  <a:gd name="connsiteX1" fmla="*/ 1344524 w 1441490"/>
                  <a:gd name="connsiteY1" fmla="*/ 0 h 1407832"/>
                  <a:gd name="connsiteX2" fmla="*/ 1441490 w 1441490"/>
                  <a:gd name="connsiteY2" fmla="*/ 1179354 h 1407832"/>
                  <a:gd name="connsiteX3" fmla="*/ 4836 w 1441490"/>
                  <a:gd name="connsiteY3" fmla="*/ 1407832 h 1407832"/>
                  <a:gd name="connsiteX4" fmla="*/ 0 w 1441490"/>
                  <a:gd name="connsiteY4" fmla="*/ 0 h 1407832"/>
                  <a:gd name="connsiteX0" fmla="*/ 0 w 1441490"/>
                  <a:gd name="connsiteY0" fmla="*/ 0 h 1407832"/>
                  <a:gd name="connsiteX1" fmla="*/ 1344524 w 1441490"/>
                  <a:gd name="connsiteY1" fmla="*/ 0 h 1407832"/>
                  <a:gd name="connsiteX2" fmla="*/ 1441490 w 1441490"/>
                  <a:gd name="connsiteY2" fmla="*/ 1179354 h 1407832"/>
                  <a:gd name="connsiteX3" fmla="*/ 4836 w 1441490"/>
                  <a:gd name="connsiteY3" fmla="*/ 1407832 h 1407832"/>
                  <a:gd name="connsiteX4" fmla="*/ 0 w 1441490"/>
                  <a:gd name="connsiteY4" fmla="*/ 0 h 1407832"/>
                  <a:gd name="connsiteX0" fmla="*/ 0 w 1441490"/>
                  <a:gd name="connsiteY0" fmla="*/ 0 h 1407832"/>
                  <a:gd name="connsiteX1" fmla="*/ 1344524 w 1441490"/>
                  <a:gd name="connsiteY1" fmla="*/ 0 h 1407832"/>
                  <a:gd name="connsiteX2" fmla="*/ 1441490 w 1441490"/>
                  <a:gd name="connsiteY2" fmla="*/ 1179354 h 1407832"/>
                  <a:gd name="connsiteX3" fmla="*/ 4836 w 1441490"/>
                  <a:gd name="connsiteY3" fmla="*/ 1407832 h 1407832"/>
                  <a:gd name="connsiteX4" fmla="*/ 0 w 1441490"/>
                  <a:gd name="connsiteY4" fmla="*/ 0 h 14078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41490" h="1407832">
                    <a:moveTo>
                      <a:pt x="0" y="0"/>
                    </a:moveTo>
                    <a:lnTo>
                      <a:pt x="1344524" y="0"/>
                    </a:lnTo>
                    <a:cubicBezTo>
                      <a:pt x="1376846" y="393118"/>
                      <a:pt x="1337235" y="903188"/>
                      <a:pt x="1441490" y="1179354"/>
                    </a:cubicBezTo>
                    <a:cubicBezTo>
                      <a:pt x="1081761" y="1443823"/>
                      <a:pt x="556514" y="1380972"/>
                      <a:pt x="4836" y="1407832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 w="3175">
                <a:solidFill>
                  <a:schemeClr val="accent5">
                    <a:lumMod val="75000"/>
                  </a:schemeClr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143435" bIns="143435" rtlCol="0" anchor="b"/>
              <a:lstStyle/>
              <a:p>
                <a:pPr algn="ctr"/>
                <a:endParaRPr lang="en-US" sz="941" b="1" dirty="0">
                  <a:solidFill>
                    <a:schemeClr val="tx1"/>
                  </a:solidFill>
                  <a:latin typeface="Ink Free" panose="03080402000500000000" pitchFamily="66" charset="0"/>
                </a:endParaRPr>
              </a:p>
            </p:txBody>
          </p:sp>
        </p:grpSp>
        <p:grpSp>
          <p:nvGrpSpPr>
            <p:cNvPr id="150" name="Group 149">
              <a:extLst>
                <a:ext uri="{FF2B5EF4-FFF2-40B4-BE49-F238E27FC236}">
                  <a16:creationId xmlns:a16="http://schemas.microsoft.com/office/drawing/2014/main" id="{CF15BA73-BB9D-4BA9-AB8D-B45A996BC86E}"/>
                </a:ext>
              </a:extLst>
            </p:cNvPr>
            <p:cNvGrpSpPr/>
            <p:nvPr/>
          </p:nvGrpSpPr>
          <p:grpSpPr>
            <a:xfrm rot="337866">
              <a:off x="11058718" y="4749219"/>
              <a:ext cx="1188770" cy="1028487"/>
              <a:chOff x="7153217" y="2662431"/>
              <a:chExt cx="1520005" cy="1407832"/>
            </a:xfrm>
            <a:effectLst/>
          </p:grpSpPr>
          <p:sp>
            <p:nvSpPr>
              <p:cNvPr id="151" name="Rectangle 10">
                <a:extLst>
                  <a:ext uri="{FF2B5EF4-FFF2-40B4-BE49-F238E27FC236}">
                    <a16:creationId xmlns:a16="http://schemas.microsoft.com/office/drawing/2014/main" id="{2FDE6B02-02D9-4EB6-9332-E57AC05901C2}"/>
                  </a:ext>
                </a:extLst>
              </p:cNvPr>
              <p:cNvSpPr/>
              <p:nvPr/>
            </p:nvSpPr>
            <p:spPr>
              <a:xfrm rot="20467554">
                <a:off x="7626053" y="3827866"/>
                <a:ext cx="1047169" cy="202430"/>
              </a:xfrm>
              <a:custGeom>
                <a:avLst/>
                <a:gdLst>
                  <a:gd name="connsiteX0" fmla="*/ 0 w 997799"/>
                  <a:gd name="connsiteY0" fmla="*/ 0 h 190624"/>
                  <a:gd name="connsiteX1" fmla="*/ 997799 w 997799"/>
                  <a:gd name="connsiteY1" fmla="*/ 0 h 190624"/>
                  <a:gd name="connsiteX2" fmla="*/ 997799 w 997799"/>
                  <a:gd name="connsiteY2" fmla="*/ 190624 h 190624"/>
                  <a:gd name="connsiteX3" fmla="*/ 0 w 997799"/>
                  <a:gd name="connsiteY3" fmla="*/ 190624 h 190624"/>
                  <a:gd name="connsiteX4" fmla="*/ 0 w 997799"/>
                  <a:gd name="connsiteY4" fmla="*/ 0 h 190624"/>
                  <a:gd name="connsiteX0" fmla="*/ 0 w 997799"/>
                  <a:gd name="connsiteY0" fmla="*/ 0 h 190624"/>
                  <a:gd name="connsiteX1" fmla="*/ 997799 w 997799"/>
                  <a:gd name="connsiteY1" fmla="*/ 0 h 190624"/>
                  <a:gd name="connsiteX2" fmla="*/ 997799 w 997799"/>
                  <a:gd name="connsiteY2" fmla="*/ 190624 h 190624"/>
                  <a:gd name="connsiteX3" fmla="*/ 0 w 997799"/>
                  <a:gd name="connsiteY3" fmla="*/ 0 h 190624"/>
                  <a:gd name="connsiteX0" fmla="*/ 0 w 1006687"/>
                  <a:gd name="connsiteY0" fmla="*/ 53621 h 190624"/>
                  <a:gd name="connsiteX1" fmla="*/ 1006687 w 1006687"/>
                  <a:gd name="connsiteY1" fmla="*/ 0 h 190624"/>
                  <a:gd name="connsiteX2" fmla="*/ 1006687 w 1006687"/>
                  <a:gd name="connsiteY2" fmla="*/ 190624 h 190624"/>
                  <a:gd name="connsiteX3" fmla="*/ 0 w 1006687"/>
                  <a:gd name="connsiteY3" fmla="*/ 53621 h 190624"/>
                  <a:gd name="connsiteX0" fmla="*/ 0 w 1069156"/>
                  <a:gd name="connsiteY0" fmla="*/ 53621 h 195629"/>
                  <a:gd name="connsiteX1" fmla="*/ 1006687 w 1069156"/>
                  <a:gd name="connsiteY1" fmla="*/ 0 h 195629"/>
                  <a:gd name="connsiteX2" fmla="*/ 1069156 w 1069156"/>
                  <a:gd name="connsiteY2" fmla="*/ 195629 h 195629"/>
                  <a:gd name="connsiteX3" fmla="*/ 0 w 1069156"/>
                  <a:gd name="connsiteY3" fmla="*/ 53621 h 195629"/>
                  <a:gd name="connsiteX0" fmla="*/ 0 w 1069156"/>
                  <a:gd name="connsiteY0" fmla="*/ 53621 h 195629"/>
                  <a:gd name="connsiteX1" fmla="*/ 1006687 w 1069156"/>
                  <a:gd name="connsiteY1" fmla="*/ 0 h 195629"/>
                  <a:gd name="connsiteX2" fmla="*/ 1069156 w 1069156"/>
                  <a:gd name="connsiteY2" fmla="*/ 195629 h 195629"/>
                  <a:gd name="connsiteX3" fmla="*/ 0 w 1069156"/>
                  <a:gd name="connsiteY3" fmla="*/ 53621 h 195629"/>
                  <a:gd name="connsiteX0" fmla="*/ 0 w 1069156"/>
                  <a:gd name="connsiteY0" fmla="*/ 53621 h 195629"/>
                  <a:gd name="connsiteX1" fmla="*/ 1006687 w 1069156"/>
                  <a:gd name="connsiteY1" fmla="*/ 0 h 195629"/>
                  <a:gd name="connsiteX2" fmla="*/ 1069156 w 1069156"/>
                  <a:gd name="connsiteY2" fmla="*/ 195629 h 195629"/>
                  <a:gd name="connsiteX3" fmla="*/ 0 w 1069156"/>
                  <a:gd name="connsiteY3" fmla="*/ 53621 h 195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69156" h="195629">
                    <a:moveTo>
                      <a:pt x="0" y="53621"/>
                    </a:moveTo>
                    <a:lnTo>
                      <a:pt x="1006687" y="0"/>
                    </a:lnTo>
                    <a:lnTo>
                      <a:pt x="1069156" y="195629"/>
                    </a:lnTo>
                    <a:cubicBezTo>
                      <a:pt x="696047" y="194596"/>
                      <a:pt x="375028" y="173914"/>
                      <a:pt x="0" y="53621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143435" rtlCol="0" anchor="b"/>
              <a:lstStyle/>
              <a:p>
                <a:pPr algn="ctr"/>
                <a:endParaRPr lang="en-US" sz="1412" b="1">
                  <a:latin typeface="Ink Free" panose="03080402000500000000" pitchFamily="66" charset="0"/>
                </a:endParaRPr>
              </a:p>
            </p:txBody>
          </p:sp>
          <p:sp>
            <p:nvSpPr>
              <p:cNvPr id="152" name="Rectangle 11">
                <a:extLst>
                  <a:ext uri="{FF2B5EF4-FFF2-40B4-BE49-F238E27FC236}">
                    <a16:creationId xmlns:a16="http://schemas.microsoft.com/office/drawing/2014/main" id="{7AC3F507-71EB-4010-989A-192757A430EF}"/>
                  </a:ext>
                </a:extLst>
              </p:cNvPr>
              <p:cNvSpPr/>
              <p:nvPr/>
            </p:nvSpPr>
            <p:spPr>
              <a:xfrm rot="21164825">
                <a:off x="7153217" y="2662431"/>
                <a:ext cx="1441490" cy="1407832"/>
              </a:xfrm>
              <a:custGeom>
                <a:avLst/>
                <a:gdLst>
                  <a:gd name="connsiteX0" fmla="*/ 0 w 1344524"/>
                  <a:gd name="connsiteY0" fmla="*/ 0 h 1422228"/>
                  <a:gd name="connsiteX1" fmla="*/ 1344524 w 1344524"/>
                  <a:gd name="connsiteY1" fmla="*/ 0 h 1422228"/>
                  <a:gd name="connsiteX2" fmla="*/ 1344524 w 1344524"/>
                  <a:gd name="connsiteY2" fmla="*/ 1422228 h 1422228"/>
                  <a:gd name="connsiteX3" fmla="*/ 0 w 1344524"/>
                  <a:gd name="connsiteY3" fmla="*/ 1422228 h 1422228"/>
                  <a:gd name="connsiteX4" fmla="*/ 0 w 1344524"/>
                  <a:gd name="connsiteY4" fmla="*/ 0 h 1422228"/>
                  <a:gd name="connsiteX0" fmla="*/ 0 w 1441490"/>
                  <a:gd name="connsiteY0" fmla="*/ 0 h 1422228"/>
                  <a:gd name="connsiteX1" fmla="*/ 1344524 w 1441490"/>
                  <a:gd name="connsiteY1" fmla="*/ 0 h 1422228"/>
                  <a:gd name="connsiteX2" fmla="*/ 1441490 w 1441490"/>
                  <a:gd name="connsiteY2" fmla="*/ 1179354 h 1422228"/>
                  <a:gd name="connsiteX3" fmla="*/ 0 w 1441490"/>
                  <a:gd name="connsiteY3" fmla="*/ 1422228 h 1422228"/>
                  <a:gd name="connsiteX4" fmla="*/ 0 w 1441490"/>
                  <a:gd name="connsiteY4" fmla="*/ 0 h 1422228"/>
                  <a:gd name="connsiteX0" fmla="*/ 0 w 1441490"/>
                  <a:gd name="connsiteY0" fmla="*/ 0 h 1422228"/>
                  <a:gd name="connsiteX1" fmla="*/ 1344524 w 1441490"/>
                  <a:gd name="connsiteY1" fmla="*/ 0 h 1422228"/>
                  <a:gd name="connsiteX2" fmla="*/ 1441490 w 1441490"/>
                  <a:gd name="connsiteY2" fmla="*/ 1179354 h 1422228"/>
                  <a:gd name="connsiteX3" fmla="*/ 0 w 1441490"/>
                  <a:gd name="connsiteY3" fmla="*/ 1422228 h 1422228"/>
                  <a:gd name="connsiteX4" fmla="*/ 0 w 1441490"/>
                  <a:gd name="connsiteY4" fmla="*/ 0 h 1422228"/>
                  <a:gd name="connsiteX0" fmla="*/ 0 w 1441490"/>
                  <a:gd name="connsiteY0" fmla="*/ 0 h 1407832"/>
                  <a:gd name="connsiteX1" fmla="*/ 1344524 w 1441490"/>
                  <a:gd name="connsiteY1" fmla="*/ 0 h 1407832"/>
                  <a:gd name="connsiteX2" fmla="*/ 1441490 w 1441490"/>
                  <a:gd name="connsiteY2" fmla="*/ 1179354 h 1407832"/>
                  <a:gd name="connsiteX3" fmla="*/ 4836 w 1441490"/>
                  <a:gd name="connsiteY3" fmla="*/ 1407832 h 1407832"/>
                  <a:gd name="connsiteX4" fmla="*/ 0 w 1441490"/>
                  <a:gd name="connsiteY4" fmla="*/ 0 h 1407832"/>
                  <a:gd name="connsiteX0" fmla="*/ 0 w 1441490"/>
                  <a:gd name="connsiteY0" fmla="*/ 0 h 1407832"/>
                  <a:gd name="connsiteX1" fmla="*/ 1344524 w 1441490"/>
                  <a:gd name="connsiteY1" fmla="*/ 0 h 1407832"/>
                  <a:gd name="connsiteX2" fmla="*/ 1441490 w 1441490"/>
                  <a:gd name="connsiteY2" fmla="*/ 1179354 h 1407832"/>
                  <a:gd name="connsiteX3" fmla="*/ 4836 w 1441490"/>
                  <a:gd name="connsiteY3" fmla="*/ 1407832 h 1407832"/>
                  <a:gd name="connsiteX4" fmla="*/ 0 w 1441490"/>
                  <a:gd name="connsiteY4" fmla="*/ 0 h 1407832"/>
                  <a:gd name="connsiteX0" fmla="*/ 0 w 1441490"/>
                  <a:gd name="connsiteY0" fmla="*/ 0 h 1407832"/>
                  <a:gd name="connsiteX1" fmla="*/ 1344524 w 1441490"/>
                  <a:gd name="connsiteY1" fmla="*/ 0 h 1407832"/>
                  <a:gd name="connsiteX2" fmla="*/ 1441490 w 1441490"/>
                  <a:gd name="connsiteY2" fmla="*/ 1179354 h 1407832"/>
                  <a:gd name="connsiteX3" fmla="*/ 4836 w 1441490"/>
                  <a:gd name="connsiteY3" fmla="*/ 1407832 h 1407832"/>
                  <a:gd name="connsiteX4" fmla="*/ 0 w 1441490"/>
                  <a:gd name="connsiteY4" fmla="*/ 0 h 14078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41490" h="1407832">
                    <a:moveTo>
                      <a:pt x="0" y="0"/>
                    </a:moveTo>
                    <a:lnTo>
                      <a:pt x="1344524" y="0"/>
                    </a:lnTo>
                    <a:cubicBezTo>
                      <a:pt x="1376846" y="393118"/>
                      <a:pt x="1337235" y="903188"/>
                      <a:pt x="1441490" y="1179354"/>
                    </a:cubicBezTo>
                    <a:cubicBezTo>
                      <a:pt x="1081761" y="1443823"/>
                      <a:pt x="556514" y="1380972"/>
                      <a:pt x="4836" y="1407832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 w="3175"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143435" bIns="143435" rtlCol="0" anchor="b"/>
              <a:lstStyle/>
              <a:p>
                <a:pPr algn="ctr"/>
                <a:r>
                  <a:rPr lang="en-US" sz="706" b="1" dirty="0">
                    <a:solidFill>
                      <a:schemeClr val="tx1"/>
                    </a:solidFill>
                    <a:latin typeface="Ink Free" panose="03080402000500000000" pitchFamily="66" charset="0"/>
                  </a:rPr>
                  <a:t> </a:t>
                </a:r>
                <a:r>
                  <a:rPr lang="en-US" sz="941" b="1" dirty="0">
                    <a:solidFill>
                      <a:schemeClr val="tx1"/>
                    </a:solidFill>
                    <a:latin typeface="Ink Free" panose="03080402000500000000" pitchFamily="66" charset="0"/>
                  </a:rPr>
                  <a:t>Review Project </a:t>
                </a:r>
                <a:br>
                  <a:rPr lang="en-US" sz="941" b="1" dirty="0">
                    <a:solidFill>
                      <a:schemeClr val="tx1"/>
                    </a:solidFill>
                    <a:latin typeface="Ink Free" panose="03080402000500000000" pitchFamily="66" charset="0"/>
                  </a:rPr>
                </a:br>
                <a:r>
                  <a:rPr lang="en-US" sz="941" b="1" dirty="0">
                    <a:solidFill>
                      <a:schemeClr val="tx1"/>
                    </a:solidFill>
                    <a:latin typeface="Ink Free" panose="03080402000500000000" pitchFamily="66" charset="0"/>
                  </a:rPr>
                  <a:t>Forkanork</a:t>
                </a:r>
              </a:p>
              <a:p>
                <a:pPr algn="ctr"/>
                <a:r>
                  <a:rPr lang="en-US" sz="941" b="1" i="1" dirty="0">
                    <a:solidFill>
                      <a:schemeClr val="tx1"/>
                    </a:solidFill>
                    <a:latin typeface="Ink Free" panose="03080402000500000000" pitchFamily="66" charset="0"/>
                  </a:rPr>
                  <a:t>Card 19</a:t>
                </a:r>
                <a:r>
                  <a:rPr lang="en-US" sz="941" b="1" dirty="0">
                    <a:solidFill>
                      <a:schemeClr val="tx1"/>
                    </a:solidFill>
                    <a:latin typeface="Ink Free" panose="03080402000500000000" pitchFamily="66" charset="0"/>
                  </a:rPr>
                  <a:t> </a:t>
                </a:r>
              </a:p>
            </p:txBody>
          </p:sp>
        </p:grpSp>
      </p:grp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574630B2-CCF7-4EA0-81CE-D5197B7CB970}"/>
              </a:ext>
            </a:extLst>
          </p:cNvPr>
          <p:cNvGrpSpPr/>
          <p:nvPr/>
        </p:nvGrpSpPr>
        <p:grpSpPr>
          <a:xfrm>
            <a:off x="6766513" y="3620261"/>
            <a:ext cx="996511" cy="884361"/>
            <a:chOff x="10976936" y="4650146"/>
            <a:chExt cx="1270552" cy="1127560"/>
          </a:xfrm>
        </p:grpSpPr>
        <p:grpSp>
          <p:nvGrpSpPr>
            <p:cNvPr id="160" name="Group 159">
              <a:extLst>
                <a:ext uri="{FF2B5EF4-FFF2-40B4-BE49-F238E27FC236}">
                  <a16:creationId xmlns:a16="http://schemas.microsoft.com/office/drawing/2014/main" id="{8517586B-AE77-4CD3-B57A-8B9A790B158F}"/>
                </a:ext>
              </a:extLst>
            </p:cNvPr>
            <p:cNvGrpSpPr/>
            <p:nvPr/>
          </p:nvGrpSpPr>
          <p:grpSpPr>
            <a:xfrm rot="337866">
              <a:off x="10976936" y="4650146"/>
              <a:ext cx="1188770" cy="1028487"/>
              <a:chOff x="7153217" y="2662431"/>
              <a:chExt cx="1520005" cy="1407832"/>
            </a:xfrm>
            <a:solidFill>
              <a:schemeClr val="accent5">
                <a:lumMod val="60000"/>
                <a:lumOff val="40000"/>
              </a:schemeClr>
            </a:solidFill>
            <a:effectLst/>
          </p:grpSpPr>
          <p:sp>
            <p:nvSpPr>
              <p:cNvPr id="164" name="Rectangle 10">
                <a:extLst>
                  <a:ext uri="{FF2B5EF4-FFF2-40B4-BE49-F238E27FC236}">
                    <a16:creationId xmlns:a16="http://schemas.microsoft.com/office/drawing/2014/main" id="{731B2AC8-8990-4CD6-A078-E9BD138CEE9C}"/>
                  </a:ext>
                </a:extLst>
              </p:cNvPr>
              <p:cNvSpPr/>
              <p:nvPr/>
            </p:nvSpPr>
            <p:spPr>
              <a:xfrm rot="20467554">
                <a:off x="7626053" y="3827866"/>
                <a:ext cx="1047169" cy="202430"/>
              </a:xfrm>
              <a:custGeom>
                <a:avLst/>
                <a:gdLst>
                  <a:gd name="connsiteX0" fmla="*/ 0 w 997799"/>
                  <a:gd name="connsiteY0" fmla="*/ 0 h 190624"/>
                  <a:gd name="connsiteX1" fmla="*/ 997799 w 997799"/>
                  <a:gd name="connsiteY1" fmla="*/ 0 h 190624"/>
                  <a:gd name="connsiteX2" fmla="*/ 997799 w 997799"/>
                  <a:gd name="connsiteY2" fmla="*/ 190624 h 190624"/>
                  <a:gd name="connsiteX3" fmla="*/ 0 w 997799"/>
                  <a:gd name="connsiteY3" fmla="*/ 190624 h 190624"/>
                  <a:gd name="connsiteX4" fmla="*/ 0 w 997799"/>
                  <a:gd name="connsiteY4" fmla="*/ 0 h 190624"/>
                  <a:gd name="connsiteX0" fmla="*/ 0 w 997799"/>
                  <a:gd name="connsiteY0" fmla="*/ 0 h 190624"/>
                  <a:gd name="connsiteX1" fmla="*/ 997799 w 997799"/>
                  <a:gd name="connsiteY1" fmla="*/ 0 h 190624"/>
                  <a:gd name="connsiteX2" fmla="*/ 997799 w 997799"/>
                  <a:gd name="connsiteY2" fmla="*/ 190624 h 190624"/>
                  <a:gd name="connsiteX3" fmla="*/ 0 w 997799"/>
                  <a:gd name="connsiteY3" fmla="*/ 0 h 190624"/>
                  <a:gd name="connsiteX0" fmla="*/ 0 w 1006687"/>
                  <a:gd name="connsiteY0" fmla="*/ 53621 h 190624"/>
                  <a:gd name="connsiteX1" fmla="*/ 1006687 w 1006687"/>
                  <a:gd name="connsiteY1" fmla="*/ 0 h 190624"/>
                  <a:gd name="connsiteX2" fmla="*/ 1006687 w 1006687"/>
                  <a:gd name="connsiteY2" fmla="*/ 190624 h 190624"/>
                  <a:gd name="connsiteX3" fmla="*/ 0 w 1006687"/>
                  <a:gd name="connsiteY3" fmla="*/ 53621 h 190624"/>
                  <a:gd name="connsiteX0" fmla="*/ 0 w 1069156"/>
                  <a:gd name="connsiteY0" fmla="*/ 53621 h 195629"/>
                  <a:gd name="connsiteX1" fmla="*/ 1006687 w 1069156"/>
                  <a:gd name="connsiteY1" fmla="*/ 0 h 195629"/>
                  <a:gd name="connsiteX2" fmla="*/ 1069156 w 1069156"/>
                  <a:gd name="connsiteY2" fmla="*/ 195629 h 195629"/>
                  <a:gd name="connsiteX3" fmla="*/ 0 w 1069156"/>
                  <a:gd name="connsiteY3" fmla="*/ 53621 h 195629"/>
                  <a:gd name="connsiteX0" fmla="*/ 0 w 1069156"/>
                  <a:gd name="connsiteY0" fmla="*/ 53621 h 195629"/>
                  <a:gd name="connsiteX1" fmla="*/ 1006687 w 1069156"/>
                  <a:gd name="connsiteY1" fmla="*/ 0 h 195629"/>
                  <a:gd name="connsiteX2" fmla="*/ 1069156 w 1069156"/>
                  <a:gd name="connsiteY2" fmla="*/ 195629 h 195629"/>
                  <a:gd name="connsiteX3" fmla="*/ 0 w 1069156"/>
                  <a:gd name="connsiteY3" fmla="*/ 53621 h 195629"/>
                  <a:gd name="connsiteX0" fmla="*/ 0 w 1069156"/>
                  <a:gd name="connsiteY0" fmla="*/ 53621 h 195629"/>
                  <a:gd name="connsiteX1" fmla="*/ 1006687 w 1069156"/>
                  <a:gd name="connsiteY1" fmla="*/ 0 h 195629"/>
                  <a:gd name="connsiteX2" fmla="*/ 1069156 w 1069156"/>
                  <a:gd name="connsiteY2" fmla="*/ 195629 h 195629"/>
                  <a:gd name="connsiteX3" fmla="*/ 0 w 1069156"/>
                  <a:gd name="connsiteY3" fmla="*/ 53621 h 195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69156" h="195629">
                    <a:moveTo>
                      <a:pt x="0" y="53621"/>
                    </a:moveTo>
                    <a:lnTo>
                      <a:pt x="1006687" y="0"/>
                    </a:lnTo>
                    <a:lnTo>
                      <a:pt x="1069156" y="195629"/>
                    </a:lnTo>
                    <a:cubicBezTo>
                      <a:pt x="696047" y="194596"/>
                      <a:pt x="375028" y="173914"/>
                      <a:pt x="0" y="53621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143435" rtlCol="0" anchor="b"/>
              <a:lstStyle/>
              <a:p>
                <a:pPr algn="ctr"/>
                <a:endParaRPr lang="en-US" sz="1412" b="1">
                  <a:latin typeface="Ink Free" panose="03080402000500000000" pitchFamily="66" charset="0"/>
                </a:endParaRPr>
              </a:p>
            </p:txBody>
          </p:sp>
          <p:sp>
            <p:nvSpPr>
              <p:cNvPr id="165" name="Rectangle 11">
                <a:extLst>
                  <a:ext uri="{FF2B5EF4-FFF2-40B4-BE49-F238E27FC236}">
                    <a16:creationId xmlns:a16="http://schemas.microsoft.com/office/drawing/2014/main" id="{A25B166C-E210-4AC2-9D42-9338B3DAE063}"/>
                  </a:ext>
                </a:extLst>
              </p:cNvPr>
              <p:cNvSpPr/>
              <p:nvPr/>
            </p:nvSpPr>
            <p:spPr>
              <a:xfrm rot="21164825">
                <a:off x="7153217" y="2662431"/>
                <a:ext cx="1441490" cy="1407832"/>
              </a:xfrm>
              <a:custGeom>
                <a:avLst/>
                <a:gdLst>
                  <a:gd name="connsiteX0" fmla="*/ 0 w 1344524"/>
                  <a:gd name="connsiteY0" fmla="*/ 0 h 1422228"/>
                  <a:gd name="connsiteX1" fmla="*/ 1344524 w 1344524"/>
                  <a:gd name="connsiteY1" fmla="*/ 0 h 1422228"/>
                  <a:gd name="connsiteX2" fmla="*/ 1344524 w 1344524"/>
                  <a:gd name="connsiteY2" fmla="*/ 1422228 h 1422228"/>
                  <a:gd name="connsiteX3" fmla="*/ 0 w 1344524"/>
                  <a:gd name="connsiteY3" fmla="*/ 1422228 h 1422228"/>
                  <a:gd name="connsiteX4" fmla="*/ 0 w 1344524"/>
                  <a:gd name="connsiteY4" fmla="*/ 0 h 1422228"/>
                  <a:gd name="connsiteX0" fmla="*/ 0 w 1441490"/>
                  <a:gd name="connsiteY0" fmla="*/ 0 h 1422228"/>
                  <a:gd name="connsiteX1" fmla="*/ 1344524 w 1441490"/>
                  <a:gd name="connsiteY1" fmla="*/ 0 h 1422228"/>
                  <a:gd name="connsiteX2" fmla="*/ 1441490 w 1441490"/>
                  <a:gd name="connsiteY2" fmla="*/ 1179354 h 1422228"/>
                  <a:gd name="connsiteX3" fmla="*/ 0 w 1441490"/>
                  <a:gd name="connsiteY3" fmla="*/ 1422228 h 1422228"/>
                  <a:gd name="connsiteX4" fmla="*/ 0 w 1441490"/>
                  <a:gd name="connsiteY4" fmla="*/ 0 h 1422228"/>
                  <a:gd name="connsiteX0" fmla="*/ 0 w 1441490"/>
                  <a:gd name="connsiteY0" fmla="*/ 0 h 1422228"/>
                  <a:gd name="connsiteX1" fmla="*/ 1344524 w 1441490"/>
                  <a:gd name="connsiteY1" fmla="*/ 0 h 1422228"/>
                  <a:gd name="connsiteX2" fmla="*/ 1441490 w 1441490"/>
                  <a:gd name="connsiteY2" fmla="*/ 1179354 h 1422228"/>
                  <a:gd name="connsiteX3" fmla="*/ 0 w 1441490"/>
                  <a:gd name="connsiteY3" fmla="*/ 1422228 h 1422228"/>
                  <a:gd name="connsiteX4" fmla="*/ 0 w 1441490"/>
                  <a:gd name="connsiteY4" fmla="*/ 0 h 1422228"/>
                  <a:gd name="connsiteX0" fmla="*/ 0 w 1441490"/>
                  <a:gd name="connsiteY0" fmla="*/ 0 h 1407832"/>
                  <a:gd name="connsiteX1" fmla="*/ 1344524 w 1441490"/>
                  <a:gd name="connsiteY1" fmla="*/ 0 h 1407832"/>
                  <a:gd name="connsiteX2" fmla="*/ 1441490 w 1441490"/>
                  <a:gd name="connsiteY2" fmla="*/ 1179354 h 1407832"/>
                  <a:gd name="connsiteX3" fmla="*/ 4836 w 1441490"/>
                  <a:gd name="connsiteY3" fmla="*/ 1407832 h 1407832"/>
                  <a:gd name="connsiteX4" fmla="*/ 0 w 1441490"/>
                  <a:gd name="connsiteY4" fmla="*/ 0 h 1407832"/>
                  <a:gd name="connsiteX0" fmla="*/ 0 w 1441490"/>
                  <a:gd name="connsiteY0" fmla="*/ 0 h 1407832"/>
                  <a:gd name="connsiteX1" fmla="*/ 1344524 w 1441490"/>
                  <a:gd name="connsiteY1" fmla="*/ 0 h 1407832"/>
                  <a:gd name="connsiteX2" fmla="*/ 1441490 w 1441490"/>
                  <a:gd name="connsiteY2" fmla="*/ 1179354 h 1407832"/>
                  <a:gd name="connsiteX3" fmla="*/ 4836 w 1441490"/>
                  <a:gd name="connsiteY3" fmla="*/ 1407832 h 1407832"/>
                  <a:gd name="connsiteX4" fmla="*/ 0 w 1441490"/>
                  <a:gd name="connsiteY4" fmla="*/ 0 h 1407832"/>
                  <a:gd name="connsiteX0" fmla="*/ 0 w 1441490"/>
                  <a:gd name="connsiteY0" fmla="*/ 0 h 1407832"/>
                  <a:gd name="connsiteX1" fmla="*/ 1344524 w 1441490"/>
                  <a:gd name="connsiteY1" fmla="*/ 0 h 1407832"/>
                  <a:gd name="connsiteX2" fmla="*/ 1441490 w 1441490"/>
                  <a:gd name="connsiteY2" fmla="*/ 1179354 h 1407832"/>
                  <a:gd name="connsiteX3" fmla="*/ 4836 w 1441490"/>
                  <a:gd name="connsiteY3" fmla="*/ 1407832 h 1407832"/>
                  <a:gd name="connsiteX4" fmla="*/ 0 w 1441490"/>
                  <a:gd name="connsiteY4" fmla="*/ 0 h 14078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41490" h="1407832">
                    <a:moveTo>
                      <a:pt x="0" y="0"/>
                    </a:moveTo>
                    <a:lnTo>
                      <a:pt x="1344524" y="0"/>
                    </a:lnTo>
                    <a:cubicBezTo>
                      <a:pt x="1376846" y="393118"/>
                      <a:pt x="1337235" y="903188"/>
                      <a:pt x="1441490" y="1179354"/>
                    </a:cubicBezTo>
                    <a:cubicBezTo>
                      <a:pt x="1081761" y="1443823"/>
                      <a:pt x="556514" y="1380972"/>
                      <a:pt x="4836" y="1407832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 w="3175">
                <a:solidFill>
                  <a:schemeClr val="accent5">
                    <a:lumMod val="75000"/>
                  </a:schemeClr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143435" bIns="143435" rtlCol="0" anchor="b"/>
              <a:lstStyle/>
              <a:p>
                <a:pPr algn="ctr"/>
                <a:endParaRPr lang="en-US" sz="941" b="1" dirty="0">
                  <a:solidFill>
                    <a:schemeClr val="tx1"/>
                  </a:solidFill>
                  <a:latin typeface="Ink Free" panose="03080402000500000000" pitchFamily="66" charset="0"/>
                </a:endParaRPr>
              </a:p>
            </p:txBody>
          </p:sp>
        </p:grpSp>
        <p:grpSp>
          <p:nvGrpSpPr>
            <p:cNvPr id="161" name="Group 160">
              <a:extLst>
                <a:ext uri="{FF2B5EF4-FFF2-40B4-BE49-F238E27FC236}">
                  <a16:creationId xmlns:a16="http://schemas.microsoft.com/office/drawing/2014/main" id="{AD8A8700-2660-49A3-AF80-A1F7036EC5DB}"/>
                </a:ext>
              </a:extLst>
            </p:cNvPr>
            <p:cNvGrpSpPr/>
            <p:nvPr/>
          </p:nvGrpSpPr>
          <p:grpSpPr>
            <a:xfrm rot="337866">
              <a:off x="11058718" y="4749219"/>
              <a:ext cx="1188770" cy="1028487"/>
              <a:chOff x="7153217" y="2662431"/>
              <a:chExt cx="1520005" cy="1407832"/>
            </a:xfrm>
            <a:effectLst/>
          </p:grpSpPr>
          <p:sp>
            <p:nvSpPr>
              <p:cNvPr id="162" name="Rectangle 10">
                <a:extLst>
                  <a:ext uri="{FF2B5EF4-FFF2-40B4-BE49-F238E27FC236}">
                    <a16:creationId xmlns:a16="http://schemas.microsoft.com/office/drawing/2014/main" id="{0A1DBE4A-62A8-421C-A096-045FC74AC384}"/>
                  </a:ext>
                </a:extLst>
              </p:cNvPr>
              <p:cNvSpPr/>
              <p:nvPr/>
            </p:nvSpPr>
            <p:spPr>
              <a:xfrm rot="20467554">
                <a:off x="7626053" y="3827866"/>
                <a:ext cx="1047169" cy="202430"/>
              </a:xfrm>
              <a:custGeom>
                <a:avLst/>
                <a:gdLst>
                  <a:gd name="connsiteX0" fmla="*/ 0 w 997799"/>
                  <a:gd name="connsiteY0" fmla="*/ 0 h 190624"/>
                  <a:gd name="connsiteX1" fmla="*/ 997799 w 997799"/>
                  <a:gd name="connsiteY1" fmla="*/ 0 h 190624"/>
                  <a:gd name="connsiteX2" fmla="*/ 997799 w 997799"/>
                  <a:gd name="connsiteY2" fmla="*/ 190624 h 190624"/>
                  <a:gd name="connsiteX3" fmla="*/ 0 w 997799"/>
                  <a:gd name="connsiteY3" fmla="*/ 190624 h 190624"/>
                  <a:gd name="connsiteX4" fmla="*/ 0 w 997799"/>
                  <a:gd name="connsiteY4" fmla="*/ 0 h 190624"/>
                  <a:gd name="connsiteX0" fmla="*/ 0 w 997799"/>
                  <a:gd name="connsiteY0" fmla="*/ 0 h 190624"/>
                  <a:gd name="connsiteX1" fmla="*/ 997799 w 997799"/>
                  <a:gd name="connsiteY1" fmla="*/ 0 h 190624"/>
                  <a:gd name="connsiteX2" fmla="*/ 997799 w 997799"/>
                  <a:gd name="connsiteY2" fmla="*/ 190624 h 190624"/>
                  <a:gd name="connsiteX3" fmla="*/ 0 w 997799"/>
                  <a:gd name="connsiteY3" fmla="*/ 0 h 190624"/>
                  <a:gd name="connsiteX0" fmla="*/ 0 w 1006687"/>
                  <a:gd name="connsiteY0" fmla="*/ 53621 h 190624"/>
                  <a:gd name="connsiteX1" fmla="*/ 1006687 w 1006687"/>
                  <a:gd name="connsiteY1" fmla="*/ 0 h 190624"/>
                  <a:gd name="connsiteX2" fmla="*/ 1006687 w 1006687"/>
                  <a:gd name="connsiteY2" fmla="*/ 190624 h 190624"/>
                  <a:gd name="connsiteX3" fmla="*/ 0 w 1006687"/>
                  <a:gd name="connsiteY3" fmla="*/ 53621 h 190624"/>
                  <a:gd name="connsiteX0" fmla="*/ 0 w 1069156"/>
                  <a:gd name="connsiteY0" fmla="*/ 53621 h 195629"/>
                  <a:gd name="connsiteX1" fmla="*/ 1006687 w 1069156"/>
                  <a:gd name="connsiteY1" fmla="*/ 0 h 195629"/>
                  <a:gd name="connsiteX2" fmla="*/ 1069156 w 1069156"/>
                  <a:gd name="connsiteY2" fmla="*/ 195629 h 195629"/>
                  <a:gd name="connsiteX3" fmla="*/ 0 w 1069156"/>
                  <a:gd name="connsiteY3" fmla="*/ 53621 h 195629"/>
                  <a:gd name="connsiteX0" fmla="*/ 0 w 1069156"/>
                  <a:gd name="connsiteY0" fmla="*/ 53621 h 195629"/>
                  <a:gd name="connsiteX1" fmla="*/ 1006687 w 1069156"/>
                  <a:gd name="connsiteY1" fmla="*/ 0 h 195629"/>
                  <a:gd name="connsiteX2" fmla="*/ 1069156 w 1069156"/>
                  <a:gd name="connsiteY2" fmla="*/ 195629 h 195629"/>
                  <a:gd name="connsiteX3" fmla="*/ 0 w 1069156"/>
                  <a:gd name="connsiteY3" fmla="*/ 53621 h 195629"/>
                  <a:gd name="connsiteX0" fmla="*/ 0 w 1069156"/>
                  <a:gd name="connsiteY0" fmla="*/ 53621 h 195629"/>
                  <a:gd name="connsiteX1" fmla="*/ 1006687 w 1069156"/>
                  <a:gd name="connsiteY1" fmla="*/ 0 h 195629"/>
                  <a:gd name="connsiteX2" fmla="*/ 1069156 w 1069156"/>
                  <a:gd name="connsiteY2" fmla="*/ 195629 h 195629"/>
                  <a:gd name="connsiteX3" fmla="*/ 0 w 1069156"/>
                  <a:gd name="connsiteY3" fmla="*/ 53621 h 195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69156" h="195629">
                    <a:moveTo>
                      <a:pt x="0" y="53621"/>
                    </a:moveTo>
                    <a:lnTo>
                      <a:pt x="1006687" y="0"/>
                    </a:lnTo>
                    <a:lnTo>
                      <a:pt x="1069156" y="195629"/>
                    </a:lnTo>
                    <a:cubicBezTo>
                      <a:pt x="696047" y="194596"/>
                      <a:pt x="375028" y="173914"/>
                      <a:pt x="0" y="53621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143435" rtlCol="0" anchor="b"/>
              <a:lstStyle/>
              <a:p>
                <a:pPr algn="ctr"/>
                <a:endParaRPr lang="en-US" sz="1412" b="1">
                  <a:latin typeface="Ink Free" panose="03080402000500000000" pitchFamily="66" charset="0"/>
                </a:endParaRPr>
              </a:p>
            </p:txBody>
          </p:sp>
          <p:sp>
            <p:nvSpPr>
              <p:cNvPr id="163" name="Rectangle 11">
                <a:extLst>
                  <a:ext uri="{FF2B5EF4-FFF2-40B4-BE49-F238E27FC236}">
                    <a16:creationId xmlns:a16="http://schemas.microsoft.com/office/drawing/2014/main" id="{A2CB96A5-22AB-4969-A1CC-E5BE61A42176}"/>
                  </a:ext>
                </a:extLst>
              </p:cNvPr>
              <p:cNvSpPr/>
              <p:nvPr/>
            </p:nvSpPr>
            <p:spPr>
              <a:xfrm rot="21164825">
                <a:off x="7153217" y="2662431"/>
                <a:ext cx="1441490" cy="1407832"/>
              </a:xfrm>
              <a:custGeom>
                <a:avLst/>
                <a:gdLst>
                  <a:gd name="connsiteX0" fmla="*/ 0 w 1344524"/>
                  <a:gd name="connsiteY0" fmla="*/ 0 h 1422228"/>
                  <a:gd name="connsiteX1" fmla="*/ 1344524 w 1344524"/>
                  <a:gd name="connsiteY1" fmla="*/ 0 h 1422228"/>
                  <a:gd name="connsiteX2" fmla="*/ 1344524 w 1344524"/>
                  <a:gd name="connsiteY2" fmla="*/ 1422228 h 1422228"/>
                  <a:gd name="connsiteX3" fmla="*/ 0 w 1344524"/>
                  <a:gd name="connsiteY3" fmla="*/ 1422228 h 1422228"/>
                  <a:gd name="connsiteX4" fmla="*/ 0 w 1344524"/>
                  <a:gd name="connsiteY4" fmla="*/ 0 h 1422228"/>
                  <a:gd name="connsiteX0" fmla="*/ 0 w 1441490"/>
                  <a:gd name="connsiteY0" fmla="*/ 0 h 1422228"/>
                  <a:gd name="connsiteX1" fmla="*/ 1344524 w 1441490"/>
                  <a:gd name="connsiteY1" fmla="*/ 0 h 1422228"/>
                  <a:gd name="connsiteX2" fmla="*/ 1441490 w 1441490"/>
                  <a:gd name="connsiteY2" fmla="*/ 1179354 h 1422228"/>
                  <a:gd name="connsiteX3" fmla="*/ 0 w 1441490"/>
                  <a:gd name="connsiteY3" fmla="*/ 1422228 h 1422228"/>
                  <a:gd name="connsiteX4" fmla="*/ 0 w 1441490"/>
                  <a:gd name="connsiteY4" fmla="*/ 0 h 1422228"/>
                  <a:gd name="connsiteX0" fmla="*/ 0 w 1441490"/>
                  <a:gd name="connsiteY0" fmla="*/ 0 h 1422228"/>
                  <a:gd name="connsiteX1" fmla="*/ 1344524 w 1441490"/>
                  <a:gd name="connsiteY1" fmla="*/ 0 h 1422228"/>
                  <a:gd name="connsiteX2" fmla="*/ 1441490 w 1441490"/>
                  <a:gd name="connsiteY2" fmla="*/ 1179354 h 1422228"/>
                  <a:gd name="connsiteX3" fmla="*/ 0 w 1441490"/>
                  <a:gd name="connsiteY3" fmla="*/ 1422228 h 1422228"/>
                  <a:gd name="connsiteX4" fmla="*/ 0 w 1441490"/>
                  <a:gd name="connsiteY4" fmla="*/ 0 h 1422228"/>
                  <a:gd name="connsiteX0" fmla="*/ 0 w 1441490"/>
                  <a:gd name="connsiteY0" fmla="*/ 0 h 1407832"/>
                  <a:gd name="connsiteX1" fmla="*/ 1344524 w 1441490"/>
                  <a:gd name="connsiteY1" fmla="*/ 0 h 1407832"/>
                  <a:gd name="connsiteX2" fmla="*/ 1441490 w 1441490"/>
                  <a:gd name="connsiteY2" fmla="*/ 1179354 h 1407832"/>
                  <a:gd name="connsiteX3" fmla="*/ 4836 w 1441490"/>
                  <a:gd name="connsiteY3" fmla="*/ 1407832 h 1407832"/>
                  <a:gd name="connsiteX4" fmla="*/ 0 w 1441490"/>
                  <a:gd name="connsiteY4" fmla="*/ 0 h 1407832"/>
                  <a:gd name="connsiteX0" fmla="*/ 0 w 1441490"/>
                  <a:gd name="connsiteY0" fmla="*/ 0 h 1407832"/>
                  <a:gd name="connsiteX1" fmla="*/ 1344524 w 1441490"/>
                  <a:gd name="connsiteY1" fmla="*/ 0 h 1407832"/>
                  <a:gd name="connsiteX2" fmla="*/ 1441490 w 1441490"/>
                  <a:gd name="connsiteY2" fmla="*/ 1179354 h 1407832"/>
                  <a:gd name="connsiteX3" fmla="*/ 4836 w 1441490"/>
                  <a:gd name="connsiteY3" fmla="*/ 1407832 h 1407832"/>
                  <a:gd name="connsiteX4" fmla="*/ 0 w 1441490"/>
                  <a:gd name="connsiteY4" fmla="*/ 0 h 1407832"/>
                  <a:gd name="connsiteX0" fmla="*/ 0 w 1441490"/>
                  <a:gd name="connsiteY0" fmla="*/ 0 h 1407832"/>
                  <a:gd name="connsiteX1" fmla="*/ 1344524 w 1441490"/>
                  <a:gd name="connsiteY1" fmla="*/ 0 h 1407832"/>
                  <a:gd name="connsiteX2" fmla="*/ 1441490 w 1441490"/>
                  <a:gd name="connsiteY2" fmla="*/ 1179354 h 1407832"/>
                  <a:gd name="connsiteX3" fmla="*/ 4836 w 1441490"/>
                  <a:gd name="connsiteY3" fmla="*/ 1407832 h 1407832"/>
                  <a:gd name="connsiteX4" fmla="*/ 0 w 1441490"/>
                  <a:gd name="connsiteY4" fmla="*/ 0 h 14078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41490" h="1407832">
                    <a:moveTo>
                      <a:pt x="0" y="0"/>
                    </a:moveTo>
                    <a:lnTo>
                      <a:pt x="1344524" y="0"/>
                    </a:lnTo>
                    <a:cubicBezTo>
                      <a:pt x="1376846" y="393118"/>
                      <a:pt x="1337235" y="903188"/>
                      <a:pt x="1441490" y="1179354"/>
                    </a:cubicBezTo>
                    <a:cubicBezTo>
                      <a:pt x="1081761" y="1443823"/>
                      <a:pt x="556514" y="1380972"/>
                      <a:pt x="4836" y="1407832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 w="3175"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143435" bIns="143435" rtlCol="0" anchor="b"/>
              <a:lstStyle/>
              <a:p>
                <a:pPr algn="ctr"/>
                <a:r>
                  <a:rPr lang="en-US" sz="706" b="1" dirty="0">
                    <a:solidFill>
                      <a:schemeClr val="tx1"/>
                    </a:solidFill>
                    <a:latin typeface="Ink Free" panose="03080402000500000000" pitchFamily="66" charset="0"/>
                  </a:rPr>
                  <a:t> </a:t>
                </a:r>
                <a:r>
                  <a:rPr lang="en-US" sz="941" b="1" dirty="0">
                    <a:solidFill>
                      <a:schemeClr val="tx1"/>
                    </a:solidFill>
                    <a:latin typeface="Ink Free" panose="03080402000500000000" pitchFamily="66" charset="0"/>
                  </a:rPr>
                  <a:t>Review Project </a:t>
                </a:r>
                <a:br>
                  <a:rPr lang="en-US" sz="941" b="1" dirty="0">
                    <a:solidFill>
                      <a:schemeClr val="tx1"/>
                    </a:solidFill>
                    <a:latin typeface="Ink Free" panose="03080402000500000000" pitchFamily="66" charset="0"/>
                  </a:rPr>
                </a:br>
                <a:r>
                  <a:rPr lang="en-US" sz="941" b="1" dirty="0">
                    <a:solidFill>
                      <a:schemeClr val="tx1"/>
                    </a:solidFill>
                    <a:latin typeface="Ink Free" panose="03080402000500000000" pitchFamily="66" charset="0"/>
                  </a:rPr>
                  <a:t>Regina</a:t>
                </a:r>
              </a:p>
              <a:p>
                <a:pPr algn="ctr"/>
                <a:r>
                  <a:rPr lang="en-US" sz="941" b="1" i="1" dirty="0">
                    <a:solidFill>
                      <a:schemeClr val="tx1"/>
                    </a:solidFill>
                    <a:latin typeface="Ink Free" panose="03080402000500000000" pitchFamily="66" charset="0"/>
                  </a:rPr>
                  <a:t>Card 99</a:t>
                </a:r>
                <a:r>
                  <a:rPr lang="en-US" sz="941" b="1" dirty="0">
                    <a:solidFill>
                      <a:schemeClr val="tx1"/>
                    </a:solidFill>
                    <a:latin typeface="Ink Free" panose="03080402000500000000" pitchFamily="66" charset="0"/>
                  </a:rPr>
                  <a:t> </a:t>
                </a:r>
              </a:p>
            </p:txBody>
          </p:sp>
        </p:grpSp>
      </p:grp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520E7BD4-C9A7-4B26-8C69-884D5FDE2638}"/>
              </a:ext>
            </a:extLst>
          </p:cNvPr>
          <p:cNvGrpSpPr/>
          <p:nvPr/>
        </p:nvGrpSpPr>
        <p:grpSpPr>
          <a:xfrm>
            <a:off x="8766876" y="3630249"/>
            <a:ext cx="996511" cy="884361"/>
            <a:chOff x="10976936" y="4650146"/>
            <a:chExt cx="1270552" cy="1127560"/>
          </a:xfrm>
        </p:grpSpPr>
        <p:grpSp>
          <p:nvGrpSpPr>
            <p:cNvPr id="167" name="Group 166">
              <a:extLst>
                <a:ext uri="{FF2B5EF4-FFF2-40B4-BE49-F238E27FC236}">
                  <a16:creationId xmlns:a16="http://schemas.microsoft.com/office/drawing/2014/main" id="{0E893C5C-6635-4E5F-A60F-C9F30270D6DE}"/>
                </a:ext>
              </a:extLst>
            </p:cNvPr>
            <p:cNvGrpSpPr/>
            <p:nvPr/>
          </p:nvGrpSpPr>
          <p:grpSpPr>
            <a:xfrm rot="337866">
              <a:off x="10976936" y="4650146"/>
              <a:ext cx="1188770" cy="1028487"/>
              <a:chOff x="7153217" y="2662431"/>
              <a:chExt cx="1520005" cy="1407832"/>
            </a:xfrm>
            <a:solidFill>
              <a:schemeClr val="accent5">
                <a:lumMod val="60000"/>
                <a:lumOff val="40000"/>
              </a:schemeClr>
            </a:solidFill>
            <a:effectLst/>
          </p:grpSpPr>
          <p:sp>
            <p:nvSpPr>
              <p:cNvPr id="171" name="Rectangle 10">
                <a:extLst>
                  <a:ext uri="{FF2B5EF4-FFF2-40B4-BE49-F238E27FC236}">
                    <a16:creationId xmlns:a16="http://schemas.microsoft.com/office/drawing/2014/main" id="{DF5F5B12-A7E5-4ED8-B218-E34ABF64FBFF}"/>
                  </a:ext>
                </a:extLst>
              </p:cNvPr>
              <p:cNvSpPr/>
              <p:nvPr/>
            </p:nvSpPr>
            <p:spPr>
              <a:xfrm rot="20467554">
                <a:off x="7626053" y="3827866"/>
                <a:ext cx="1047169" cy="202430"/>
              </a:xfrm>
              <a:custGeom>
                <a:avLst/>
                <a:gdLst>
                  <a:gd name="connsiteX0" fmla="*/ 0 w 997799"/>
                  <a:gd name="connsiteY0" fmla="*/ 0 h 190624"/>
                  <a:gd name="connsiteX1" fmla="*/ 997799 w 997799"/>
                  <a:gd name="connsiteY1" fmla="*/ 0 h 190624"/>
                  <a:gd name="connsiteX2" fmla="*/ 997799 w 997799"/>
                  <a:gd name="connsiteY2" fmla="*/ 190624 h 190624"/>
                  <a:gd name="connsiteX3" fmla="*/ 0 w 997799"/>
                  <a:gd name="connsiteY3" fmla="*/ 190624 h 190624"/>
                  <a:gd name="connsiteX4" fmla="*/ 0 w 997799"/>
                  <a:gd name="connsiteY4" fmla="*/ 0 h 190624"/>
                  <a:gd name="connsiteX0" fmla="*/ 0 w 997799"/>
                  <a:gd name="connsiteY0" fmla="*/ 0 h 190624"/>
                  <a:gd name="connsiteX1" fmla="*/ 997799 w 997799"/>
                  <a:gd name="connsiteY1" fmla="*/ 0 h 190624"/>
                  <a:gd name="connsiteX2" fmla="*/ 997799 w 997799"/>
                  <a:gd name="connsiteY2" fmla="*/ 190624 h 190624"/>
                  <a:gd name="connsiteX3" fmla="*/ 0 w 997799"/>
                  <a:gd name="connsiteY3" fmla="*/ 0 h 190624"/>
                  <a:gd name="connsiteX0" fmla="*/ 0 w 1006687"/>
                  <a:gd name="connsiteY0" fmla="*/ 53621 h 190624"/>
                  <a:gd name="connsiteX1" fmla="*/ 1006687 w 1006687"/>
                  <a:gd name="connsiteY1" fmla="*/ 0 h 190624"/>
                  <a:gd name="connsiteX2" fmla="*/ 1006687 w 1006687"/>
                  <a:gd name="connsiteY2" fmla="*/ 190624 h 190624"/>
                  <a:gd name="connsiteX3" fmla="*/ 0 w 1006687"/>
                  <a:gd name="connsiteY3" fmla="*/ 53621 h 190624"/>
                  <a:gd name="connsiteX0" fmla="*/ 0 w 1069156"/>
                  <a:gd name="connsiteY0" fmla="*/ 53621 h 195629"/>
                  <a:gd name="connsiteX1" fmla="*/ 1006687 w 1069156"/>
                  <a:gd name="connsiteY1" fmla="*/ 0 h 195629"/>
                  <a:gd name="connsiteX2" fmla="*/ 1069156 w 1069156"/>
                  <a:gd name="connsiteY2" fmla="*/ 195629 h 195629"/>
                  <a:gd name="connsiteX3" fmla="*/ 0 w 1069156"/>
                  <a:gd name="connsiteY3" fmla="*/ 53621 h 195629"/>
                  <a:gd name="connsiteX0" fmla="*/ 0 w 1069156"/>
                  <a:gd name="connsiteY0" fmla="*/ 53621 h 195629"/>
                  <a:gd name="connsiteX1" fmla="*/ 1006687 w 1069156"/>
                  <a:gd name="connsiteY1" fmla="*/ 0 h 195629"/>
                  <a:gd name="connsiteX2" fmla="*/ 1069156 w 1069156"/>
                  <a:gd name="connsiteY2" fmla="*/ 195629 h 195629"/>
                  <a:gd name="connsiteX3" fmla="*/ 0 w 1069156"/>
                  <a:gd name="connsiteY3" fmla="*/ 53621 h 195629"/>
                  <a:gd name="connsiteX0" fmla="*/ 0 w 1069156"/>
                  <a:gd name="connsiteY0" fmla="*/ 53621 h 195629"/>
                  <a:gd name="connsiteX1" fmla="*/ 1006687 w 1069156"/>
                  <a:gd name="connsiteY1" fmla="*/ 0 h 195629"/>
                  <a:gd name="connsiteX2" fmla="*/ 1069156 w 1069156"/>
                  <a:gd name="connsiteY2" fmla="*/ 195629 h 195629"/>
                  <a:gd name="connsiteX3" fmla="*/ 0 w 1069156"/>
                  <a:gd name="connsiteY3" fmla="*/ 53621 h 195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69156" h="195629">
                    <a:moveTo>
                      <a:pt x="0" y="53621"/>
                    </a:moveTo>
                    <a:lnTo>
                      <a:pt x="1006687" y="0"/>
                    </a:lnTo>
                    <a:lnTo>
                      <a:pt x="1069156" y="195629"/>
                    </a:lnTo>
                    <a:cubicBezTo>
                      <a:pt x="696047" y="194596"/>
                      <a:pt x="375028" y="173914"/>
                      <a:pt x="0" y="53621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143435" rtlCol="0" anchor="b"/>
              <a:lstStyle/>
              <a:p>
                <a:pPr algn="ctr"/>
                <a:endParaRPr lang="en-US" sz="1412" b="1">
                  <a:latin typeface="Ink Free" panose="03080402000500000000" pitchFamily="66" charset="0"/>
                </a:endParaRPr>
              </a:p>
            </p:txBody>
          </p:sp>
          <p:sp>
            <p:nvSpPr>
              <p:cNvPr id="172" name="Rectangle 11">
                <a:extLst>
                  <a:ext uri="{FF2B5EF4-FFF2-40B4-BE49-F238E27FC236}">
                    <a16:creationId xmlns:a16="http://schemas.microsoft.com/office/drawing/2014/main" id="{38F40787-45F8-4229-A78F-848D39F508E1}"/>
                  </a:ext>
                </a:extLst>
              </p:cNvPr>
              <p:cNvSpPr/>
              <p:nvPr/>
            </p:nvSpPr>
            <p:spPr>
              <a:xfrm rot="21164825">
                <a:off x="7153217" y="2662431"/>
                <a:ext cx="1441490" cy="1407832"/>
              </a:xfrm>
              <a:custGeom>
                <a:avLst/>
                <a:gdLst>
                  <a:gd name="connsiteX0" fmla="*/ 0 w 1344524"/>
                  <a:gd name="connsiteY0" fmla="*/ 0 h 1422228"/>
                  <a:gd name="connsiteX1" fmla="*/ 1344524 w 1344524"/>
                  <a:gd name="connsiteY1" fmla="*/ 0 h 1422228"/>
                  <a:gd name="connsiteX2" fmla="*/ 1344524 w 1344524"/>
                  <a:gd name="connsiteY2" fmla="*/ 1422228 h 1422228"/>
                  <a:gd name="connsiteX3" fmla="*/ 0 w 1344524"/>
                  <a:gd name="connsiteY3" fmla="*/ 1422228 h 1422228"/>
                  <a:gd name="connsiteX4" fmla="*/ 0 w 1344524"/>
                  <a:gd name="connsiteY4" fmla="*/ 0 h 1422228"/>
                  <a:gd name="connsiteX0" fmla="*/ 0 w 1441490"/>
                  <a:gd name="connsiteY0" fmla="*/ 0 h 1422228"/>
                  <a:gd name="connsiteX1" fmla="*/ 1344524 w 1441490"/>
                  <a:gd name="connsiteY1" fmla="*/ 0 h 1422228"/>
                  <a:gd name="connsiteX2" fmla="*/ 1441490 w 1441490"/>
                  <a:gd name="connsiteY2" fmla="*/ 1179354 h 1422228"/>
                  <a:gd name="connsiteX3" fmla="*/ 0 w 1441490"/>
                  <a:gd name="connsiteY3" fmla="*/ 1422228 h 1422228"/>
                  <a:gd name="connsiteX4" fmla="*/ 0 w 1441490"/>
                  <a:gd name="connsiteY4" fmla="*/ 0 h 1422228"/>
                  <a:gd name="connsiteX0" fmla="*/ 0 w 1441490"/>
                  <a:gd name="connsiteY0" fmla="*/ 0 h 1422228"/>
                  <a:gd name="connsiteX1" fmla="*/ 1344524 w 1441490"/>
                  <a:gd name="connsiteY1" fmla="*/ 0 h 1422228"/>
                  <a:gd name="connsiteX2" fmla="*/ 1441490 w 1441490"/>
                  <a:gd name="connsiteY2" fmla="*/ 1179354 h 1422228"/>
                  <a:gd name="connsiteX3" fmla="*/ 0 w 1441490"/>
                  <a:gd name="connsiteY3" fmla="*/ 1422228 h 1422228"/>
                  <a:gd name="connsiteX4" fmla="*/ 0 w 1441490"/>
                  <a:gd name="connsiteY4" fmla="*/ 0 h 1422228"/>
                  <a:gd name="connsiteX0" fmla="*/ 0 w 1441490"/>
                  <a:gd name="connsiteY0" fmla="*/ 0 h 1407832"/>
                  <a:gd name="connsiteX1" fmla="*/ 1344524 w 1441490"/>
                  <a:gd name="connsiteY1" fmla="*/ 0 h 1407832"/>
                  <a:gd name="connsiteX2" fmla="*/ 1441490 w 1441490"/>
                  <a:gd name="connsiteY2" fmla="*/ 1179354 h 1407832"/>
                  <a:gd name="connsiteX3" fmla="*/ 4836 w 1441490"/>
                  <a:gd name="connsiteY3" fmla="*/ 1407832 h 1407832"/>
                  <a:gd name="connsiteX4" fmla="*/ 0 w 1441490"/>
                  <a:gd name="connsiteY4" fmla="*/ 0 h 1407832"/>
                  <a:gd name="connsiteX0" fmla="*/ 0 w 1441490"/>
                  <a:gd name="connsiteY0" fmla="*/ 0 h 1407832"/>
                  <a:gd name="connsiteX1" fmla="*/ 1344524 w 1441490"/>
                  <a:gd name="connsiteY1" fmla="*/ 0 h 1407832"/>
                  <a:gd name="connsiteX2" fmla="*/ 1441490 w 1441490"/>
                  <a:gd name="connsiteY2" fmla="*/ 1179354 h 1407832"/>
                  <a:gd name="connsiteX3" fmla="*/ 4836 w 1441490"/>
                  <a:gd name="connsiteY3" fmla="*/ 1407832 h 1407832"/>
                  <a:gd name="connsiteX4" fmla="*/ 0 w 1441490"/>
                  <a:gd name="connsiteY4" fmla="*/ 0 h 1407832"/>
                  <a:gd name="connsiteX0" fmla="*/ 0 w 1441490"/>
                  <a:gd name="connsiteY0" fmla="*/ 0 h 1407832"/>
                  <a:gd name="connsiteX1" fmla="*/ 1344524 w 1441490"/>
                  <a:gd name="connsiteY1" fmla="*/ 0 h 1407832"/>
                  <a:gd name="connsiteX2" fmla="*/ 1441490 w 1441490"/>
                  <a:gd name="connsiteY2" fmla="*/ 1179354 h 1407832"/>
                  <a:gd name="connsiteX3" fmla="*/ 4836 w 1441490"/>
                  <a:gd name="connsiteY3" fmla="*/ 1407832 h 1407832"/>
                  <a:gd name="connsiteX4" fmla="*/ 0 w 1441490"/>
                  <a:gd name="connsiteY4" fmla="*/ 0 h 14078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41490" h="1407832">
                    <a:moveTo>
                      <a:pt x="0" y="0"/>
                    </a:moveTo>
                    <a:lnTo>
                      <a:pt x="1344524" y="0"/>
                    </a:lnTo>
                    <a:cubicBezTo>
                      <a:pt x="1376846" y="393118"/>
                      <a:pt x="1337235" y="903188"/>
                      <a:pt x="1441490" y="1179354"/>
                    </a:cubicBezTo>
                    <a:cubicBezTo>
                      <a:pt x="1081761" y="1443823"/>
                      <a:pt x="556514" y="1380972"/>
                      <a:pt x="4836" y="1407832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 w="3175">
                <a:solidFill>
                  <a:schemeClr val="accent5">
                    <a:lumMod val="75000"/>
                  </a:schemeClr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143435" bIns="143435" rtlCol="0" anchor="b"/>
              <a:lstStyle/>
              <a:p>
                <a:pPr algn="ctr"/>
                <a:endParaRPr lang="en-US" sz="941" b="1" dirty="0">
                  <a:solidFill>
                    <a:schemeClr val="tx1"/>
                  </a:solidFill>
                  <a:latin typeface="Ink Free" panose="03080402000500000000" pitchFamily="66" charset="0"/>
                </a:endParaRPr>
              </a:p>
            </p:txBody>
          </p:sp>
        </p:grpSp>
        <p:grpSp>
          <p:nvGrpSpPr>
            <p:cNvPr id="168" name="Group 167">
              <a:extLst>
                <a:ext uri="{FF2B5EF4-FFF2-40B4-BE49-F238E27FC236}">
                  <a16:creationId xmlns:a16="http://schemas.microsoft.com/office/drawing/2014/main" id="{7E0F42EB-AE47-49FC-8A65-2A62625A913A}"/>
                </a:ext>
              </a:extLst>
            </p:cNvPr>
            <p:cNvGrpSpPr/>
            <p:nvPr/>
          </p:nvGrpSpPr>
          <p:grpSpPr>
            <a:xfrm rot="337866">
              <a:off x="11058718" y="4749219"/>
              <a:ext cx="1188770" cy="1028487"/>
              <a:chOff x="7153217" y="2662431"/>
              <a:chExt cx="1520005" cy="1407832"/>
            </a:xfrm>
            <a:effectLst/>
          </p:grpSpPr>
          <p:sp>
            <p:nvSpPr>
              <p:cNvPr id="169" name="Rectangle 10">
                <a:extLst>
                  <a:ext uri="{FF2B5EF4-FFF2-40B4-BE49-F238E27FC236}">
                    <a16:creationId xmlns:a16="http://schemas.microsoft.com/office/drawing/2014/main" id="{4C05D4A7-E6A4-45BE-806C-D7A6DEE0AB91}"/>
                  </a:ext>
                </a:extLst>
              </p:cNvPr>
              <p:cNvSpPr/>
              <p:nvPr/>
            </p:nvSpPr>
            <p:spPr>
              <a:xfrm rot="20467554">
                <a:off x="7626053" y="3827866"/>
                <a:ext cx="1047169" cy="202430"/>
              </a:xfrm>
              <a:custGeom>
                <a:avLst/>
                <a:gdLst>
                  <a:gd name="connsiteX0" fmla="*/ 0 w 997799"/>
                  <a:gd name="connsiteY0" fmla="*/ 0 h 190624"/>
                  <a:gd name="connsiteX1" fmla="*/ 997799 w 997799"/>
                  <a:gd name="connsiteY1" fmla="*/ 0 h 190624"/>
                  <a:gd name="connsiteX2" fmla="*/ 997799 w 997799"/>
                  <a:gd name="connsiteY2" fmla="*/ 190624 h 190624"/>
                  <a:gd name="connsiteX3" fmla="*/ 0 w 997799"/>
                  <a:gd name="connsiteY3" fmla="*/ 190624 h 190624"/>
                  <a:gd name="connsiteX4" fmla="*/ 0 w 997799"/>
                  <a:gd name="connsiteY4" fmla="*/ 0 h 190624"/>
                  <a:gd name="connsiteX0" fmla="*/ 0 w 997799"/>
                  <a:gd name="connsiteY0" fmla="*/ 0 h 190624"/>
                  <a:gd name="connsiteX1" fmla="*/ 997799 w 997799"/>
                  <a:gd name="connsiteY1" fmla="*/ 0 h 190624"/>
                  <a:gd name="connsiteX2" fmla="*/ 997799 w 997799"/>
                  <a:gd name="connsiteY2" fmla="*/ 190624 h 190624"/>
                  <a:gd name="connsiteX3" fmla="*/ 0 w 997799"/>
                  <a:gd name="connsiteY3" fmla="*/ 0 h 190624"/>
                  <a:gd name="connsiteX0" fmla="*/ 0 w 1006687"/>
                  <a:gd name="connsiteY0" fmla="*/ 53621 h 190624"/>
                  <a:gd name="connsiteX1" fmla="*/ 1006687 w 1006687"/>
                  <a:gd name="connsiteY1" fmla="*/ 0 h 190624"/>
                  <a:gd name="connsiteX2" fmla="*/ 1006687 w 1006687"/>
                  <a:gd name="connsiteY2" fmla="*/ 190624 h 190624"/>
                  <a:gd name="connsiteX3" fmla="*/ 0 w 1006687"/>
                  <a:gd name="connsiteY3" fmla="*/ 53621 h 190624"/>
                  <a:gd name="connsiteX0" fmla="*/ 0 w 1069156"/>
                  <a:gd name="connsiteY0" fmla="*/ 53621 h 195629"/>
                  <a:gd name="connsiteX1" fmla="*/ 1006687 w 1069156"/>
                  <a:gd name="connsiteY1" fmla="*/ 0 h 195629"/>
                  <a:gd name="connsiteX2" fmla="*/ 1069156 w 1069156"/>
                  <a:gd name="connsiteY2" fmla="*/ 195629 h 195629"/>
                  <a:gd name="connsiteX3" fmla="*/ 0 w 1069156"/>
                  <a:gd name="connsiteY3" fmla="*/ 53621 h 195629"/>
                  <a:gd name="connsiteX0" fmla="*/ 0 w 1069156"/>
                  <a:gd name="connsiteY0" fmla="*/ 53621 h 195629"/>
                  <a:gd name="connsiteX1" fmla="*/ 1006687 w 1069156"/>
                  <a:gd name="connsiteY1" fmla="*/ 0 h 195629"/>
                  <a:gd name="connsiteX2" fmla="*/ 1069156 w 1069156"/>
                  <a:gd name="connsiteY2" fmla="*/ 195629 h 195629"/>
                  <a:gd name="connsiteX3" fmla="*/ 0 w 1069156"/>
                  <a:gd name="connsiteY3" fmla="*/ 53621 h 195629"/>
                  <a:gd name="connsiteX0" fmla="*/ 0 w 1069156"/>
                  <a:gd name="connsiteY0" fmla="*/ 53621 h 195629"/>
                  <a:gd name="connsiteX1" fmla="*/ 1006687 w 1069156"/>
                  <a:gd name="connsiteY1" fmla="*/ 0 h 195629"/>
                  <a:gd name="connsiteX2" fmla="*/ 1069156 w 1069156"/>
                  <a:gd name="connsiteY2" fmla="*/ 195629 h 195629"/>
                  <a:gd name="connsiteX3" fmla="*/ 0 w 1069156"/>
                  <a:gd name="connsiteY3" fmla="*/ 53621 h 195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69156" h="195629">
                    <a:moveTo>
                      <a:pt x="0" y="53621"/>
                    </a:moveTo>
                    <a:lnTo>
                      <a:pt x="1006687" y="0"/>
                    </a:lnTo>
                    <a:lnTo>
                      <a:pt x="1069156" y="195629"/>
                    </a:lnTo>
                    <a:cubicBezTo>
                      <a:pt x="696047" y="194596"/>
                      <a:pt x="375028" y="173914"/>
                      <a:pt x="0" y="53621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143435" rtlCol="0" anchor="b"/>
              <a:lstStyle/>
              <a:p>
                <a:pPr algn="ctr"/>
                <a:endParaRPr lang="en-US" sz="1412" b="1">
                  <a:latin typeface="Ink Free" panose="03080402000500000000" pitchFamily="66" charset="0"/>
                </a:endParaRPr>
              </a:p>
            </p:txBody>
          </p:sp>
          <p:sp>
            <p:nvSpPr>
              <p:cNvPr id="170" name="Rectangle 11">
                <a:extLst>
                  <a:ext uri="{FF2B5EF4-FFF2-40B4-BE49-F238E27FC236}">
                    <a16:creationId xmlns:a16="http://schemas.microsoft.com/office/drawing/2014/main" id="{0E32DCDB-F756-458D-A17E-BF839673FBF8}"/>
                  </a:ext>
                </a:extLst>
              </p:cNvPr>
              <p:cNvSpPr/>
              <p:nvPr/>
            </p:nvSpPr>
            <p:spPr>
              <a:xfrm rot="21164825">
                <a:off x="7153217" y="2662431"/>
                <a:ext cx="1441490" cy="1407832"/>
              </a:xfrm>
              <a:custGeom>
                <a:avLst/>
                <a:gdLst>
                  <a:gd name="connsiteX0" fmla="*/ 0 w 1344524"/>
                  <a:gd name="connsiteY0" fmla="*/ 0 h 1422228"/>
                  <a:gd name="connsiteX1" fmla="*/ 1344524 w 1344524"/>
                  <a:gd name="connsiteY1" fmla="*/ 0 h 1422228"/>
                  <a:gd name="connsiteX2" fmla="*/ 1344524 w 1344524"/>
                  <a:gd name="connsiteY2" fmla="*/ 1422228 h 1422228"/>
                  <a:gd name="connsiteX3" fmla="*/ 0 w 1344524"/>
                  <a:gd name="connsiteY3" fmla="*/ 1422228 h 1422228"/>
                  <a:gd name="connsiteX4" fmla="*/ 0 w 1344524"/>
                  <a:gd name="connsiteY4" fmla="*/ 0 h 1422228"/>
                  <a:gd name="connsiteX0" fmla="*/ 0 w 1441490"/>
                  <a:gd name="connsiteY0" fmla="*/ 0 h 1422228"/>
                  <a:gd name="connsiteX1" fmla="*/ 1344524 w 1441490"/>
                  <a:gd name="connsiteY1" fmla="*/ 0 h 1422228"/>
                  <a:gd name="connsiteX2" fmla="*/ 1441490 w 1441490"/>
                  <a:gd name="connsiteY2" fmla="*/ 1179354 h 1422228"/>
                  <a:gd name="connsiteX3" fmla="*/ 0 w 1441490"/>
                  <a:gd name="connsiteY3" fmla="*/ 1422228 h 1422228"/>
                  <a:gd name="connsiteX4" fmla="*/ 0 w 1441490"/>
                  <a:gd name="connsiteY4" fmla="*/ 0 h 1422228"/>
                  <a:gd name="connsiteX0" fmla="*/ 0 w 1441490"/>
                  <a:gd name="connsiteY0" fmla="*/ 0 h 1422228"/>
                  <a:gd name="connsiteX1" fmla="*/ 1344524 w 1441490"/>
                  <a:gd name="connsiteY1" fmla="*/ 0 h 1422228"/>
                  <a:gd name="connsiteX2" fmla="*/ 1441490 w 1441490"/>
                  <a:gd name="connsiteY2" fmla="*/ 1179354 h 1422228"/>
                  <a:gd name="connsiteX3" fmla="*/ 0 w 1441490"/>
                  <a:gd name="connsiteY3" fmla="*/ 1422228 h 1422228"/>
                  <a:gd name="connsiteX4" fmla="*/ 0 w 1441490"/>
                  <a:gd name="connsiteY4" fmla="*/ 0 h 1422228"/>
                  <a:gd name="connsiteX0" fmla="*/ 0 w 1441490"/>
                  <a:gd name="connsiteY0" fmla="*/ 0 h 1407832"/>
                  <a:gd name="connsiteX1" fmla="*/ 1344524 w 1441490"/>
                  <a:gd name="connsiteY1" fmla="*/ 0 h 1407832"/>
                  <a:gd name="connsiteX2" fmla="*/ 1441490 w 1441490"/>
                  <a:gd name="connsiteY2" fmla="*/ 1179354 h 1407832"/>
                  <a:gd name="connsiteX3" fmla="*/ 4836 w 1441490"/>
                  <a:gd name="connsiteY3" fmla="*/ 1407832 h 1407832"/>
                  <a:gd name="connsiteX4" fmla="*/ 0 w 1441490"/>
                  <a:gd name="connsiteY4" fmla="*/ 0 h 1407832"/>
                  <a:gd name="connsiteX0" fmla="*/ 0 w 1441490"/>
                  <a:gd name="connsiteY0" fmla="*/ 0 h 1407832"/>
                  <a:gd name="connsiteX1" fmla="*/ 1344524 w 1441490"/>
                  <a:gd name="connsiteY1" fmla="*/ 0 h 1407832"/>
                  <a:gd name="connsiteX2" fmla="*/ 1441490 w 1441490"/>
                  <a:gd name="connsiteY2" fmla="*/ 1179354 h 1407832"/>
                  <a:gd name="connsiteX3" fmla="*/ 4836 w 1441490"/>
                  <a:gd name="connsiteY3" fmla="*/ 1407832 h 1407832"/>
                  <a:gd name="connsiteX4" fmla="*/ 0 w 1441490"/>
                  <a:gd name="connsiteY4" fmla="*/ 0 h 1407832"/>
                  <a:gd name="connsiteX0" fmla="*/ 0 w 1441490"/>
                  <a:gd name="connsiteY0" fmla="*/ 0 h 1407832"/>
                  <a:gd name="connsiteX1" fmla="*/ 1344524 w 1441490"/>
                  <a:gd name="connsiteY1" fmla="*/ 0 h 1407832"/>
                  <a:gd name="connsiteX2" fmla="*/ 1441490 w 1441490"/>
                  <a:gd name="connsiteY2" fmla="*/ 1179354 h 1407832"/>
                  <a:gd name="connsiteX3" fmla="*/ 4836 w 1441490"/>
                  <a:gd name="connsiteY3" fmla="*/ 1407832 h 1407832"/>
                  <a:gd name="connsiteX4" fmla="*/ 0 w 1441490"/>
                  <a:gd name="connsiteY4" fmla="*/ 0 h 14078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41490" h="1407832">
                    <a:moveTo>
                      <a:pt x="0" y="0"/>
                    </a:moveTo>
                    <a:lnTo>
                      <a:pt x="1344524" y="0"/>
                    </a:lnTo>
                    <a:cubicBezTo>
                      <a:pt x="1376846" y="393118"/>
                      <a:pt x="1337235" y="903188"/>
                      <a:pt x="1441490" y="1179354"/>
                    </a:cubicBezTo>
                    <a:cubicBezTo>
                      <a:pt x="1081761" y="1443823"/>
                      <a:pt x="556514" y="1380972"/>
                      <a:pt x="4836" y="1407832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 w="3175"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143435" bIns="143435" rtlCol="0" anchor="b"/>
              <a:lstStyle/>
              <a:p>
                <a:pPr algn="ctr"/>
                <a:r>
                  <a:rPr lang="en-US" sz="706" b="1" dirty="0">
                    <a:solidFill>
                      <a:schemeClr val="tx1"/>
                    </a:solidFill>
                    <a:latin typeface="Ink Free" panose="03080402000500000000" pitchFamily="66" charset="0"/>
                  </a:rPr>
                  <a:t> </a:t>
                </a:r>
                <a:r>
                  <a:rPr lang="en-US" sz="941" b="1" dirty="0">
                    <a:solidFill>
                      <a:schemeClr val="tx1"/>
                    </a:solidFill>
                    <a:latin typeface="Ink Free" panose="03080402000500000000" pitchFamily="66" charset="0"/>
                  </a:rPr>
                  <a:t>Review Project </a:t>
                </a:r>
                <a:br>
                  <a:rPr lang="en-US" sz="941" b="1" dirty="0">
                    <a:solidFill>
                      <a:schemeClr val="tx1"/>
                    </a:solidFill>
                    <a:latin typeface="Ink Free" panose="03080402000500000000" pitchFamily="66" charset="0"/>
                  </a:rPr>
                </a:br>
                <a:r>
                  <a:rPr lang="en-US" sz="941" b="1" dirty="0">
                    <a:solidFill>
                      <a:schemeClr val="tx1"/>
                    </a:solidFill>
                    <a:latin typeface="Ink Free" panose="03080402000500000000" pitchFamily="66" charset="0"/>
                  </a:rPr>
                  <a:t>Luce Sum</a:t>
                </a:r>
              </a:p>
              <a:p>
                <a:pPr algn="ctr"/>
                <a:r>
                  <a:rPr lang="en-US" sz="941" b="1" i="1" dirty="0">
                    <a:solidFill>
                      <a:schemeClr val="tx1"/>
                    </a:solidFill>
                    <a:latin typeface="Ink Free" panose="03080402000500000000" pitchFamily="66" charset="0"/>
                  </a:rPr>
                  <a:t>Card 9</a:t>
                </a:r>
                <a:r>
                  <a:rPr lang="en-US" sz="941" b="1" dirty="0">
                    <a:solidFill>
                      <a:schemeClr val="tx1"/>
                    </a:solidFill>
                    <a:latin typeface="Ink Free" panose="03080402000500000000" pitchFamily="66" charset="0"/>
                  </a:rPr>
                  <a:t> </a:t>
                </a:r>
              </a:p>
            </p:txBody>
          </p:sp>
        </p:grpSp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7DE273DB-AB5F-4618-A622-C08DD30E159B}"/>
              </a:ext>
            </a:extLst>
          </p:cNvPr>
          <p:cNvGrpSpPr/>
          <p:nvPr/>
        </p:nvGrpSpPr>
        <p:grpSpPr>
          <a:xfrm>
            <a:off x="8766876" y="4681818"/>
            <a:ext cx="996511" cy="884361"/>
            <a:chOff x="10976936" y="4650146"/>
            <a:chExt cx="1270552" cy="1127560"/>
          </a:xfrm>
        </p:grpSpPr>
        <p:grpSp>
          <p:nvGrpSpPr>
            <p:cNvPr id="174" name="Group 173">
              <a:extLst>
                <a:ext uri="{FF2B5EF4-FFF2-40B4-BE49-F238E27FC236}">
                  <a16:creationId xmlns:a16="http://schemas.microsoft.com/office/drawing/2014/main" id="{2310FE30-3E95-4316-8729-52763BFB8E65}"/>
                </a:ext>
              </a:extLst>
            </p:cNvPr>
            <p:cNvGrpSpPr/>
            <p:nvPr/>
          </p:nvGrpSpPr>
          <p:grpSpPr>
            <a:xfrm rot="337866">
              <a:off x="10976936" y="4650146"/>
              <a:ext cx="1188770" cy="1028487"/>
              <a:chOff x="7153217" y="2662431"/>
              <a:chExt cx="1520005" cy="1407832"/>
            </a:xfrm>
            <a:solidFill>
              <a:schemeClr val="accent5">
                <a:lumMod val="60000"/>
                <a:lumOff val="40000"/>
              </a:schemeClr>
            </a:solidFill>
            <a:effectLst/>
          </p:grpSpPr>
          <p:sp>
            <p:nvSpPr>
              <p:cNvPr id="178" name="Rectangle 10">
                <a:extLst>
                  <a:ext uri="{FF2B5EF4-FFF2-40B4-BE49-F238E27FC236}">
                    <a16:creationId xmlns:a16="http://schemas.microsoft.com/office/drawing/2014/main" id="{2F4323C3-2C1F-44C6-9BC8-5F2EFB1CEF36}"/>
                  </a:ext>
                </a:extLst>
              </p:cNvPr>
              <p:cNvSpPr/>
              <p:nvPr/>
            </p:nvSpPr>
            <p:spPr>
              <a:xfrm rot="20467554">
                <a:off x="7626053" y="3827866"/>
                <a:ext cx="1047169" cy="202430"/>
              </a:xfrm>
              <a:custGeom>
                <a:avLst/>
                <a:gdLst>
                  <a:gd name="connsiteX0" fmla="*/ 0 w 997799"/>
                  <a:gd name="connsiteY0" fmla="*/ 0 h 190624"/>
                  <a:gd name="connsiteX1" fmla="*/ 997799 w 997799"/>
                  <a:gd name="connsiteY1" fmla="*/ 0 h 190624"/>
                  <a:gd name="connsiteX2" fmla="*/ 997799 w 997799"/>
                  <a:gd name="connsiteY2" fmla="*/ 190624 h 190624"/>
                  <a:gd name="connsiteX3" fmla="*/ 0 w 997799"/>
                  <a:gd name="connsiteY3" fmla="*/ 190624 h 190624"/>
                  <a:gd name="connsiteX4" fmla="*/ 0 w 997799"/>
                  <a:gd name="connsiteY4" fmla="*/ 0 h 190624"/>
                  <a:gd name="connsiteX0" fmla="*/ 0 w 997799"/>
                  <a:gd name="connsiteY0" fmla="*/ 0 h 190624"/>
                  <a:gd name="connsiteX1" fmla="*/ 997799 w 997799"/>
                  <a:gd name="connsiteY1" fmla="*/ 0 h 190624"/>
                  <a:gd name="connsiteX2" fmla="*/ 997799 w 997799"/>
                  <a:gd name="connsiteY2" fmla="*/ 190624 h 190624"/>
                  <a:gd name="connsiteX3" fmla="*/ 0 w 997799"/>
                  <a:gd name="connsiteY3" fmla="*/ 0 h 190624"/>
                  <a:gd name="connsiteX0" fmla="*/ 0 w 1006687"/>
                  <a:gd name="connsiteY0" fmla="*/ 53621 h 190624"/>
                  <a:gd name="connsiteX1" fmla="*/ 1006687 w 1006687"/>
                  <a:gd name="connsiteY1" fmla="*/ 0 h 190624"/>
                  <a:gd name="connsiteX2" fmla="*/ 1006687 w 1006687"/>
                  <a:gd name="connsiteY2" fmla="*/ 190624 h 190624"/>
                  <a:gd name="connsiteX3" fmla="*/ 0 w 1006687"/>
                  <a:gd name="connsiteY3" fmla="*/ 53621 h 190624"/>
                  <a:gd name="connsiteX0" fmla="*/ 0 w 1069156"/>
                  <a:gd name="connsiteY0" fmla="*/ 53621 h 195629"/>
                  <a:gd name="connsiteX1" fmla="*/ 1006687 w 1069156"/>
                  <a:gd name="connsiteY1" fmla="*/ 0 h 195629"/>
                  <a:gd name="connsiteX2" fmla="*/ 1069156 w 1069156"/>
                  <a:gd name="connsiteY2" fmla="*/ 195629 h 195629"/>
                  <a:gd name="connsiteX3" fmla="*/ 0 w 1069156"/>
                  <a:gd name="connsiteY3" fmla="*/ 53621 h 195629"/>
                  <a:gd name="connsiteX0" fmla="*/ 0 w 1069156"/>
                  <a:gd name="connsiteY0" fmla="*/ 53621 h 195629"/>
                  <a:gd name="connsiteX1" fmla="*/ 1006687 w 1069156"/>
                  <a:gd name="connsiteY1" fmla="*/ 0 h 195629"/>
                  <a:gd name="connsiteX2" fmla="*/ 1069156 w 1069156"/>
                  <a:gd name="connsiteY2" fmla="*/ 195629 h 195629"/>
                  <a:gd name="connsiteX3" fmla="*/ 0 w 1069156"/>
                  <a:gd name="connsiteY3" fmla="*/ 53621 h 195629"/>
                  <a:gd name="connsiteX0" fmla="*/ 0 w 1069156"/>
                  <a:gd name="connsiteY0" fmla="*/ 53621 h 195629"/>
                  <a:gd name="connsiteX1" fmla="*/ 1006687 w 1069156"/>
                  <a:gd name="connsiteY1" fmla="*/ 0 h 195629"/>
                  <a:gd name="connsiteX2" fmla="*/ 1069156 w 1069156"/>
                  <a:gd name="connsiteY2" fmla="*/ 195629 h 195629"/>
                  <a:gd name="connsiteX3" fmla="*/ 0 w 1069156"/>
                  <a:gd name="connsiteY3" fmla="*/ 53621 h 195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69156" h="195629">
                    <a:moveTo>
                      <a:pt x="0" y="53621"/>
                    </a:moveTo>
                    <a:lnTo>
                      <a:pt x="1006687" y="0"/>
                    </a:lnTo>
                    <a:lnTo>
                      <a:pt x="1069156" y="195629"/>
                    </a:lnTo>
                    <a:cubicBezTo>
                      <a:pt x="696047" y="194596"/>
                      <a:pt x="375028" y="173914"/>
                      <a:pt x="0" y="53621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143435" rtlCol="0" anchor="b"/>
              <a:lstStyle/>
              <a:p>
                <a:pPr algn="ctr"/>
                <a:endParaRPr lang="en-US" sz="1412" b="1">
                  <a:latin typeface="Ink Free" panose="03080402000500000000" pitchFamily="66" charset="0"/>
                </a:endParaRPr>
              </a:p>
            </p:txBody>
          </p:sp>
          <p:sp>
            <p:nvSpPr>
              <p:cNvPr id="179" name="Rectangle 11">
                <a:extLst>
                  <a:ext uri="{FF2B5EF4-FFF2-40B4-BE49-F238E27FC236}">
                    <a16:creationId xmlns:a16="http://schemas.microsoft.com/office/drawing/2014/main" id="{03CFED11-4860-4B7D-AD21-19BF60D0C1DB}"/>
                  </a:ext>
                </a:extLst>
              </p:cNvPr>
              <p:cNvSpPr/>
              <p:nvPr/>
            </p:nvSpPr>
            <p:spPr>
              <a:xfrm rot="21164825">
                <a:off x="7153217" y="2662431"/>
                <a:ext cx="1441490" cy="1407832"/>
              </a:xfrm>
              <a:custGeom>
                <a:avLst/>
                <a:gdLst>
                  <a:gd name="connsiteX0" fmla="*/ 0 w 1344524"/>
                  <a:gd name="connsiteY0" fmla="*/ 0 h 1422228"/>
                  <a:gd name="connsiteX1" fmla="*/ 1344524 w 1344524"/>
                  <a:gd name="connsiteY1" fmla="*/ 0 h 1422228"/>
                  <a:gd name="connsiteX2" fmla="*/ 1344524 w 1344524"/>
                  <a:gd name="connsiteY2" fmla="*/ 1422228 h 1422228"/>
                  <a:gd name="connsiteX3" fmla="*/ 0 w 1344524"/>
                  <a:gd name="connsiteY3" fmla="*/ 1422228 h 1422228"/>
                  <a:gd name="connsiteX4" fmla="*/ 0 w 1344524"/>
                  <a:gd name="connsiteY4" fmla="*/ 0 h 1422228"/>
                  <a:gd name="connsiteX0" fmla="*/ 0 w 1441490"/>
                  <a:gd name="connsiteY0" fmla="*/ 0 h 1422228"/>
                  <a:gd name="connsiteX1" fmla="*/ 1344524 w 1441490"/>
                  <a:gd name="connsiteY1" fmla="*/ 0 h 1422228"/>
                  <a:gd name="connsiteX2" fmla="*/ 1441490 w 1441490"/>
                  <a:gd name="connsiteY2" fmla="*/ 1179354 h 1422228"/>
                  <a:gd name="connsiteX3" fmla="*/ 0 w 1441490"/>
                  <a:gd name="connsiteY3" fmla="*/ 1422228 h 1422228"/>
                  <a:gd name="connsiteX4" fmla="*/ 0 w 1441490"/>
                  <a:gd name="connsiteY4" fmla="*/ 0 h 1422228"/>
                  <a:gd name="connsiteX0" fmla="*/ 0 w 1441490"/>
                  <a:gd name="connsiteY0" fmla="*/ 0 h 1422228"/>
                  <a:gd name="connsiteX1" fmla="*/ 1344524 w 1441490"/>
                  <a:gd name="connsiteY1" fmla="*/ 0 h 1422228"/>
                  <a:gd name="connsiteX2" fmla="*/ 1441490 w 1441490"/>
                  <a:gd name="connsiteY2" fmla="*/ 1179354 h 1422228"/>
                  <a:gd name="connsiteX3" fmla="*/ 0 w 1441490"/>
                  <a:gd name="connsiteY3" fmla="*/ 1422228 h 1422228"/>
                  <a:gd name="connsiteX4" fmla="*/ 0 w 1441490"/>
                  <a:gd name="connsiteY4" fmla="*/ 0 h 1422228"/>
                  <a:gd name="connsiteX0" fmla="*/ 0 w 1441490"/>
                  <a:gd name="connsiteY0" fmla="*/ 0 h 1407832"/>
                  <a:gd name="connsiteX1" fmla="*/ 1344524 w 1441490"/>
                  <a:gd name="connsiteY1" fmla="*/ 0 h 1407832"/>
                  <a:gd name="connsiteX2" fmla="*/ 1441490 w 1441490"/>
                  <a:gd name="connsiteY2" fmla="*/ 1179354 h 1407832"/>
                  <a:gd name="connsiteX3" fmla="*/ 4836 w 1441490"/>
                  <a:gd name="connsiteY3" fmla="*/ 1407832 h 1407832"/>
                  <a:gd name="connsiteX4" fmla="*/ 0 w 1441490"/>
                  <a:gd name="connsiteY4" fmla="*/ 0 h 1407832"/>
                  <a:gd name="connsiteX0" fmla="*/ 0 w 1441490"/>
                  <a:gd name="connsiteY0" fmla="*/ 0 h 1407832"/>
                  <a:gd name="connsiteX1" fmla="*/ 1344524 w 1441490"/>
                  <a:gd name="connsiteY1" fmla="*/ 0 h 1407832"/>
                  <a:gd name="connsiteX2" fmla="*/ 1441490 w 1441490"/>
                  <a:gd name="connsiteY2" fmla="*/ 1179354 h 1407832"/>
                  <a:gd name="connsiteX3" fmla="*/ 4836 w 1441490"/>
                  <a:gd name="connsiteY3" fmla="*/ 1407832 h 1407832"/>
                  <a:gd name="connsiteX4" fmla="*/ 0 w 1441490"/>
                  <a:gd name="connsiteY4" fmla="*/ 0 h 1407832"/>
                  <a:gd name="connsiteX0" fmla="*/ 0 w 1441490"/>
                  <a:gd name="connsiteY0" fmla="*/ 0 h 1407832"/>
                  <a:gd name="connsiteX1" fmla="*/ 1344524 w 1441490"/>
                  <a:gd name="connsiteY1" fmla="*/ 0 h 1407832"/>
                  <a:gd name="connsiteX2" fmla="*/ 1441490 w 1441490"/>
                  <a:gd name="connsiteY2" fmla="*/ 1179354 h 1407832"/>
                  <a:gd name="connsiteX3" fmla="*/ 4836 w 1441490"/>
                  <a:gd name="connsiteY3" fmla="*/ 1407832 h 1407832"/>
                  <a:gd name="connsiteX4" fmla="*/ 0 w 1441490"/>
                  <a:gd name="connsiteY4" fmla="*/ 0 h 14078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41490" h="1407832">
                    <a:moveTo>
                      <a:pt x="0" y="0"/>
                    </a:moveTo>
                    <a:lnTo>
                      <a:pt x="1344524" y="0"/>
                    </a:lnTo>
                    <a:cubicBezTo>
                      <a:pt x="1376846" y="393118"/>
                      <a:pt x="1337235" y="903188"/>
                      <a:pt x="1441490" y="1179354"/>
                    </a:cubicBezTo>
                    <a:cubicBezTo>
                      <a:pt x="1081761" y="1443823"/>
                      <a:pt x="556514" y="1380972"/>
                      <a:pt x="4836" y="1407832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 w="3175">
                <a:solidFill>
                  <a:schemeClr val="accent5">
                    <a:lumMod val="75000"/>
                  </a:schemeClr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143435" bIns="143435" rtlCol="0" anchor="b"/>
              <a:lstStyle/>
              <a:p>
                <a:pPr algn="ctr"/>
                <a:endParaRPr lang="en-US" sz="941" b="1" dirty="0">
                  <a:solidFill>
                    <a:schemeClr val="tx1"/>
                  </a:solidFill>
                  <a:latin typeface="Ink Free" panose="03080402000500000000" pitchFamily="66" charset="0"/>
                </a:endParaRPr>
              </a:p>
            </p:txBody>
          </p:sp>
        </p:grpSp>
        <p:grpSp>
          <p:nvGrpSpPr>
            <p:cNvPr id="175" name="Group 174">
              <a:extLst>
                <a:ext uri="{FF2B5EF4-FFF2-40B4-BE49-F238E27FC236}">
                  <a16:creationId xmlns:a16="http://schemas.microsoft.com/office/drawing/2014/main" id="{9D620AB7-09D6-4B5F-A2C4-17414206F7C4}"/>
                </a:ext>
              </a:extLst>
            </p:cNvPr>
            <p:cNvGrpSpPr/>
            <p:nvPr/>
          </p:nvGrpSpPr>
          <p:grpSpPr>
            <a:xfrm rot="337866">
              <a:off x="11058718" y="4749219"/>
              <a:ext cx="1188770" cy="1028487"/>
              <a:chOff x="7153217" y="2662431"/>
              <a:chExt cx="1520005" cy="1407832"/>
            </a:xfrm>
            <a:effectLst/>
          </p:grpSpPr>
          <p:sp>
            <p:nvSpPr>
              <p:cNvPr id="176" name="Rectangle 10">
                <a:extLst>
                  <a:ext uri="{FF2B5EF4-FFF2-40B4-BE49-F238E27FC236}">
                    <a16:creationId xmlns:a16="http://schemas.microsoft.com/office/drawing/2014/main" id="{7011F386-D0E6-416F-A4B0-BFD8CC4D5E0A}"/>
                  </a:ext>
                </a:extLst>
              </p:cNvPr>
              <p:cNvSpPr/>
              <p:nvPr/>
            </p:nvSpPr>
            <p:spPr>
              <a:xfrm rot="20467554">
                <a:off x="7626053" y="3827866"/>
                <a:ext cx="1047169" cy="202430"/>
              </a:xfrm>
              <a:custGeom>
                <a:avLst/>
                <a:gdLst>
                  <a:gd name="connsiteX0" fmla="*/ 0 w 997799"/>
                  <a:gd name="connsiteY0" fmla="*/ 0 h 190624"/>
                  <a:gd name="connsiteX1" fmla="*/ 997799 w 997799"/>
                  <a:gd name="connsiteY1" fmla="*/ 0 h 190624"/>
                  <a:gd name="connsiteX2" fmla="*/ 997799 w 997799"/>
                  <a:gd name="connsiteY2" fmla="*/ 190624 h 190624"/>
                  <a:gd name="connsiteX3" fmla="*/ 0 w 997799"/>
                  <a:gd name="connsiteY3" fmla="*/ 190624 h 190624"/>
                  <a:gd name="connsiteX4" fmla="*/ 0 w 997799"/>
                  <a:gd name="connsiteY4" fmla="*/ 0 h 190624"/>
                  <a:gd name="connsiteX0" fmla="*/ 0 w 997799"/>
                  <a:gd name="connsiteY0" fmla="*/ 0 h 190624"/>
                  <a:gd name="connsiteX1" fmla="*/ 997799 w 997799"/>
                  <a:gd name="connsiteY1" fmla="*/ 0 h 190624"/>
                  <a:gd name="connsiteX2" fmla="*/ 997799 w 997799"/>
                  <a:gd name="connsiteY2" fmla="*/ 190624 h 190624"/>
                  <a:gd name="connsiteX3" fmla="*/ 0 w 997799"/>
                  <a:gd name="connsiteY3" fmla="*/ 0 h 190624"/>
                  <a:gd name="connsiteX0" fmla="*/ 0 w 1006687"/>
                  <a:gd name="connsiteY0" fmla="*/ 53621 h 190624"/>
                  <a:gd name="connsiteX1" fmla="*/ 1006687 w 1006687"/>
                  <a:gd name="connsiteY1" fmla="*/ 0 h 190624"/>
                  <a:gd name="connsiteX2" fmla="*/ 1006687 w 1006687"/>
                  <a:gd name="connsiteY2" fmla="*/ 190624 h 190624"/>
                  <a:gd name="connsiteX3" fmla="*/ 0 w 1006687"/>
                  <a:gd name="connsiteY3" fmla="*/ 53621 h 190624"/>
                  <a:gd name="connsiteX0" fmla="*/ 0 w 1069156"/>
                  <a:gd name="connsiteY0" fmla="*/ 53621 h 195629"/>
                  <a:gd name="connsiteX1" fmla="*/ 1006687 w 1069156"/>
                  <a:gd name="connsiteY1" fmla="*/ 0 h 195629"/>
                  <a:gd name="connsiteX2" fmla="*/ 1069156 w 1069156"/>
                  <a:gd name="connsiteY2" fmla="*/ 195629 h 195629"/>
                  <a:gd name="connsiteX3" fmla="*/ 0 w 1069156"/>
                  <a:gd name="connsiteY3" fmla="*/ 53621 h 195629"/>
                  <a:gd name="connsiteX0" fmla="*/ 0 w 1069156"/>
                  <a:gd name="connsiteY0" fmla="*/ 53621 h 195629"/>
                  <a:gd name="connsiteX1" fmla="*/ 1006687 w 1069156"/>
                  <a:gd name="connsiteY1" fmla="*/ 0 h 195629"/>
                  <a:gd name="connsiteX2" fmla="*/ 1069156 w 1069156"/>
                  <a:gd name="connsiteY2" fmla="*/ 195629 h 195629"/>
                  <a:gd name="connsiteX3" fmla="*/ 0 w 1069156"/>
                  <a:gd name="connsiteY3" fmla="*/ 53621 h 195629"/>
                  <a:gd name="connsiteX0" fmla="*/ 0 w 1069156"/>
                  <a:gd name="connsiteY0" fmla="*/ 53621 h 195629"/>
                  <a:gd name="connsiteX1" fmla="*/ 1006687 w 1069156"/>
                  <a:gd name="connsiteY1" fmla="*/ 0 h 195629"/>
                  <a:gd name="connsiteX2" fmla="*/ 1069156 w 1069156"/>
                  <a:gd name="connsiteY2" fmla="*/ 195629 h 195629"/>
                  <a:gd name="connsiteX3" fmla="*/ 0 w 1069156"/>
                  <a:gd name="connsiteY3" fmla="*/ 53621 h 195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69156" h="195629">
                    <a:moveTo>
                      <a:pt x="0" y="53621"/>
                    </a:moveTo>
                    <a:lnTo>
                      <a:pt x="1006687" y="0"/>
                    </a:lnTo>
                    <a:lnTo>
                      <a:pt x="1069156" y="195629"/>
                    </a:lnTo>
                    <a:cubicBezTo>
                      <a:pt x="696047" y="194596"/>
                      <a:pt x="375028" y="173914"/>
                      <a:pt x="0" y="53621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143435" rtlCol="0" anchor="b"/>
              <a:lstStyle/>
              <a:p>
                <a:pPr algn="ctr"/>
                <a:endParaRPr lang="en-US" sz="1412" b="1">
                  <a:latin typeface="Ink Free" panose="03080402000500000000" pitchFamily="66" charset="0"/>
                </a:endParaRPr>
              </a:p>
            </p:txBody>
          </p:sp>
          <p:sp>
            <p:nvSpPr>
              <p:cNvPr id="177" name="Rectangle 11">
                <a:extLst>
                  <a:ext uri="{FF2B5EF4-FFF2-40B4-BE49-F238E27FC236}">
                    <a16:creationId xmlns:a16="http://schemas.microsoft.com/office/drawing/2014/main" id="{785A62BF-DA86-49D5-A76E-BD5881FBFAB7}"/>
                  </a:ext>
                </a:extLst>
              </p:cNvPr>
              <p:cNvSpPr/>
              <p:nvPr/>
            </p:nvSpPr>
            <p:spPr>
              <a:xfrm rot="21164825">
                <a:off x="7153217" y="2662431"/>
                <a:ext cx="1441490" cy="1407832"/>
              </a:xfrm>
              <a:custGeom>
                <a:avLst/>
                <a:gdLst>
                  <a:gd name="connsiteX0" fmla="*/ 0 w 1344524"/>
                  <a:gd name="connsiteY0" fmla="*/ 0 h 1422228"/>
                  <a:gd name="connsiteX1" fmla="*/ 1344524 w 1344524"/>
                  <a:gd name="connsiteY1" fmla="*/ 0 h 1422228"/>
                  <a:gd name="connsiteX2" fmla="*/ 1344524 w 1344524"/>
                  <a:gd name="connsiteY2" fmla="*/ 1422228 h 1422228"/>
                  <a:gd name="connsiteX3" fmla="*/ 0 w 1344524"/>
                  <a:gd name="connsiteY3" fmla="*/ 1422228 h 1422228"/>
                  <a:gd name="connsiteX4" fmla="*/ 0 w 1344524"/>
                  <a:gd name="connsiteY4" fmla="*/ 0 h 1422228"/>
                  <a:gd name="connsiteX0" fmla="*/ 0 w 1441490"/>
                  <a:gd name="connsiteY0" fmla="*/ 0 h 1422228"/>
                  <a:gd name="connsiteX1" fmla="*/ 1344524 w 1441490"/>
                  <a:gd name="connsiteY1" fmla="*/ 0 h 1422228"/>
                  <a:gd name="connsiteX2" fmla="*/ 1441490 w 1441490"/>
                  <a:gd name="connsiteY2" fmla="*/ 1179354 h 1422228"/>
                  <a:gd name="connsiteX3" fmla="*/ 0 w 1441490"/>
                  <a:gd name="connsiteY3" fmla="*/ 1422228 h 1422228"/>
                  <a:gd name="connsiteX4" fmla="*/ 0 w 1441490"/>
                  <a:gd name="connsiteY4" fmla="*/ 0 h 1422228"/>
                  <a:gd name="connsiteX0" fmla="*/ 0 w 1441490"/>
                  <a:gd name="connsiteY0" fmla="*/ 0 h 1422228"/>
                  <a:gd name="connsiteX1" fmla="*/ 1344524 w 1441490"/>
                  <a:gd name="connsiteY1" fmla="*/ 0 h 1422228"/>
                  <a:gd name="connsiteX2" fmla="*/ 1441490 w 1441490"/>
                  <a:gd name="connsiteY2" fmla="*/ 1179354 h 1422228"/>
                  <a:gd name="connsiteX3" fmla="*/ 0 w 1441490"/>
                  <a:gd name="connsiteY3" fmla="*/ 1422228 h 1422228"/>
                  <a:gd name="connsiteX4" fmla="*/ 0 w 1441490"/>
                  <a:gd name="connsiteY4" fmla="*/ 0 h 1422228"/>
                  <a:gd name="connsiteX0" fmla="*/ 0 w 1441490"/>
                  <a:gd name="connsiteY0" fmla="*/ 0 h 1407832"/>
                  <a:gd name="connsiteX1" fmla="*/ 1344524 w 1441490"/>
                  <a:gd name="connsiteY1" fmla="*/ 0 h 1407832"/>
                  <a:gd name="connsiteX2" fmla="*/ 1441490 w 1441490"/>
                  <a:gd name="connsiteY2" fmla="*/ 1179354 h 1407832"/>
                  <a:gd name="connsiteX3" fmla="*/ 4836 w 1441490"/>
                  <a:gd name="connsiteY3" fmla="*/ 1407832 h 1407832"/>
                  <a:gd name="connsiteX4" fmla="*/ 0 w 1441490"/>
                  <a:gd name="connsiteY4" fmla="*/ 0 h 1407832"/>
                  <a:gd name="connsiteX0" fmla="*/ 0 w 1441490"/>
                  <a:gd name="connsiteY0" fmla="*/ 0 h 1407832"/>
                  <a:gd name="connsiteX1" fmla="*/ 1344524 w 1441490"/>
                  <a:gd name="connsiteY1" fmla="*/ 0 h 1407832"/>
                  <a:gd name="connsiteX2" fmla="*/ 1441490 w 1441490"/>
                  <a:gd name="connsiteY2" fmla="*/ 1179354 h 1407832"/>
                  <a:gd name="connsiteX3" fmla="*/ 4836 w 1441490"/>
                  <a:gd name="connsiteY3" fmla="*/ 1407832 h 1407832"/>
                  <a:gd name="connsiteX4" fmla="*/ 0 w 1441490"/>
                  <a:gd name="connsiteY4" fmla="*/ 0 h 1407832"/>
                  <a:gd name="connsiteX0" fmla="*/ 0 w 1441490"/>
                  <a:gd name="connsiteY0" fmla="*/ 0 h 1407832"/>
                  <a:gd name="connsiteX1" fmla="*/ 1344524 w 1441490"/>
                  <a:gd name="connsiteY1" fmla="*/ 0 h 1407832"/>
                  <a:gd name="connsiteX2" fmla="*/ 1441490 w 1441490"/>
                  <a:gd name="connsiteY2" fmla="*/ 1179354 h 1407832"/>
                  <a:gd name="connsiteX3" fmla="*/ 4836 w 1441490"/>
                  <a:gd name="connsiteY3" fmla="*/ 1407832 h 1407832"/>
                  <a:gd name="connsiteX4" fmla="*/ 0 w 1441490"/>
                  <a:gd name="connsiteY4" fmla="*/ 0 h 14078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41490" h="1407832">
                    <a:moveTo>
                      <a:pt x="0" y="0"/>
                    </a:moveTo>
                    <a:lnTo>
                      <a:pt x="1344524" y="0"/>
                    </a:lnTo>
                    <a:cubicBezTo>
                      <a:pt x="1376846" y="393118"/>
                      <a:pt x="1337235" y="903188"/>
                      <a:pt x="1441490" y="1179354"/>
                    </a:cubicBezTo>
                    <a:cubicBezTo>
                      <a:pt x="1081761" y="1443823"/>
                      <a:pt x="556514" y="1380972"/>
                      <a:pt x="4836" y="1407832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 w="3175"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143435" bIns="143435" rtlCol="0" anchor="b"/>
              <a:lstStyle/>
              <a:p>
                <a:pPr algn="ctr"/>
                <a:r>
                  <a:rPr lang="en-US" sz="706" b="1" dirty="0">
                    <a:solidFill>
                      <a:schemeClr val="tx1"/>
                    </a:solidFill>
                    <a:latin typeface="Ink Free" panose="03080402000500000000" pitchFamily="66" charset="0"/>
                  </a:rPr>
                  <a:t> </a:t>
                </a:r>
                <a:r>
                  <a:rPr lang="en-US" sz="941" b="1" dirty="0">
                    <a:solidFill>
                      <a:schemeClr val="tx1"/>
                    </a:solidFill>
                    <a:latin typeface="Ink Free" panose="03080402000500000000" pitchFamily="66" charset="0"/>
                  </a:rPr>
                  <a:t>Review Project </a:t>
                </a:r>
                <a:br>
                  <a:rPr lang="en-US" sz="941" b="1" dirty="0">
                    <a:solidFill>
                      <a:schemeClr val="tx1"/>
                    </a:solidFill>
                    <a:latin typeface="Ink Free" panose="03080402000500000000" pitchFamily="66" charset="0"/>
                  </a:rPr>
                </a:br>
                <a:r>
                  <a:rPr lang="en-US" sz="941" b="1" dirty="0">
                    <a:solidFill>
                      <a:schemeClr val="tx1"/>
                    </a:solidFill>
                    <a:latin typeface="Ink Free" panose="03080402000500000000" pitchFamily="66" charset="0"/>
                  </a:rPr>
                  <a:t>Win-Some</a:t>
                </a:r>
              </a:p>
              <a:p>
                <a:pPr algn="ctr"/>
                <a:r>
                  <a:rPr lang="en-US" sz="941" b="1" i="1" dirty="0">
                    <a:solidFill>
                      <a:schemeClr val="tx1"/>
                    </a:solidFill>
                    <a:latin typeface="Ink Free" panose="03080402000500000000" pitchFamily="66" charset="0"/>
                  </a:rPr>
                  <a:t>Card 91</a:t>
                </a:r>
                <a:r>
                  <a:rPr lang="en-US" sz="941" b="1" dirty="0">
                    <a:solidFill>
                      <a:schemeClr val="tx1"/>
                    </a:solidFill>
                    <a:latin typeface="Ink Free" panose="03080402000500000000" pitchFamily="66" charset="0"/>
                  </a:rPr>
                  <a:t> </a:t>
                </a:r>
              </a:p>
            </p:txBody>
          </p:sp>
        </p:grpSp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ED5AE1C5-DD87-4DCD-B305-1E5F8727456C}"/>
              </a:ext>
            </a:extLst>
          </p:cNvPr>
          <p:cNvGrpSpPr/>
          <p:nvPr/>
        </p:nvGrpSpPr>
        <p:grpSpPr>
          <a:xfrm>
            <a:off x="10710759" y="2588669"/>
            <a:ext cx="996511" cy="884361"/>
            <a:chOff x="10976936" y="4650146"/>
            <a:chExt cx="1270552" cy="1127560"/>
          </a:xfrm>
        </p:grpSpPr>
        <p:grpSp>
          <p:nvGrpSpPr>
            <p:cNvPr id="181" name="Group 180">
              <a:extLst>
                <a:ext uri="{FF2B5EF4-FFF2-40B4-BE49-F238E27FC236}">
                  <a16:creationId xmlns:a16="http://schemas.microsoft.com/office/drawing/2014/main" id="{F32DCD43-9538-46D5-B2EF-3DB503649C46}"/>
                </a:ext>
              </a:extLst>
            </p:cNvPr>
            <p:cNvGrpSpPr/>
            <p:nvPr/>
          </p:nvGrpSpPr>
          <p:grpSpPr>
            <a:xfrm rot="337866">
              <a:off x="10976936" y="4650146"/>
              <a:ext cx="1188770" cy="1028487"/>
              <a:chOff x="7153217" y="2662431"/>
              <a:chExt cx="1520005" cy="1407832"/>
            </a:xfrm>
            <a:solidFill>
              <a:schemeClr val="accent5">
                <a:lumMod val="60000"/>
                <a:lumOff val="40000"/>
              </a:schemeClr>
            </a:solidFill>
            <a:effectLst/>
          </p:grpSpPr>
          <p:sp>
            <p:nvSpPr>
              <p:cNvPr id="185" name="Rectangle 10">
                <a:extLst>
                  <a:ext uri="{FF2B5EF4-FFF2-40B4-BE49-F238E27FC236}">
                    <a16:creationId xmlns:a16="http://schemas.microsoft.com/office/drawing/2014/main" id="{D6074A25-79C3-4D3B-8DC1-B43C4FEE40A5}"/>
                  </a:ext>
                </a:extLst>
              </p:cNvPr>
              <p:cNvSpPr/>
              <p:nvPr/>
            </p:nvSpPr>
            <p:spPr>
              <a:xfrm rot="20467554">
                <a:off x="7626053" y="3827866"/>
                <a:ext cx="1047169" cy="202430"/>
              </a:xfrm>
              <a:custGeom>
                <a:avLst/>
                <a:gdLst>
                  <a:gd name="connsiteX0" fmla="*/ 0 w 997799"/>
                  <a:gd name="connsiteY0" fmla="*/ 0 h 190624"/>
                  <a:gd name="connsiteX1" fmla="*/ 997799 w 997799"/>
                  <a:gd name="connsiteY1" fmla="*/ 0 h 190624"/>
                  <a:gd name="connsiteX2" fmla="*/ 997799 w 997799"/>
                  <a:gd name="connsiteY2" fmla="*/ 190624 h 190624"/>
                  <a:gd name="connsiteX3" fmla="*/ 0 w 997799"/>
                  <a:gd name="connsiteY3" fmla="*/ 190624 h 190624"/>
                  <a:gd name="connsiteX4" fmla="*/ 0 w 997799"/>
                  <a:gd name="connsiteY4" fmla="*/ 0 h 190624"/>
                  <a:gd name="connsiteX0" fmla="*/ 0 w 997799"/>
                  <a:gd name="connsiteY0" fmla="*/ 0 h 190624"/>
                  <a:gd name="connsiteX1" fmla="*/ 997799 w 997799"/>
                  <a:gd name="connsiteY1" fmla="*/ 0 h 190624"/>
                  <a:gd name="connsiteX2" fmla="*/ 997799 w 997799"/>
                  <a:gd name="connsiteY2" fmla="*/ 190624 h 190624"/>
                  <a:gd name="connsiteX3" fmla="*/ 0 w 997799"/>
                  <a:gd name="connsiteY3" fmla="*/ 0 h 190624"/>
                  <a:gd name="connsiteX0" fmla="*/ 0 w 1006687"/>
                  <a:gd name="connsiteY0" fmla="*/ 53621 h 190624"/>
                  <a:gd name="connsiteX1" fmla="*/ 1006687 w 1006687"/>
                  <a:gd name="connsiteY1" fmla="*/ 0 h 190624"/>
                  <a:gd name="connsiteX2" fmla="*/ 1006687 w 1006687"/>
                  <a:gd name="connsiteY2" fmla="*/ 190624 h 190624"/>
                  <a:gd name="connsiteX3" fmla="*/ 0 w 1006687"/>
                  <a:gd name="connsiteY3" fmla="*/ 53621 h 190624"/>
                  <a:gd name="connsiteX0" fmla="*/ 0 w 1069156"/>
                  <a:gd name="connsiteY0" fmla="*/ 53621 h 195629"/>
                  <a:gd name="connsiteX1" fmla="*/ 1006687 w 1069156"/>
                  <a:gd name="connsiteY1" fmla="*/ 0 h 195629"/>
                  <a:gd name="connsiteX2" fmla="*/ 1069156 w 1069156"/>
                  <a:gd name="connsiteY2" fmla="*/ 195629 h 195629"/>
                  <a:gd name="connsiteX3" fmla="*/ 0 w 1069156"/>
                  <a:gd name="connsiteY3" fmla="*/ 53621 h 195629"/>
                  <a:gd name="connsiteX0" fmla="*/ 0 w 1069156"/>
                  <a:gd name="connsiteY0" fmla="*/ 53621 h 195629"/>
                  <a:gd name="connsiteX1" fmla="*/ 1006687 w 1069156"/>
                  <a:gd name="connsiteY1" fmla="*/ 0 h 195629"/>
                  <a:gd name="connsiteX2" fmla="*/ 1069156 w 1069156"/>
                  <a:gd name="connsiteY2" fmla="*/ 195629 h 195629"/>
                  <a:gd name="connsiteX3" fmla="*/ 0 w 1069156"/>
                  <a:gd name="connsiteY3" fmla="*/ 53621 h 195629"/>
                  <a:gd name="connsiteX0" fmla="*/ 0 w 1069156"/>
                  <a:gd name="connsiteY0" fmla="*/ 53621 h 195629"/>
                  <a:gd name="connsiteX1" fmla="*/ 1006687 w 1069156"/>
                  <a:gd name="connsiteY1" fmla="*/ 0 h 195629"/>
                  <a:gd name="connsiteX2" fmla="*/ 1069156 w 1069156"/>
                  <a:gd name="connsiteY2" fmla="*/ 195629 h 195629"/>
                  <a:gd name="connsiteX3" fmla="*/ 0 w 1069156"/>
                  <a:gd name="connsiteY3" fmla="*/ 53621 h 195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69156" h="195629">
                    <a:moveTo>
                      <a:pt x="0" y="53621"/>
                    </a:moveTo>
                    <a:lnTo>
                      <a:pt x="1006687" y="0"/>
                    </a:lnTo>
                    <a:lnTo>
                      <a:pt x="1069156" y="195629"/>
                    </a:lnTo>
                    <a:cubicBezTo>
                      <a:pt x="696047" y="194596"/>
                      <a:pt x="375028" y="173914"/>
                      <a:pt x="0" y="53621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143435" rtlCol="0" anchor="b"/>
              <a:lstStyle/>
              <a:p>
                <a:pPr algn="ctr"/>
                <a:endParaRPr lang="en-US" sz="1412" b="1">
                  <a:latin typeface="Ink Free" panose="03080402000500000000" pitchFamily="66" charset="0"/>
                </a:endParaRPr>
              </a:p>
            </p:txBody>
          </p:sp>
          <p:sp>
            <p:nvSpPr>
              <p:cNvPr id="186" name="Rectangle 11">
                <a:extLst>
                  <a:ext uri="{FF2B5EF4-FFF2-40B4-BE49-F238E27FC236}">
                    <a16:creationId xmlns:a16="http://schemas.microsoft.com/office/drawing/2014/main" id="{201318B0-F45A-4169-9B4C-ABEB8E589E90}"/>
                  </a:ext>
                </a:extLst>
              </p:cNvPr>
              <p:cNvSpPr/>
              <p:nvPr/>
            </p:nvSpPr>
            <p:spPr>
              <a:xfrm rot="21164825">
                <a:off x="7153217" y="2662431"/>
                <a:ext cx="1441490" cy="1407832"/>
              </a:xfrm>
              <a:custGeom>
                <a:avLst/>
                <a:gdLst>
                  <a:gd name="connsiteX0" fmla="*/ 0 w 1344524"/>
                  <a:gd name="connsiteY0" fmla="*/ 0 h 1422228"/>
                  <a:gd name="connsiteX1" fmla="*/ 1344524 w 1344524"/>
                  <a:gd name="connsiteY1" fmla="*/ 0 h 1422228"/>
                  <a:gd name="connsiteX2" fmla="*/ 1344524 w 1344524"/>
                  <a:gd name="connsiteY2" fmla="*/ 1422228 h 1422228"/>
                  <a:gd name="connsiteX3" fmla="*/ 0 w 1344524"/>
                  <a:gd name="connsiteY3" fmla="*/ 1422228 h 1422228"/>
                  <a:gd name="connsiteX4" fmla="*/ 0 w 1344524"/>
                  <a:gd name="connsiteY4" fmla="*/ 0 h 1422228"/>
                  <a:gd name="connsiteX0" fmla="*/ 0 w 1441490"/>
                  <a:gd name="connsiteY0" fmla="*/ 0 h 1422228"/>
                  <a:gd name="connsiteX1" fmla="*/ 1344524 w 1441490"/>
                  <a:gd name="connsiteY1" fmla="*/ 0 h 1422228"/>
                  <a:gd name="connsiteX2" fmla="*/ 1441490 w 1441490"/>
                  <a:gd name="connsiteY2" fmla="*/ 1179354 h 1422228"/>
                  <a:gd name="connsiteX3" fmla="*/ 0 w 1441490"/>
                  <a:gd name="connsiteY3" fmla="*/ 1422228 h 1422228"/>
                  <a:gd name="connsiteX4" fmla="*/ 0 w 1441490"/>
                  <a:gd name="connsiteY4" fmla="*/ 0 h 1422228"/>
                  <a:gd name="connsiteX0" fmla="*/ 0 w 1441490"/>
                  <a:gd name="connsiteY0" fmla="*/ 0 h 1422228"/>
                  <a:gd name="connsiteX1" fmla="*/ 1344524 w 1441490"/>
                  <a:gd name="connsiteY1" fmla="*/ 0 h 1422228"/>
                  <a:gd name="connsiteX2" fmla="*/ 1441490 w 1441490"/>
                  <a:gd name="connsiteY2" fmla="*/ 1179354 h 1422228"/>
                  <a:gd name="connsiteX3" fmla="*/ 0 w 1441490"/>
                  <a:gd name="connsiteY3" fmla="*/ 1422228 h 1422228"/>
                  <a:gd name="connsiteX4" fmla="*/ 0 w 1441490"/>
                  <a:gd name="connsiteY4" fmla="*/ 0 h 1422228"/>
                  <a:gd name="connsiteX0" fmla="*/ 0 w 1441490"/>
                  <a:gd name="connsiteY0" fmla="*/ 0 h 1407832"/>
                  <a:gd name="connsiteX1" fmla="*/ 1344524 w 1441490"/>
                  <a:gd name="connsiteY1" fmla="*/ 0 h 1407832"/>
                  <a:gd name="connsiteX2" fmla="*/ 1441490 w 1441490"/>
                  <a:gd name="connsiteY2" fmla="*/ 1179354 h 1407832"/>
                  <a:gd name="connsiteX3" fmla="*/ 4836 w 1441490"/>
                  <a:gd name="connsiteY3" fmla="*/ 1407832 h 1407832"/>
                  <a:gd name="connsiteX4" fmla="*/ 0 w 1441490"/>
                  <a:gd name="connsiteY4" fmla="*/ 0 h 1407832"/>
                  <a:gd name="connsiteX0" fmla="*/ 0 w 1441490"/>
                  <a:gd name="connsiteY0" fmla="*/ 0 h 1407832"/>
                  <a:gd name="connsiteX1" fmla="*/ 1344524 w 1441490"/>
                  <a:gd name="connsiteY1" fmla="*/ 0 h 1407832"/>
                  <a:gd name="connsiteX2" fmla="*/ 1441490 w 1441490"/>
                  <a:gd name="connsiteY2" fmla="*/ 1179354 h 1407832"/>
                  <a:gd name="connsiteX3" fmla="*/ 4836 w 1441490"/>
                  <a:gd name="connsiteY3" fmla="*/ 1407832 h 1407832"/>
                  <a:gd name="connsiteX4" fmla="*/ 0 w 1441490"/>
                  <a:gd name="connsiteY4" fmla="*/ 0 h 1407832"/>
                  <a:gd name="connsiteX0" fmla="*/ 0 w 1441490"/>
                  <a:gd name="connsiteY0" fmla="*/ 0 h 1407832"/>
                  <a:gd name="connsiteX1" fmla="*/ 1344524 w 1441490"/>
                  <a:gd name="connsiteY1" fmla="*/ 0 h 1407832"/>
                  <a:gd name="connsiteX2" fmla="*/ 1441490 w 1441490"/>
                  <a:gd name="connsiteY2" fmla="*/ 1179354 h 1407832"/>
                  <a:gd name="connsiteX3" fmla="*/ 4836 w 1441490"/>
                  <a:gd name="connsiteY3" fmla="*/ 1407832 h 1407832"/>
                  <a:gd name="connsiteX4" fmla="*/ 0 w 1441490"/>
                  <a:gd name="connsiteY4" fmla="*/ 0 h 14078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41490" h="1407832">
                    <a:moveTo>
                      <a:pt x="0" y="0"/>
                    </a:moveTo>
                    <a:lnTo>
                      <a:pt x="1344524" y="0"/>
                    </a:lnTo>
                    <a:cubicBezTo>
                      <a:pt x="1376846" y="393118"/>
                      <a:pt x="1337235" y="903188"/>
                      <a:pt x="1441490" y="1179354"/>
                    </a:cubicBezTo>
                    <a:cubicBezTo>
                      <a:pt x="1081761" y="1443823"/>
                      <a:pt x="556514" y="1380972"/>
                      <a:pt x="4836" y="1407832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 w="3175">
                <a:solidFill>
                  <a:schemeClr val="accent5">
                    <a:lumMod val="75000"/>
                  </a:schemeClr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143435" bIns="143435" rtlCol="0" anchor="b"/>
              <a:lstStyle/>
              <a:p>
                <a:pPr algn="ctr"/>
                <a:endParaRPr lang="en-US" sz="941" b="1" dirty="0">
                  <a:solidFill>
                    <a:schemeClr val="tx1"/>
                  </a:solidFill>
                  <a:latin typeface="Ink Free" panose="03080402000500000000" pitchFamily="66" charset="0"/>
                </a:endParaRPr>
              </a:p>
            </p:txBody>
          </p:sp>
        </p:grpSp>
        <p:grpSp>
          <p:nvGrpSpPr>
            <p:cNvPr id="182" name="Group 181">
              <a:extLst>
                <a:ext uri="{FF2B5EF4-FFF2-40B4-BE49-F238E27FC236}">
                  <a16:creationId xmlns:a16="http://schemas.microsoft.com/office/drawing/2014/main" id="{26A5DA05-31B6-40B6-B220-B13230C6BDEF}"/>
                </a:ext>
              </a:extLst>
            </p:cNvPr>
            <p:cNvGrpSpPr/>
            <p:nvPr/>
          </p:nvGrpSpPr>
          <p:grpSpPr>
            <a:xfrm rot="337866">
              <a:off x="11058718" y="4749219"/>
              <a:ext cx="1188770" cy="1028487"/>
              <a:chOff x="7153217" y="2662431"/>
              <a:chExt cx="1520005" cy="1407832"/>
            </a:xfrm>
            <a:effectLst/>
          </p:grpSpPr>
          <p:sp>
            <p:nvSpPr>
              <p:cNvPr id="183" name="Rectangle 10">
                <a:extLst>
                  <a:ext uri="{FF2B5EF4-FFF2-40B4-BE49-F238E27FC236}">
                    <a16:creationId xmlns:a16="http://schemas.microsoft.com/office/drawing/2014/main" id="{C79DAAF0-60E5-4CC8-B337-E90F8E1982AD}"/>
                  </a:ext>
                </a:extLst>
              </p:cNvPr>
              <p:cNvSpPr/>
              <p:nvPr/>
            </p:nvSpPr>
            <p:spPr>
              <a:xfrm rot="20467554">
                <a:off x="7626053" y="3827866"/>
                <a:ext cx="1047169" cy="202430"/>
              </a:xfrm>
              <a:custGeom>
                <a:avLst/>
                <a:gdLst>
                  <a:gd name="connsiteX0" fmla="*/ 0 w 997799"/>
                  <a:gd name="connsiteY0" fmla="*/ 0 h 190624"/>
                  <a:gd name="connsiteX1" fmla="*/ 997799 w 997799"/>
                  <a:gd name="connsiteY1" fmla="*/ 0 h 190624"/>
                  <a:gd name="connsiteX2" fmla="*/ 997799 w 997799"/>
                  <a:gd name="connsiteY2" fmla="*/ 190624 h 190624"/>
                  <a:gd name="connsiteX3" fmla="*/ 0 w 997799"/>
                  <a:gd name="connsiteY3" fmla="*/ 190624 h 190624"/>
                  <a:gd name="connsiteX4" fmla="*/ 0 w 997799"/>
                  <a:gd name="connsiteY4" fmla="*/ 0 h 190624"/>
                  <a:gd name="connsiteX0" fmla="*/ 0 w 997799"/>
                  <a:gd name="connsiteY0" fmla="*/ 0 h 190624"/>
                  <a:gd name="connsiteX1" fmla="*/ 997799 w 997799"/>
                  <a:gd name="connsiteY1" fmla="*/ 0 h 190624"/>
                  <a:gd name="connsiteX2" fmla="*/ 997799 w 997799"/>
                  <a:gd name="connsiteY2" fmla="*/ 190624 h 190624"/>
                  <a:gd name="connsiteX3" fmla="*/ 0 w 997799"/>
                  <a:gd name="connsiteY3" fmla="*/ 0 h 190624"/>
                  <a:gd name="connsiteX0" fmla="*/ 0 w 1006687"/>
                  <a:gd name="connsiteY0" fmla="*/ 53621 h 190624"/>
                  <a:gd name="connsiteX1" fmla="*/ 1006687 w 1006687"/>
                  <a:gd name="connsiteY1" fmla="*/ 0 h 190624"/>
                  <a:gd name="connsiteX2" fmla="*/ 1006687 w 1006687"/>
                  <a:gd name="connsiteY2" fmla="*/ 190624 h 190624"/>
                  <a:gd name="connsiteX3" fmla="*/ 0 w 1006687"/>
                  <a:gd name="connsiteY3" fmla="*/ 53621 h 190624"/>
                  <a:gd name="connsiteX0" fmla="*/ 0 w 1069156"/>
                  <a:gd name="connsiteY0" fmla="*/ 53621 h 195629"/>
                  <a:gd name="connsiteX1" fmla="*/ 1006687 w 1069156"/>
                  <a:gd name="connsiteY1" fmla="*/ 0 h 195629"/>
                  <a:gd name="connsiteX2" fmla="*/ 1069156 w 1069156"/>
                  <a:gd name="connsiteY2" fmla="*/ 195629 h 195629"/>
                  <a:gd name="connsiteX3" fmla="*/ 0 w 1069156"/>
                  <a:gd name="connsiteY3" fmla="*/ 53621 h 195629"/>
                  <a:gd name="connsiteX0" fmla="*/ 0 w 1069156"/>
                  <a:gd name="connsiteY0" fmla="*/ 53621 h 195629"/>
                  <a:gd name="connsiteX1" fmla="*/ 1006687 w 1069156"/>
                  <a:gd name="connsiteY1" fmla="*/ 0 h 195629"/>
                  <a:gd name="connsiteX2" fmla="*/ 1069156 w 1069156"/>
                  <a:gd name="connsiteY2" fmla="*/ 195629 h 195629"/>
                  <a:gd name="connsiteX3" fmla="*/ 0 w 1069156"/>
                  <a:gd name="connsiteY3" fmla="*/ 53621 h 195629"/>
                  <a:gd name="connsiteX0" fmla="*/ 0 w 1069156"/>
                  <a:gd name="connsiteY0" fmla="*/ 53621 h 195629"/>
                  <a:gd name="connsiteX1" fmla="*/ 1006687 w 1069156"/>
                  <a:gd name="connsiteY1" fmla="*/ 0 h 195629"/>
                  <a:gd name="connsiteX2" fmla="*/ 1069156 w 1069156"/>
                  <a:gd name="connsiteY2" fmla="*/ 195629 h 195629"/>
                  <a:gd name="connsiteX3" fmla="*/ 0 w 1069156"/>
                  <a:gd name="connsiteY3" fmla="*/ 53621 h 195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69156" h="195629">
                    <a:moveTo>
                      <a:pt x="0" y="53621"/>
                    </a:moveTo>
                    <a:lnTo>
                      <a:pt x="1006687" y="0"/>
                    </a:lnTo>
                    <a:lnTo>
                      <a:pt x="1069156" y="195629"/>
                    </a:lnTo>
                    <a:cubicBezTo>
                      <a:pt x="696047" y="194596"/>
                      <a:pt x="375028" y="173914"/>
                      <a:pt x="0" y="53621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143435" rtlCol="0" anchor="b"/>
              <a:lstStyle/>
              <a:p>
                <a:pPr algn="ctr"/>
                <a:endParaRPr lang="en-US" sz="1412" b="1">
                  <a:latin typeface="Ink Free" panose="03080402000500000000" pitchFamily="66" charset="0"/>
                </a:endParaRPr>
              </a:p>
            </p:txBody>
          </p:sp>
          <p:sp>
            <p:nvSpPr>
              <p:cNvPr id="184" name="Rectangle 11">
                <a:extLst>
                  <a:ext uri="{FF2B5EF4-FFF2-40B4-BE49-F238E27FC236}">
                    <a16:creationId xmlns:a16="http://schemas.microsoft.com/office/drawing/2014/main" id="{7C8434A0-4CE7-432A-AB87-6118138938EA}"/>
                  </a:ext>
                </a:extLst>
              </p:cNvPr>
              <p:cNvSpPr/>
              <p:nvPr/>
            </p:nvSpPr>
            <p:spPr>
              <a:xfrm rot="21164825">
                <a:off x="7153217" y="2662431"/>
                <a:ext cx="1441490" cy="1407832"/>
              </a:xfrm>
              <a:custGeom>
                <a:avLst/>
                <a:gdLst>
                  <a:gd name="connsiteX0" fmla="*/ 0 w 1344524"/>
                  <a:gd name="connsiteY0" fmla="*/ 0 h 1422228"/>
                  <a:gd name="connsiteX1" fmla="*/ 1344524 w 1344524"/>
                  <a:gd name="connsiteY1" fmla="*/ 0 h 1422228"/>
                  <a:gd name="connsiteX2" fmla="*/ 1344524 w 1344524"/>
                  <a:gd name="connsiteY2" fmla="*/ 1422228 h 1422228"/>
                  <a:gd name="connsiteX3" fmla="*/ 0 w 1344524"/>
                  <a:gd name="connsiteY3" fmla="*/ 1422228 h 1422228"/>
                  <a:gd name="connsiteX4" fmla="*/ 0 w 1344524"/>
                  <a:gd name="connsiteY4" fmla="*/ 0 h 1422228"/>
                  <a:gd name="connsiteX0" fmla="*/ 0 w 1441490"/>
                  <a:gd name="connsiteY0" fmla="*/ 0 h 1422228"/>
                  <a:gd name="connsiteX1" fmla="*/ 1344524 w 1441490"/>
                  <a:gd name="connsiteY1" fmla="*/ 0 h 1422228"/>
                  <a:gd name="connsiteX2" fmla="*/ 1441490 w 1441490"/>
                  <a:gd name="connsiteY2" fmla="*/ 1179354 h 1422228"/>
                  <a:gd name="connsiteX3" fmla="*/ 0 w 1441490"/>
                  <a:gd name="connsiteY3" fmla="*/ 1422228 h 1422228"/>
                  <a:gd name="connsiteX4" fmla="*/ 0 w 1441490"/>
                  <a:gd name="connsiteY4" fmla="*/ 0 h 1422228"/>
                  <a:gd name="connsiteX0" fmla="*/ 0 w 1441490"/>
                  <a:gd name="connsiteY0" fmla="*/ 0 h 1422228"/>
                  <a:gd name="connsiteX1" fmla="*/ 1344524 w 1441490"/>
                  <a:gd name="connsiteY1" fmla="*/ 0 h 1422228"/>
                  <a:gd name="connsiteX2" fmla="*/ 1441490 w 1441490"/>
                  <a:gd name="connsiteY2" fmla="*/ 1179354 h 1422228"/>
                  <a:gd name="connsiteX3" fmla="*/ 0 w 1441490"/>
                  <a:gd name="connsiteY3" fmla="*/ 1422228 h 1422228"/>
                  <a:gd name="connsiteX4" fmla="*/ 0 w 1441490"/>
                  <a:gd name="connsiteY4" fmla="*/ 0 h 1422228"/>
                  <a:gd name="connsiteX0" fmla="*/ 0 w 1441490"/>
                  <a:gd name="connsiteY0" fmla="*/ 0 h 1407832"/>
                  <a:gd name="connsiteX1" fmla="*/ 1344524 w 1441490"/>
                  <a:gd name="connsiteY1" fmla="*/ 0 h 1407832"/>
                  <a:gd name="connsiteX2" fmla="*/ 1441490 w 1441490"/>
                  <a:gd name="connsiteY2" fmla="*/ 1179354 h 1407832"/>
                  <a:gd name="connsiteX3" fmla="*/ 4836 w 1441490"/>
                  <a:gd name="connsiteY3" fmla="*/ 1407832 h 1407832"/>
                  <a:gd name="connsiteX4" fmla="*/ 0 w 1441490"/>
                  <a:gd name="connsiteY4" fmla="*/ 0 h 1407832"/>
                  <a:gd name="connsiteX0" fmla="*/ 0 w 1441490"/>
                  <a:gd name="connsiteY0" fmla="*/ 0 h 1407832"/>
                  <a:gd name="connsiteX1" fmla="*/ 1344524 w 1441490"/>
                  <a:gd name="connsiteY1" fmla="*/ 0 h 1407832"/>
                  <a:gd name="connsiteX2" fmla="*/ 1441490 w 1441490"/>
                  <a:gd name="connsiteY2" fmla="*/ 1179354 h 1407832"/>
                  <a:gd name="connsiteX3" fmla="*/ 4836 w 1441490"/>
                  <a:gd name="connsiteY3" fmla="*/ 1407832 h 1407832"/>
                  <a:gd name="connsiteX4" fmla="*/ 0 w 1441490"/>
                  <a:gd name="connsiteY4" fmla="*/ 0 h 1407832"/>
                  <a:gd name="connsiteX0" fmla="*/ 0 w 1441490"/>
                  <a:gd name="connsiteY0" fmla="*/ 0 h 1407832"/>
                  <a:gd name="connsiteX1" fmla="*/ 1344524 w 1441490"/>
                  <a:gd name="connsiteY1" fmla="*/ 0 h 1407832"/>
                  <a:gd name="connsiteX2" fmla="*/ 1441490 w 1441490"/>
                  <a:gd name="connsiteY2" fmla="*/ 1179354 h 1407832"/>
                  <a:gd name="connsiteX3" fmla="*/ 4836 w 1441490"/>
                  <a:gd name="connsiteY3" fmla="*/ 1407832 h 1407832"/>
                  <a:gd name="connsiteX4" fmla="*/ 0 w 1441490"/>
                  <a:gd name="connsiteY4" fmla="*/ 0 h 14078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41490" h="1407832">
                    <a:moveTo>
                      <a:pt x="0" y="0"/>
                    </a:moveTo>
                    <a:lnTo>
                      <a:pt x="1344524" y="0"/>
                    </a:lnTo>
                    <a:cubicBezTo>
                      <a:pt x="1376846" y="393118"/>
                      <a:pt x="1337235" y="903188"/>
                      <a:pt x="1441490" y="1179354"/>
                    </a:cubicBezTo>
                    <a:cubicBezTo>
                      <a:pt x="1081761" y="1443823"/>
                      <a:pt x="556514" y="1380972"/>
                      <a:pt x="4836" y="1407832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 w="3175"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143435" bIns="143435" rtlCol="0" anchor="b"/>
              <a:lstStyle/>
              <a:p>
                <a:pPr algn="ctr"/>
                <a:r>
                  <a:rPr lang="en-US" sz="706" b="1" dirty="0">
                    <a:solidFill>
                      <a:schemeClr val="tx1"/>
                    </a:solidFill>
                    <a:latin typeface="Ink Free" panose="03080402000500000000" pitchFamily="66" charset="0"/>
                  </a:rPr>
                  <a:t> </a:t>
                </a:r>
                <a:r>
                  <a:rPr lang="en-US" sz="941" b="1" dirty="0">
                    <a:solidFill>
                      <a:schemeClr val="tx1"/>
                    </a:solidFill>
                    <a:latin typeface="Ink Free" panose="03080402000500000000" pitchFamily="66" charset="0"/>
                  </a:rPr>
                  <a:t>Review Project </a:t>
                </a:r>
                <a:br>
                  <a:rPr lang="en-US" sz="941" b="1" dirty="0">
                    <a:solidFill>
                      <a:schemeClr val="tx1"/>
                    </a:solidFill>
                    <a:latin typeface="Ink Free" panose="03080402000500000000" pitchFamily="66" charset="0"/>
                  </a:rPr>
                </a:br>
                <a:r>
                  <a:rPr lang="en-US" sz="941" b="1" dirty="0">
                    <a:solidFill>
                      <a:schemeClr val="tx1"/>
                    </a:solidFill>
                    <a:latin typeface="Ink Free" panose="03080402000500000000" pitchFamily="66" charset="0"/>
                  </a:rPr>
                  <a:t>W. Abby</a:t>
                </a:r>
              </a:p>
              <a:p>
                <a:pPr algn="ctr"/>
                <a:r>
                  <a:rPr lang="en-US" sz="941" b="1" i="1" dirty="0">
                    <a:solidFill>
                      <a:schemeClr val="tx1"/>
                    </a:solidFill>
                    <a:latin typeface="Ink Free" panose="03080402000500000000" pitchFamily="66" charset="0"/>
                  </a:rPr>
                  <a:t>Card 22</a:t>
                </a:r>
                <a:r>
                  <a:rPr lang="en-US" sz="941" b="1" dirty="0">
                    <a:solidFill>
                      <a:schemeClr val="tx1"/>
                    </a:solidFill>
                    <a:latin typeface="Ink Free" panose="03080402000500000000" pitchFamily="66" charset="0"/>
                  </a:rPr>
                  <a:t> </a:t>
                </a:r>
              </a:p>
            </p:txBody>
          </p:sp>
        </p:grpSp>
      </p:grp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B8C9A648-21C4-454D-97FC-92D015352A4E}"/>
              </a:ext>
            </a:extLst>
          </p:cNvPr>
          <p:cNvGrpSpPr/>
          <p:nvPr/>
        </p:nvGrpSpPr>
        <p:grpSpPr>
          <a:xfrm>
            <a:off x="10710759" y="3640238"/>
            <a:ext cx="996511" cy="884361"/>
            <a:chOff x="10976936" y="4650146"/>
            <a:chExt cx="1270552" cy="1127560"/>
          </a:xfrm>
        </p:grpSpPr>
        <p:grpSp>
          <p:nvGrpSpPr>
            <p:cNvPr id="188" name="Group 187">
              <a:extLst>
                <a:ext uri="{FF2B5EF4-FFF2-40B4-BE49-F238E27FC236}">
                  <a16:creationId xmlns:a16="http://schemas.microsoft.com/office/drawing/2014/main" id="{CA23A166-C8CA-419B-97E4-AB8F4579C94D}"/>
                </a:ext>
              </a:extLst>
            </p:cNvPr>
            <p:cNvGrpSpPr/>
            <p:nvPr/>
          </p:nvGrpSpPr>
          <p:grpSpPr>
            <a:xfrm rot="337866">
              <a:off x="10976936" y="4650146"/>
              <a:ext cx="1188770" cy="1028487"/>
              <a:chOff x="7153217" y="2662431"/>
              <a:chExt cx="1520005" cy="1407832"/>
            </a:xfrm>
            <a:solidFill>
              <a:schemeClr val="accent5">
                <a:lumMod val="60000"/>
                <a:lumOff val="40000"/>
              </a:schemeClr>
            </a:solidFill>
            <a:effectLst/>
          </p:grpSpPr>
          <p:sp>
            <p:nvSpPr>
              <p:cNvPr id="192" name="Rectangle 10">
                <a:extLst>
                  <a:ext uri="{FF2B5EF4-FFF2-40B4-BE49-F238E27FC236}">
                    <a16:creationId xmlns:a16="http://schemas.microsoft.com/office/drawing/2014/main" id="{B39EF7C4-CE6E-4538-856F-0E94822D2C47}"/>
                  </a:ext>
                </a:extLst>
              </p:cNvPr>
              <p:cNvSpPr/>
              <p:nvPr/>
            </p:nvSpPr>
            <p:spPr>
              <a:xfrm rot="20467554">
                <a:off x="7626053" y="3827866"/>
                <a:ext cx="1047169" cy="202430"/>
              </a:xfrm>
              <a:custGeom>
                <a:avLst/>
                <a:gdLst>
                  <a:gd name="connsiteX0" fmla="*/ 0 w 997799"/>
                  <a:gd name="connsiteY0" fmla="*/ 0 h 190624"/>
                  <a:gd name="connsiteX1" fmla="*/ 997799 w 997799"/>
                  <a:gd name="connsiteY1" fmla="*/ 0 h 190624"/>
                  <a:gd name="connsiteX2" fmla="*/ 997799 w 997799"/>
                  <a:gd name="connsiteY2" fmla="*/ 190624 h 190624"/>
                  <a:gd name="connsiteX3" fmla="*/ 0 w 997799"/>
                  <a:gd name="connsiteY3" fmla="*/ 190624 h 190624"/>
                  <a:gd name="connsiteX4" fmla="*/ 0 w 997799"/>
                  <a:gd name="connsiteY4" fmla="*/ 0 h 190624"/>
                  <a:gd name="connsiteX0" fmla="*/ 0 w 997799"/>
                  <a:gd name="connsiteY0" fmla="*/ 0 h 190624"/>
                  <a:gd name="connsiteX1" fmla="*/ 997799 w 997799"/>
                  <a:gd name="connsiteY1" fmla="*/ 0 h 190624"/>
                  <a:gd name="connsiteX2" fmla="*/ 997799 w 997799"/>
                  <a:gd name="connsiteY2" fmla="*/ 190624 h 190624"/>
                  <a:gd name="connsiteX3" fmla="*/ 0 w 997799"/>
                  <a:gd name="connsiteY3" fmla="*/ 0 h 190624"/>
                  <a:gd name="connsiteX0" fmla="*/ 0 w 1006687"/>
                  <a:gd name="connsiteY0" fmla="*/ 53621 h 190624"/>
                  <a:gd name="connsiteX1" fmla="*/ 1006687 w 1006687"/>
                  <a:gd name="connsiteY1" fmla="*/ 0 h 190624"/>
                  <a:gd name="connsiteX2" fmla="*/ 1006687 w 1006687"/>
                  <a:gd name="connsiteY2" fmla="*/ 190624 h 190624"/>
                  <a:gd name="connsiteX3" fmla="*/ 0 w 1006687"/>
                  <a:gd name="connsiteY3" fmla="*/ 53621 h 190624"/>
                  <a:gd name="connsiteX0" fmla="*/ 0 w 1069156"/>
                  <a:gd name="connsiteY0" fmla="*/ 53621 h 195629"/>
                  <a:gd name="connsiteX1" fmla="*/ 1006687 w 1069156"/>
                  <a:gd name="connsiteY1" fmla="*/ 0 h 195629"/>
                  <a:gd name="connsiteX2" fmla="*/ 1069156 w 1069156"/>
                  <a:gd name="connsiteY2" fmla="*/ 195629 h 195629"/>
                  <a:gd name="connsiteX3" fmla="*/ 0 w 1069156"/>
                  <a:gd name="connsiteY3" fmla="*/ 53621 h 195629"/>
                  <a:gd name="connsiteX0" fmla="*/ 0 w 1069156"/>
                  <a:gd name="connsiteY0" fmla="*/ 53621 h 195629"/>
                  <a:gd name="connsiteX1" fmla="*/ 1006687 w 1069156"/>
                  <a:gd name="connsiteY1" fmla="*/ 0 h 195629"/>
                  <a:gd name="connsiteX2" fmla="*/ 1069156 w 1069156"/>
                  <a:gd name="connsiteY2" fmla="*/ 195629 h 195629"/>
                  <a:gd name="connsiteX3" fmla="*/ 0 w 1069156"/>
                  <a:gd name="connsiteY3" fmla="*/ 53621 h 195629"/>
                  <a:gd name="connsiteX0" fmla="*/ 0 w 1069156"/>
                  <a:gd name="connsiteY0" fmla="*/ 53621 h 195629"/>
                  <a:gd name="connsiteX1" fmla="*/ 1006687 w 1069156"/>
                  <a:gd name="connsiteY1" fmla="*/ 0 h 195629"/>
                  <a:gd name="connsiteX2" fmla="*/ 1069156 w 1069156"/>
                  <a:gd name="connsiteY2" fmla="*/ 195629 h 195629"/>
                  <a:gd name="connsiteX3" fmla="*/ 0 w 1069156"/>
                  <a:gd name="connsiteY3" fmla="*/ 53621 h 195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69156" h="195629">
                    <a:moveTo>
                      <a:pt x="0" y="53621"/>
                    </a:moveTo>
                    <a:lnTo>
                      <a:pt x="1006687" y="0"/>
                    </a:lnTo>
                    <a:lnTo>
                      <a:pt x="1069156" y="195629"/>
                    </a:lnTo>
                    <a:cubicBezTo>
                      <a:pt x="696047" y="194596"/>
                      <a:pt x="375028" y="173914"/>
                      <a:pt x="0" y="53621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143435" rtlCol="0" anchor="b"/>
              <a:lstStyle/>
              <a:p>
                <a:pPr algn="ctr"/>
                <a:endParaRPr lang="en-US" sz="1412" b="1">
                  <a:latin typeface="Ink Free" panose="03080402000500000000" pitchFamily="66" charset="0"/>
                </a:endParaRPr>
              </a:p>
            </p:txBody>
          </p:sp>
          <p:sp>
            <p:nvSpPr>
              <p:cNvPr id="193" name="Rectangle 11">
                <a:extLst>
                  <a:ext uri="{FF2B5EF4-FFF2-40B4-BE49-F238E27FC236}">
                    <a16:creationId xmlns:a16="http://schemas.microsoft.com/office/drawing/2014/main" id="{B85C958A-98ED-4C0F-94F4-5808F52B2AAE}"/>
                  </a:ext>
                </a:extLst>
              </p:cNvPr>
              <p:cNvSpPr/>
              <p:nvPr/>
            </p:nvSpPr>
            <p:spPr>
              <a:xfrm rot="21164825">
                <a:off x="7153217" y="2662431"/>
                <a:ext cx="1441490" cy="1407832"/>
              </a:xfrm>
              <a:custGeom>
                <a:avLst/>
                <a:gdLst>
                  <a:gd name="connsiteX0" fmla="*/ 0 w 1344524"/>
                  <a:gd name="connsiteY0" fmla="*/ 0 h 1422228"/>
                  <a:gd name="connsiteX1" fmla="*/ 1344524 w 1344524"/>
                  <a:gd name="connsiteY1" fmla="*/ 0 h 1422228"/>
                  <a:gd name="connsiteX2" fmla="*/ 1344524 w 1344524"/>
                  <a:gd name="connsiteY2" fmla="*/ 1422228 h 1422228"/>
                  <a:gd name="connsiteX3" fmla="*/ 0 w 1344524"/>
                  <a:gd name="connsiteY3" fmla="*/ 1422228 h 1422228"/>
                  <a:gd name="connsiteX4" fmla="*/ 0 w 1344524"/>
                  <a:gd name="connsiteY4" fmla="*/ 0 h 1422228"/>
                  <a:gd name="connsiteX0" fmla="*/ 0 w 1441490"/>
                  <a:gd name="connsiteY0" fmla="*/ 0 h 1422228"/>
                  <a:gd name="connsiteX1" fmla="*/ 1344524 w 1441490"/>
                  <a:gd name="connsiteY1" fmla="*/ 0 h 1422228"/>
                  <a:gd name="connsiteX2" fmla="*/ 1441490 w 1441490"/>
                  <a:gd name="connsiteY2" fmla="*/ 1179354 h 1422228"/>
                  <a:gd name="connsiteX3" fmla="*/ 0 w 1441490"/>
                  <a:gd name="connsiteY3" fmla="*/ 1422228 h 1422228"/>
                  <a:gd name="connsiteX4" fmla="*/ 0 w 1441490"/>
                  <a:gd name="connsiteY4" fmla="*/ 0 h 1422228"/>
                  <a:gd name="connsiteX0" fmla="*/ 0 w 1441490"/>
                  <a:gd name="connsiteY0" fmla="*/ 0 h 1422228"/>
                  <a:gd name="connsiteX1" fmla="*/ 1344524 w 1441490"/>
                  <a:gd name="connsiteY1" fmla="*/ 0 h 1422228"/>
                  <a:gd name="connsiteX2" fmla="*/ 1441490 w 1441490"/>
                  <a:gd name="connsiteY2" fmla="*/ 1179354 h 1422228"/>
                  <a:gd name="connsiteX3" fmla="*/ 0 w 1441490"/>
                  <a:gd name="connsiteY3" fmla="*/ 1422228 h 1422228"/>
                  <a:gd name="connsiteX4" fmla="*/ 0 w 1441490"/>
                  <a:gd name="connsiteY4" fmla="*/ 0 h 1422228"/>
                  <a:gd name="connsiteX0" fmla="*/ 0 w 1441490"/>
                  <a:gd name="connsiteY0" fmla="*/ 0 h 1407832"/>
                  <a:gd name="connsiteX1" fmla="*/ 1344524 w 1441490"/>
                  <a:gd name="connsiteY1" fmla="*/ 0 h 1407832"/>
                  <a:gd name="connsiteX2" fmla="*/ 1441490 w 1441490"/>
                  <a:gd name="connsiteY2" fmla="*/ 1179354 h 1407832"/>
                  <a:gd name="connsiteX3" fmla="*/ 4836 w 1441490"/>
                  <a:gd name="connsiteY3" fmla="*/ 1407832 h 1407832"/>
                  <a:gd name="connsiteX4" fmla="*/ 0 w 1441490"/>
                  <a:gd name="connsiteY4" fmla="*/ 0 h 1407832"/>
                  <a:gd name="connsiteX0" fmla="*/ 0 w 1441490"/>
                  <a:gd name="connsiteY0" fmla="*/ 0 h 1407832"/>
                  <a:gd name="connsiteX1" fmla="*/ 1344524 w 1441490"/>
                  <a:gd name="connsiteY1" fmla="*/ 0 h 1407832"/>
                  <a:gd name="connsiteX2" fmla="*/ 1441490 w 1441490"/>
                  <a:gd name="connsiteY2" fmla="*/ 1179354 h 1407832"/>
                  <a:gd name="connsiteX3" fmla="*/ 4836 w 1441490"/>
                  <a:gd name="connsiteY3" fmla="*/ 1407832 h 1407832"/>
                  <a:gd name="connsiteX4" fmla="*/ 0 w 1441490"/>
                  <a:gd name="connsiteY4" fmla="*/ 0 h 1407832"/>
                  <a:gd name="connsiteX0" fmla="*/ 0 w 1441490"/>
                  <a:gd name="connsiteY0" fmla="*/ 0 h 1407832"/>
                  <a:gd name="connsiteX1" fmla="*/ 1344524 w 1441490"/>
                  <a:gd name="connsiteY1" fmla="*/ 0 h 1407832"/>
                  <a:gd name="connsiteX2" fmla="*/ 1441490 w 1441490"/>
                  <a:gd name="connsiteY2" fmla="*/ 1179354 h 1407832"/>
                  <a:gd name="connsiteX3" fmla="*/ 4836 w 1441490"/>
                  <a:gd name="connsiteY3" fmla="*/ 1407832 h 1407832"/>
                  <a:gd name="connsiteX4" fmla="*/ 0 w 1441490"/>
                  <a:gd name="connsiteY4" fmla="*/ 0 h 14078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41490" h="1407832">
                    <a:moveTo>
                      <a:pt x="0" y="0"/>
                    </a:moveTo>
                    <a:lnTo>
                      <a:pt x="1344524" y="0"/>
                    </a:lnTo>
                    <a:cubicBezTo>
                      <a:pt x="1376846" y="393118"/>
                      <a:pt x="1337235" y="903188"/>
                      <a:pt x="1441490" y="1179354"/>
                    </a:cubicBezTo>
                    <a:cubicBezTo>
                      <a:pt x="1081761" y="1443823"/>
                      <a:pt x="556514" y="1380972"/>
                      <a:pt x="4836" y="1407832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 w="3175">
                <a:solidFill>
                  <a:schemeClr val="accent5">
                    <a:lumMod val="75000"/>
                  </a:schemeClr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143435" bIns="143435" rtlCol="0" anchor="b"/>
              <a:lstStyle/>
              <a:p>
                <a:pPr algn="ctr"/>
                <a:endParaRPr lang="en-US" sz="941" b="1" dirty="0">
                  <a:solidFill>
                    <a:schemeClr val="tx1"/>
                  </a:solidFill>
                  <a:latin typeface="Ink Free" panose="03080402000500000000" pitchFamily="66" charset="0"/>
                </a:endParaRPr>
              </a:p>
            </p:txBody>
          </p:sp>
        </p:grpSp>
        <p:grpSp>
          <p:nvGrpSpPr>
            <p:cNvPr id="189" name="Group 188">
              <a:extLst>
                <a:ext uri="{FF2B5EF4-FFF2-40B4-BE49-F238E27FC236}">
                  <a16:creationId xmlns:a16="http://schemas.microsoft.com/office/drawing/2014/main" id="{153A803C-A105-41D8-9BC5-C86C1F073C6D}"/>
                </a:ext>
              </a:extLst>
            </p:cNvPr>
            <p:cNvGrpSpPr/>
            <p:nvPr/>
          </p:nvGrpSpPr>
          <p:grpSpPr>
            <a:xfrm rot="337866">
              <a:off x="11058718" y="4749219"/>
              <a:ext cx="1188770" cy="1028487"/>
              <a:chOff x="7153217" y="2662431"/>
              <a:chExt cx="1520005" cy="1407832"/>
            </a:xfrm>
            <a:effectLst/>
          </p:grpSpPr>
          <p:sp>
            <p:nvSpPr>
              <p:cNvPr id="190" name="Rectangle 10">
                <a:extLst>
                  <a:ext uri="{FF2B5EF4-FFF2-40B4-BE49-F238E27FC236}">
                    <a16:creationId xmlns:a16="http://schemas.microsoft.com/office/drawing/2014/main" id="{1F538C0C-5B21-4C20-AFFF-91D05952D4F0}"/>
                  </a:ext>
                </a:extLst>
              </p:cNvPr>
              <p:cNvSpPr/>
              <p:nvPr/>
            </p:nvSpPr>
            <p:spPr>
              <a:xfrm rot="20467554">
                <a:off x="7626053" y="3827866"/>
                <a:ext cx="1047169" cy="202430"/>
              </a:xfrm>
              <a:custGeom>
                <a:avLst/>
                <a:gdLst>
                  <a:gd name="connsiteX0" fmla="*/ 0 w 997799"/>
                  <a:gd name="connsiteY0" fmla="*/ 0 h 190624"/>
                  <a:gd name="connsiteX1" fmla="*/ 997799 w 997799"/>
                  <a:gd name="connsiteY1" fmla="*/ 0 h 190624"/>
                  <a:gd name="connsiteX2" fmla="*/ 997799 w 997799"/>
                  <a:gd name="connsiteY2" fmla="*/ 190624 h 190624"/>
                  <a:gd name="connsiteX3" fmla="*/ 0 w 997799"/>
                  <a:gd name="connsiteY3" fmla="*/ 190624 h 190624"/>
                  <a:gd name="connsiteX4" fmla="*/ 0 w 997799"/>
                  <a:gd name="connsiteY4" fmla="*/ 0 h 190624"/>
                  <a:gd name="connsiteX0" fmla="*/ 0 w 997799"/>
                  <a:gd name="connsiteY0" fmla="*/ 0 h 190624"/>
                  <a:gd name="connsiteX1" fmla="*/ 997799 w 997799"/>
                  <a:gd name="connsiteY1" fmla="*/ 0 h 190624"/>
                  <a:gd name="connsiteX2" fmla="*/ 997799 w 997799"/>
                  <a:gd name="connsiteY2" fmla="*/ 190624 h 190624"/>
                  <a:gd name="connsiteX3" fmla="*/ 0 w 997799"/>
                  <a:gd name="connsiteY3" fmla="*/ 0 h 190624"/>
                  <a:gd name="connsiteX0" fmla="*/ 0 w 1006687"/>
                  <a:gd name="connsiteY0" fmla="*/ 53621 h 190624"/>
                  <a:gd name="connsiteX1" fmla="*/ 1006687 w 1006687"/>
                  <a:gd name="connsiteY1" fmla="*/ 0 h 190624"/>
                  <a:gd name="connsiteX2" fmla="*/ 1006687 w 1006687"/>
                  <a:gd name="connsiteY2" fmla="*/ 190624 h 190624"/>
                  <a:gd name="connsiteX3" fmla="*/ 0 w 1006687"/>
                  <a:gd name="connsiteY3" fmla="*/ 53621 h 190624"/>
                  <a:gd name="connsiteX0" fmla="*/ 0 w 1069156"/>
                  <a:gd name="connsiteY0" fmla="*/ 53621 h 195629"/>
                  <a:gd name="connsiteX1" fmla="*/ 1006687 w 1069156"/>
                  <a:gd name="connsiteY1" fmla="*/ 0 h 195629"/>
                  <a:gd name="connsiteX2" fmla="*/ 1069156 w 1069156"/>
                  <a:gd name="connsiteY2" fmla="*/ 195629 h 195629"/>
                  <a:gd name="connsiteX3" fmla="*/ 0 w 1069156"/>
                  <a:gd name="connsiteY3" fmla="*/ 53621 h 195629"/>
                  <a:gd name="connsiteX0" fmla="*/ 0 w 1069156"/>
                  <a:gd name="connsiteY0" fmla="*/ 53621 h 195629"/>
                  <a:gd name="connsiteX1" fmla="*/ 1006687 w 1069156"/>
                  <a:gd name="connsiteY1" fmla="*/ 0 h 195629"/>
                  <a:gd name="connsiteX2" fmla="*/ 1069156 w 1069156"/>
                  <a:gd name="connsiteY2" fmla="*/ 195629 h 195629"/>
                  <a:gd name="connsiteX3" fmla="*/ 0 w 1069156"/>
                  <a:gd name="connsiteY3" fmla="*/ 53621 h 195629"/>
                  <a:gd name="connsiteX0" fmla="*/ 0 w 1069156"/>
                  <a:gd name="connsiteY0" fmla="*/ 53621 h 195629"/>
                  <a:gd name="connsiteX1" fmla="*/ 1006687 w 1069156"/>
                  <a:gd name="connsiteY1" fmla="*/ 0 h 195629"/>
                  <a:gd name="connsiteX2" fmla="*/ 1069156 w 1069156"/>
                  <a:gd name="connsiteY2" fmla="*/ 195629 h 195629"/>
                  <a:gd name="connsiteX3" fmla="*/ 0 w 1069156"/>
                  <a:gd name="connsiteY3" fmla="*/ 53621 h 195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69156" h="195629">
                    <a:moveTo>
                      <a:pt x="0" y="53621"/>
                    </a:moveTo>
                    <a:lnTo>
                      <a:pt x="1006687" y="0"/>
                    </a:lnTo>
                    <a:lnTo>
                      <a:pt x="1069156" y="195629"/>
                    </a:lnTo>
                    <a:cubicBezTo>
                      <a:pt x="696047" y="194596"/>
                      <a:pt x="375028" y="173914"/>
                      <a:pt x="0" y="53621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143435" rtlCol="0" anchor="b"/>
              <a:lstStyle/>
              <a:p>
                <a:pPr algn="ctr"/>
                <a:endParaRPr lang="en-US" sz="1412" b="1">
                  <a:latin typeface="Ink Free" panose="03080402000500000000" pitchFamily="66" charset="0"/>
                </a:endParaRPr>
              </a:p>
            </p:txBody>
          </p:sp>
          <p:sp>
            <p:nvSpPr>
              <p:cNvPr id="191" name="Rectangle 11">
                <a:extLst>
                  <a:ext uri="{FF2B5EF4-FFF2-40B4-BE49-F238E27FC236}">
                    <a16:creationId xmlns:a16="http://schemas.microsoft.com/office/drawing/2014/main" id="{542AC18D-2504-439A-A4D7-036665F92493}"/>
                  </a:ext>
                </a:extLst>
              </p:cNvPr>
              <p:cNvSpPr/>
              <p:nvPr/>
            </p:nvSpPr>
            <p:spPr>
              <a:xfrm rot="21164825">
                <a:off x="7153217" y="2662431"/>
                <a:ext cx="1441490" cy="1407832"/>
              </a:xfrm>
              <a:custGeom>
                <a:avLst/>
                <a:gdLst>
                  <a:gd name="connsiteX0" fmla="*/ 0 w 1344524"/>
                  <a:gd name="connsiteY0" fmla="*/ 0 h 1422228"/>
                  <a:gd name="connsiteX1" fmla="*/ 1344524 w 1344524"/>
                  <a:gd name="connsiteY1" fmla="*/ 0 h 1422228"/>
                  <a:gd name="connsiteX2" fmla="*/ 1344524 w 1344524"/>
                  <a:gd name="connsiteY2" fmla="*/ 1422228 h 1422228"/>
                  <a:gd name="connsiteX3" fmla="*/ 0 w 1344524"/>
                  <a:gd name="connsiteY3" fmla="*/ 1422228 h 1422228"/>
                  <a:gd name="connsiteX4" fmla="*/ 0 w 1344524"/>
                  <a:gd name="connsiteY4" fmla="*/ 0 h 1422228"/>
                  <a:gd name="connsiteX0" fmla="*/ 0 w 1441490"/>
                  <a:gd name="connsiteY0" fmla="*/ 0 h 1422228"/>
                  <a:gd name="connsiteX1" fmla="*/ 1344524 w 1441490"/>
                  <a:gd name="connsiteY1" fmla="*/ 0 h 1422228"/>
                  <a:gd name="connsiteX2" fmla="*/ 1441490 w 1441490"/>
                  <a:gd name="connsiteY2" fmla="*/ 1179354 h 1422228"/>
                  <a:gd name="connsiteX3" fmla="*/ 0 w 1441490"/>
                  <a:gd name="connsiteY3" fmla="*/ 1422228 h 1422228"/>
                  <a:gd name="connsiteX4" fmla="*/ 0 w 1441490"/>
                  <a:gd name="connsiteY4" fmla="*/ 0 h 1422228"/>
                  <a:gd name="connsiteX0" fmla="*/ 0 w 1441490"/>
                  <a:gd name="connsiteY0" fmla="*/ 0 h 1422228"/>
                  <a:gd name="connsiteX1" fmla="*/ 1344524 w 1441490"/>
                  <a:gd name="connsiteY1" fmla="*/ 0 h 1422228"/>
                  <a:gd name="connsiteX2" fmla="*/ 1441490 w 1441490"/>
                  <a:gd name="connsiteY2" fmla="*/ 1179354 h 1422228"/>
                  <a:gd name="connsiteX3" fmla="*/ 0 w 1441490"/>
                  <a:gd name="connsiteY3" fmla="*/ 1422228 h 1422228"/>
                  <a:gd name="connsiteX4" fmla="*/ 0 w 1441490"/>
                  <a:gd name="connsiteY4" fmla="*/ 0 h 1422228"/>
                  <a:gd name="connsiteX0" fmla="*/ 0 w 1441490"/>
                  <a:gd name="connsiteY0" fmla="*/ 0 h 1407832"/>
                  <a:gd name="connsiteX1" fmla="*/ 1344524 w 1441490"/>
                  <a:gd name="connsiteY1" fmla="*/ 0 h 1407832"/>
                  <a:gd name="connsiteX2" fmla="*/ 1441490 w 1441490"/>
                  <a:gd name="connsiteY2" fmla="*/ 1179354 h 1407832"/>
                  <a:gd name="connsiteX3" fmla="*/ 4836 w 1441490"/>
                  <a:gd name="connsiteY3" fmla="*/ 1407832 h 1407832"/>
                  <a:gd name="connsiteX4" fmla="*/ 0 w 1441490"/>
                  <a:gd name="connsiteY4" fmla="*/ 0 h 1407832"/>
                  <a:gd name="connsiteX0" fmla="*/ 0 w 1441490"/>
                  <a:gd name="connsiteY0" fmla="*/ 0 h 1407832"/>
                  <a:gd name="connsiteX1" fmla="*/ 1344524 w 1441490"/>
                  <a:gd name="connsiteY1" fmla="*/ 0 h 1407832"/>
                  <a:gd name="connsiteX2" fmla="*/ 1441490 w 1441490"/>
                  <a:gd name="connsiteY2" fmla="*/ 1179354 h 1407832"/>
                  <a:gd name="connsiteX3" fmla="*/ 4836 w 1441490"/>
                  <a:gd name="connsiteY3" fmla="*/ 1407832 h 1407832"/>
                  <a:gd name="connsiteX4" fmla="*/ 0 w 1441490"/>
                  <a:gd name="connsiteY4" fmla="*/ 0 h 1407832"/>
                  <a:gd name="connsiteX0" fmla="*/ 0 w 1441490"/>
                  <a:gd name="connsiteY0" fmla="*/ 0 h 1407832"/>
                  <a:gd name="connsiteX1" fmla="*/ 1344524 w 1441490"/>
                  <a:gd name="connsiteY1" fmla="*/ 0 h 1407832"/>
                  <a:gd name="connsiteX2" fmla="*/ 1441490 w 1441490"/>
                  <a:gd name="connsiteY2" fmla="*/ 1179354 h 1407832"/>
                  <a:gd name="connsiteX3" fmla="*/ 4836 w 1441490"/>
                  <a:gd name="connsiteY3" fmla="*/ 1407832 h 1407832"/>
                  <a:gd name="connsiteX4" fmla="*/ 0 w 1441490"/>
                  <a:gd name="connsiteY4" fmla="*/ 0 h 14078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41490" h="1407832">
                    <a:moveTo>
                      <a:pt x="0" y="0"/>
                    </a:moveTo>
                    <a:lnTo>
                      <a:pt x="1344524" y="0"/>
                    </a:lnTo>
                    <a:cubicBezTo>
                      <a:pt x="1376846" y="393118"/>
                      <a:pt x="1337235" y="903188"/>
                      <a:pt x="1441490" y="1179354"/>
                    </a:cubicBezTo>
                    <a:cubicBezTo>
                      <a:pt x="1081761" y="1443823"/>
                      <a:pt x="556514" y="1380972"/>
                      <a:pt x="4836" y="1407832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 w="3175"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143435" bIns="143435" rtlCol="0" anchor="b"/>
              <a:lstStyle/>
              <a:p>
                <a:pPr algn="ctr"/>
                <a:r>
                  <a:rPr lang="en-US" sz="706" b="1" dirty="0">
                    <a:solidFill>
                      <a:schemeClr val="tx1"/>
                    </a:solidFill>
                    <a:latin typeface="Ink Free" panose="03080402000500000000" pitchFamily="66" charset="0"/>
                  </a:rPr>
                  <a:t> </a:t>
                </a:r>
                <a:r>
                  <a:rPr lang="en-US" sz="941" b="1" dirty="0">
                    <a:solidFill>
                      <a:schemeClr val="tx1"/>
                    </a:solidFill>
                    <a:latin typeface="Ink Free" panose="03080402000500000000" pitchFamily="66" charset="0"/>
                  </a:rPr>
                  <a:t>Review Project </a:t>
                </a:r>
                <a:br>
                  <a:rPr lang="en-US" sz="941" b="1" dirty="0">
                    <a:solidFill>
                      <a:schemeClr val="tx1"/>
                    </a:solidFill>
                    <a:latin typeface="Ink Free" panose="03080402000500000000" pitchFamily="66" charset="0"/>
                  </a:rPr>
                </a:br>
                <a:r>
                  <a:rPr lang="en-US" sz="941" b="1" dirty="0">
                    <a:solidFill>
                      <a:schemeClr val="tx1"/>
                    </a:solidFill>
                    <a:latin typeface="Ink Free" panose="03080402000500000000" pitchFamily="66" charset="0"/>
                  </a:rPr>
                  <a:t>Spree</a:t>
                </a:r>
              </a:p>
              <a:p>
                <a:pPr algn="ctr"/>
                <a:r>
                  <a:rPr lang="en-US" sz="941" b="1" i="1" dirty="0">
                    <a:solidFill>
                      <a:schemeClr val="tx1"/>
                    </a:solidFill>
                    <a:latin typeface="Ink Free" panose="03080402000500000000" pitchFamily="66" charset="0"/>
                  </a:rPr>
                  <a:t>Card 14</a:t>
                </a:r>
                <a:r>
                  <a:rPr lang="en-US" sz="941" b="1" dirty="0">
                    <a:solidFill>
                      <a:schemeClr val="tx1"/>
                    </a:solidFill>
                    <a:latin typeface="Ink Free" panose="03080402000500000000" pitchFamily="66" charset="0"/>
                  </a:rPr>
                  <a:t> </a:t>
                </a:r>
              </a:p>
            </p:txBody>
          </p:sp>
        </p:grpSp>
      </p:grp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C281E3F0-2466-49BC-AE50-D353C7BBE093}"/>
              </a:ext>
            </a:extLst>
          </p:cNvPr>
          <p:cNvGrpSpPr/>
          <p:nvPr/>
        </p:nvGrpSpPr>
        <p:grpSpPr>
          <a:xfrm>
            <a:off x="10710759" y="4691806"/>
            <a:ext cx="996511" cy="884361"/>
            <a:chOff x="10976936" y="4650146"/>
            <a:chExt cx="1270552" cy="1127560"/>
          </a:xfrm>
        </p:grpSpPr>
        <p:grpSp>
          <p:nvGrpSpPr>
            <p:cNvPr id="195" name="Group 194">
              <a:extLst>
                <a:ext uri="{FF2B5EF4-FFF2-40B4-BE49-F238E27FC236}">
                  <a16:creationId xmlns:a16="http://schemas.microsoft.com/office/drawing/2014/main" id="{CA453285-2511-4710-B3F7-17E1452A75DE}"/>
                </a:ext>
              </a:extLst>
            </p:cNvPr>
            <p:cNvGrpSpPr/>
            <p:nvPr/>
          </p:nvGrpSpPr>
          <p:grpSpPr>
            <a:xfrm rot="337866">
              <a:off x="10976936" y="4650146"/>
              <a:ext cx="1188770" cy="1028487"/>
              <a:chOff x="7153217" y="2662431"/>
              <a:chExt cx="1520005" cy="1407832"/>
            </a:xfrm>
            <a:solidFill>
              <a:schemeClr val="accent5">
                <a:lumMod val="60000"/>
                <a:lumOff val="40000"/>
              </a:schemeClr>
            </a:solidFill>
            <a:effectLst/>
          </p:grpSpPr>
          <p:sp>
            <p:nvSpPr>
              <p:cNvPr id="199" name="Rectangle 10">
                <a:extLst>
                  <a:ext uri="{FF2B5EF4-FFF2-40B4-BE49-F238E27FC236}">
                    <a16:creationId xmlns:a16="http://schemas.microsoft.com/office/drawing/2014/main" id="{51270F76-63B6-4A44-8E32-AB7683D67E8F}"/>
                  </a:ext>
                </a:extLst>
              </p:cNvPr>
              <p:cNvSpPr/>
              <p:nvPr/>
            </p:nvSpPr>
            <p:spPr>
              <a:xfrm rot="20467554">
                <a:off x="7626053" y="3827866"/>
                <a:ext cx="1047169" cy="202430"/>
              </a:xfrm>
              <a:custGeom>
                <a:avLst/>
                <a:gdLst>
                  <a:gd name="connsiteX0" fmla="*/ 0 w 997799"/>
                  <a:gd name="connsiteY0" fmla="*/ 0 h 190624"/>
                  <a:gd name="connsiteX1" fmla="*/ 997799 w 997799"/>
                  <a:gd name="connsiteY1" fmla="*/ 0 h 190624"/>
                  <a:gd name="connsiteX2" fmla="*/ 997799 w 997799"/>
                  <a:gd name="connsiteY2" fmla="*/ 190624 h 190624"/>
                  <a:gd name="connsiteX3" fmla="*/ 0 w 997799"/>
                  <a:gd name="connsiteY3" fmla="*/ 190624 h 190624"/>
                  <a:gd name="connsiteX4" fmla="*/ 0 w 997799"/>
                  <a:gd name="connsiteY4" fmla="*/ 0 h 190624"/>
                  <a:gd name="connsiteX0" fmla="*/ 0 w 997799"/>
                  <a:gd name="connsiteY0" fmla="*/ 0 h 190624"/>
                  <a:gd name="connsiteX1" fmla="*/ 997799 w 997799"/>
                  <a:gd name="connsiteY1" fmla="*/ 0 h 190624"/>
                  <a:gd name="connsiteX2" fmla="*/ 997799 w 997799"/>
                  <a:gd name="connsiteY2" fmla="*/ 190624 h 190624"/>
                  <a:gd name="connsiteX3" fmla="*/ 0 w 997799"/>
                  <a:gd name="connsiteY3" fmla="*/ 0 h 190624"/>
                  <a:gd name="connsiteX0" fmla="*/ 0 w 1006687"/>
                  <a:gd name="connsiteY0" fmla="*/ 53621 h 190624"/>
                  <a:gd name="connsiteX1" fmla="*/ 1006687 w 1006687"/>
                  <a:gd name="connsiteY1" fmla="*/ 0 h 190624"/>
                  <a:gd name="connsiteX2" fmla="*/ 1006687 w 1006687"/>
                  <a:gd name="connsiteY2" fmla="*/ 190624 h 190624"/>
                  <a:gd name="connsiteX3" fmla="*/ 0 w 1006687"/>
                  <a:gd name="connsiteY3" fmla="*/ 53621 h 190624"/>
                  <a:gd name="connsiteX0" fmla="*/ 0 w 1069156"/>
                  <a:gd name="connsiteY0" fmla="*/ 53621 h 195629"/>
                  <a:gd name="connsiteX1" fmla="*/ 1006687 w 1069156"/>
                  <a:gd name="connsiteY1" fmla="*/ 0 h 195629"/>
                  <a:gd name="connsiteX2" fmla="*/ 1069156 w 1069156"/>
                  <a:gd name="connsiteY2" fmla="*/ 195629 h 195629"/>
                  <a:gd name="connsiteX3" fmla="*/ 0 w 1069156"/>
                  <a:gd name="connsiteY3" fmla="*/ 53621 h 195629"/>
                  <a:gd name="connsiteX0" fmla="*/ 0 w 1069156"/>
                  <a:gd name="connsiteY0" fmla="*/ 53621 h 195629"/>
                  <a:gd name="connsiteX1" fmla="*/ 1006687 w 1069156"/>
                  <a:gd name="connsiteY1" fmla="*/ 0 h 195629"/>
                  <a:gd name="connsiteX2" fmla="*/ 1069156 w 1069156"/>
                  <a:gd name="connsiteY2" fmla="*/ 195629 h 195629"/>
                  <a:gd name="connsiteX3" fmla="*/ 0 w 1069156"/>
                  <a:gd name="connsiteY3" fmla="*/ 53621 h 195629"/>
                  <a:gd name="connsiteX0" fmla="*/ 0 w 1069156"/>
                  <a:gd name="connsiteY0" fmla="*/ 53621 h 195629"/>
                  <a:gd name="connsiteX1" fmla="*/ 1006687 w 1069156"/>
                  <a:gd name="connsiteY1" fmla="*/ 0 h 195629"/>
                  <a:gd name="connsiteX2" fmla="*/ 1069156 w 1069156"/>
                  <a:gd name="connsiteY2" fmla="*/ 195629 h 195629"/>
                  <a:gd name="connsiteX3" fmla="*/ 0 w 1069156"/>
                  <a:gd name="connsiteY3" fmla="*/ 53621 h 195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69156" h="195629">
                    <a:moveTo>
                      <a:pt x="0" y="53621"/>
                    </a:moveTo>
                    <a:lnTo>
                      <a:pt x="1006687" y="0"/>
                    </a:lnTo>
                    <a:lnTo>
                      <a:pt x="1069156" y="195629"/>
                    </a:lnTo>
                    <a:cubicBezTo>
                      <a:pt x="696047" y="194596"/>
                      <a:pt x="375028" y="173914"/>
                      <a:pt x="0" y="53621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143435" rtlCol="0" anchor="b"/>
              <a:lstStyle/>
              <a:p>
                <a:pPr algn="ctr"/>
                <a:endParaRPr lang="en-US" sz="1412" b="1">
                  <a:latin typeface="Ink Free" panose="03080402000500000000" pitchFamily="66" charset="0"/>
                </a:endParaRPr>
              </a:p>
            </p:txBody>
          </p:sp>
          <p:sp>
            <p:nvSpPr>
              <p:cNvPr id="200" name="Rectangle 11">
                <a:extLst>
                  <a:ext uri="{FF2B5EF4-FFF2-40B4-BE49-F238E27FC236}">
                    <a16:creationId xmlns:a16="http://schemas.microsoft.com/office/drawing/2014/main" id="{6A2A0562-11FB-4D0B-88DC-17377B3597D6}"/>
                  </a:ext>
                </a:extLst>
              </p:cNvPr>
              <p:cNvSpPr/>
              <p:nvPr/>
            </p:nvSpPr>
            <p:spPr>
              <a:xfrm rot="21164825">
                <a:off x="7153217" y="2662431"/>
                <a:ext cx="1441490" cy="1407832"/>
              </a:xfrm>
              <a:custGeom>
                <a:avLst/>
                <a:gdLst>
                  <a:gd name="connsiteX0" fmla="*/ 0 w 1344524"/>
                  <a:gd name="connsiteY0" fmla="*/ 0 h 1422228"/>
                  <a:gd name="connsiteX1" fmla="*/ 1344524 w 1344524"/>
                  <a:gd name="connsiteY1" fmla="*/ 0 h 1422228"/>
                  <a:gd name="connsiteX2" fmla="*/ 1344524 w 1344524"/>
                  <a:gd name="connsiteY2" fmla="*/ 1422228 h 1422228"/>
                  <a:gd name="connsiteX3" fmla="*/ 0 w 1344524"/>
                  <a:gd name="connsiteY3" fmla="*/ 1422228 h 1422228"/>
                  <a:gd name="connsiteX4" fmla="*/ 0 w 1344524"/>
                  <a:gd name="connsiteY4" fmla="*/ 0 h 1422228"/>
                  <a:gd name="connsiteX0" fmla="*/ 0 w 1441490"/>
                  <a:gd name="connsiteY0" fmla="*/ 0 h 1422228"/>
                  <a:gd name="connsiteX1" fmla="*/ 1344524 w 1441490"/>
                  <a:gd name="connsiteY1" fmla="*/ 0 h 1422228"/>
                  <a:gd name="connsiteX2" fmla="*/ 1441490 w 1441490"/>
                  <a:gd name="connsiteY2" fmla="*/ 1179354 h 1422228"/>
                  <a:gd name="connsiteX3" fmla="*/ 0 w 1441490"/>
                  <a:gd name="connsiteY3" fmla="*/ 1422228 h 1422228"/>
                  <a:gd name="connsiteX4" fmla="*/ 0 w 1441490"/>
                  <a:gd name="connsiteY4" fmla="*/ 0 h 1422228"/>
                  <a:gd name="connsiteX0" fmla="*/ 0 w 1441490"/>
                  <a:gd name="connsiteY0" fmla="*/ 0 h 1422228"/>
                  <a:gd name="connsiteX1" fmla="*/ 1344524 w 1441490"/>
                  <a:gd name="connsiteY1" fmla="*/ 0 h 1422228"/>
                  <a:gd name="connsiteX2" fmla="*/ 1441490 w 1441490"/>
                  <a:gd name="connsiteY2" fmla="*/ 1179354 h 1422228"/>
                  <a:gd name="connsiteX3" fmla="*/ 0 w 1441490"/>
                  <a:gd name="connsiteY3" fmla="*/ 1422228 h 1422228"/>
                  <a:gd name="connsiteX4" fmla="*/ 0 w 1441490"/>
                  <a:gd name="connsiteY4" fmla="*/ 0 h 1422228"/>
                  <a:gd name="connsiteX0" fmla="*/ 0 w 1441490"/>
                  <a:gd name="connsiteY0" fmla="*/ 0 h 1407832"/>
                  <a:gd name="connsiteX1" fmla="*/ 1344524 w 1441490"/>
                  <a:gd name="connsiteY1" fmla="*/ 0 h 1407832"/>
                  <a:gd name="connsiteX2" fmla="*/ 1441490 w 1441490"/>
                  <a:gd name="connsiteY2" fmla="*/ 1179354 h 1407832"/>
                  <a:gd name="connsiteX3" fmla="*/ 4836 w 1441490"/>
                  <a:gd name="connsiteY3" fmla="*/ 1407832 h 1407832"/>
                  <a:gd name="connsiteX4" fmla="*/ 0 w 1441490"/>
                  <a:gd name="connsiteY4" fmla="*/ 0 h 1407832"/>
                  <a:gd name="connsiteX0" fmla="*/ 0 w 1441490"/>
                  <a:gd name="connsiteY0" fmla="*/ 0 h 1407832"/>
                  <a:gd name="connsiteX1" fmla="*/ 1344524 w 1441490"/>
                  <a:gd name="connsiteY1" fmla="*/ 0 h 1407832"/>
                  <a:gd name="connsiteX2" fmla="*/ 1441490 w 1441490"/>
                  <a:gd name="connsiteY2" fmla="*/ 1179354 h 1407832"/>
                  <a:gd name="connsiteX3" fmla="*/ 4836 w 1441490"/>
                  <a:gd name="connsiteY3" fmla="*/ 1407832 h 1407832"/>
                  <a:gd name="connsiteX4" fmla="*/ 0 w 1441490"/>
                  <a:gd name="connsiteY4" fmla="*/ 0 h 1407832"/>
                  <a:gd name="connsiteX0" fmla="*/ 0 w 1441490"/>
                  <a:gd name="connsiteY0" fmla="*/ 0 h 1407832"/>
                  <a:gd name="connsiteX1" fmla="*/ 1344524 w 1441490"/>
                  <a:gd name="connsiteY1" fmla="*/ 0 h 1407832"/>
                  <a:gd name="connsiteX2" fmla="*/ 1441490 w 1441490"/>
                  <a:gd name="connsiteY2" fmla="*/ 1179354 h 1407832"/>
                  <a:gd name="connsiteX3" fmla="*/ 4836 w 1441490"/>
                  <a:gd name="connsiteY3" fmla="*/ 1407832 h 1407832"/>
                  <a:gd name="connsiteX4" fmla="*/ 0 w 1441490"/>
                  <a:gd name="connsiteY4" fmla="*/ 0 h 14078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41490" h="1407832">
                    <a:moveTo>
                      <a:pt x="0" y="0"/>
                    </a:moveTo>
                    <a:lnTo>
                      <a:pt x="1344524" y="0"/>
                    </a:lnTo>
                    <a:cubicBezTo>
                      <a:pt x="1376846" y="393118"/>
                      <a:pt x="1337235" y="903188"/>
                      <a:pt x="1441490" y="1179354"/>
                    </a:cubicBezTo>
                    <a:cubicBezTo>
                      <a:pt x="1081761" y="1443823"/>
                      <a:pt x="556514" y="1380972"/>
                      <a:pt x="4836" y="1407832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 w="3175">
                <a:solidFill>
                  <a:schemeClr val="accent5">
                    <a:lumMod val="75000"/>
                  </a:schemeClr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143435" bIns="143435" rtlCol="0" anchor="b"/>
              <a:lstStyle/>
              <a:p>
                <a:pPr algn="ctr"/>
                <a:endParaRPr lang="en-US" sz="941" b="1" dirty="0">
                  <a:solidFill>
                    <a:schemeClr val="tx1"/>
                  </a:solidFill>
                  <a:latin typeface="Ink Free" panose="03080402000500000000" pitchFamily="66" charset="0"/>
                </a:endParaRPr>
              </a:p>
            </p:txBody>
          </p:sp>
        </p:grpSp>
        <p:grpSp>
          <p:nvGrpSpPr>
            <p:cNvPr id="196" name="Group 195">
              <a:extLst>
                <a:ext uri="{FF2B5EF4-FFF2-40B4-BE49-F238E27FC236}">
                  <a16:creationId xmlns:a16="http://schemas.microsoft.com/office/drawing/2014/main" id="{BB914F7E-0653-425B-BCE2-220B51A41C7C}"/>
                </a:ext>
              </a:extLst>
            </p:cNvPr>
            <p:cNvGrpSpPr/>
            <p:nvPr/>
          </p:nvGrpSpPr>
          <p:grpSpPr>
            <a:xfrm rot="337866">
              <a:off x="11058718" y="4749219"/>
              <a:ext cx="1188770" cy="1028487"/>
              <a:chOff x="7153217" y="2662431"/>
              <a:chExt cx="1520005" cy="1407832"/>
            </a:xfrm>
            <a:effectLst/>
          </p:grpSpPr>
          <p:sp>
            <p:nvSpPr>
              <p:cNvPr id="197" name="Rectangle 10">
                <a:extLst>
                  <a:ext uri="{FF2B5EF4-FFF2-40B4-BE49-F238E27FC236}">
                    <a16:creationId xmlns:a16="http://schemas.microsoft.com/office/drawing/2014/main" id="{80ECA4D8-9D93-4D5A-8898-87F585AED877}"/>
                  </a:ext>
                </a:extLst>
              </p:cNvPr>
              <p:cNvSpPr/>
              <p:nvPr/>
            </p:nvSpPr>
            <p:spPr>
              <a:xfrm rot="20467554">
                <a:off x="7626053" y="3827866"/>
                <a:ext cx="1047169" cy="202430"/>
              </a:xfrm>
              <a:custGeom>
                <a:avLst/>
                <a:gdLst>
                  <a:gd name="connsiteX0" fmla="*/ 0 w 997799"/>
                  <a:gd name="connsiteY0" fmla="*/ 0 h 190624"/>
                  <a:gd name="connsiteX1" fmla="*/ 997799 w 997799"/>
                  <a:gd name="connsiteY1" fmla="*/ 0 h 190624"/>
                  <a:gd name="connsiteX2" fmla="*/ 997799 w 997799"/>
                  <a:gd name="connsiteY2" fmla="*/ 190624 h 190624"/>
                  <a:gd name="connsiteX3" fmla="*/ 0 w 997799"/>
                  <a:gd name="connsiteY3" fmla="*/ 190624 h 190624"/>
                  <a:gd name="connsiteX4" fmla="*/ 0 w 997799"/>
                  <a:gd name="connsiteY4" fmla="*/ 0 h 190624"/>
                  <a:gd name="connsiteX0" fmla="*/ 0 w 997799"/>
                  <a:gd name="connsiteY0" fmla="*/ 0 h 190624"/>
                  <a:gd name="connsiteX1" fmla="*/ 997799 w 997799"/>
                  <a:gd name="connsiteY1" fmla="*/ 0 h 190624"/>
                  <a:gd name="connsiteX2" fmla="*/ 997799 w 997799"/>
                  <a:gd name="connsiteY2" fmla="*/ 190624 h 190624"/>
                  <a:gd name="connsiteX3" fmla="*/ 0 w 997799"/>
                  <a:gd name="connsiteY3" fmla="*/ 0 h 190624"/>
                  <a:gd name="connsiteX0" fmla="*/ 0 w 1006687"/>
                  <a:gd name="connsiteY0" fmla="*/ 53621 h 190624"/>
                  <a:gd name="connsiteX1" fmla="*/ 1006687 w 1006687"/>
                  <a:gd name="connsiteY1" fmla="*/ 0 h 190624"/>
                  <a:gd name="connsiteX2" fmla="*/ 1006687 w 1006687"/>
                  <a:gd name="connsiteY2" fmla="*/ 190624 h 190624"/>
                  <a:gd name="connsiteX3" fmla="*/ 0 w 1006687"/>
                  <a:gd name="connsiteY3" fmla="*/ 53621 h 190624"/>
                  <a:gd name="connsiteX0" fmla="*/ 0 w 1069156"/>
                  <a:gd name="connsiteY0" fmla="*/ 53621 h 195629"/>
                  <a:gd name="connsiteX1" fmla="*/ 1006687 w 1069156"/>
                  <a:gd name="connsiteY1" fmla="*/ 0 h 195629"/>
                  <a:gd name="connsiteX2" fmla="*/ 1069156 w 1069156"/>
                  <a:gd name="connsiteY2" fmla="*/ 195629 h 195629"/>
                  <a:gd name="connsiteX3" fmla="*/ 0 w 1069156"/>
                  <a:gd name="connsiteY3" fmla="*/ 53621 h 195629"/>
                  <a:gd name="connsiteX0" fmla="*/ 0 w 1069156"/>
                  <a:gd name="connsiteY0" fmla="*/ 53621 h 195629"/>
                  <a:gd name="connsiteX1" fmla="*/ 1006687 w 1069156"/>
                  <a:gd name="connsiteY1" fmla="*/ 0 h 195629"/>
                  <a:gd name="connsiteX2" fmla="*/ 1069156 w 1069156"/>
                  <a:gd name="connsiteY2" fmla="*/ 195629 h 195629"/>
                  <a:gd name="connsiteX3" fmla="*/ 0 w 1069156"/>
                  <a:gd name="connsiteY3" fmla="*/ 53621 h 195629"/>
                  <a:gd name="connsiteX0" fmla="*/ 0 w 1069156"/>
                  <a:gd name="connsiteY0" fmla="*/ 53621 h 195629"/>
                  <a:gd name="connsiteX1" fmla="*/ 1006687 w 1069156"/>
                  <a:gd name="connsiteY1" fmla="*/ 0 h 195629"/>
                  <a:gd name="connsiteX2" fmla="*/ 1069156 w 1069156"/>
                  <a:gd name="connsiteY2" fmla="*/ 195629 h 195629"/>
                  <a:gd name="connsiteX3" fmla="*/ 0 w 1069156"/>
                  <a:gd name="connsiteY3" fmla="*/ 53621 h 195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69156" h="195629">
                    <a:moveTo>
                      <a:pt x="0" y="53621"/>
                    </a:moveTo>
                    <a:lnTo>
                      <a:pt x="1006687" y="0"/>
                    </a:lnTo>
                    <a:lnTo>
                      <a:pt x="1069156" y="195629"/>
                    </a:lnTo>
                    <a:cubicBezTo>
                      <a:pt x="696047" y="194596"/>
                      <a:pt x="375028" y="173914"/>
                      <a:pt x="0" y="53621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143435" rtlCol="0" anchor="b"/>
              <a:lstStyle/>
              <a:p>
                <a:pPr algn="ctr"/>
                <a:endParaRPr lang="en-US" sz="1412" b="1">
                  <a:latin typeface="Ink Free" panose="03080402000500000000" pitchFamily="66" charset="0"/>
                </a:endParaRPr>
              </a:p>
            </p:txBody>
          </p:sp>
          <p:sp>
            <p:nvSpPr>
              <p:cNvPr id="198" name="Rectangle 11">
                <a:extLst>
                  <a:ext uri="{FF2B5EF4-FFF2-40B4-BE49-F238E27FC236}">
                    <a16:creationId xmlns:a16="http://schemas.microsoft.com/office/drawing/2014/main" id="{4CCDE403-07EE-4840-86F5-25BF50436CE0}"/>
                  </a:ext>
                </a:extLst>
              </p:cNvPr>
              <p:cNvSpPr/>
              <p:nvPr/>
            </p:nvSpPr>
            <p:spPr>
              <a:xfrm rot="21164825">
                <a:off x="7153217" y="2662431"/>
                <a:ext cx="1441490" cy="1407832"/>
              </a:xfrm>
              <a:custGeom>
                <a:avLst/>
                <a:gdLst>
                  <a:gd name="connsiteX0" fmla="*/ 0 w 1344524"/>
                  <a:gd name="connsiteY0" fmla="*/ 0 h 1422228"/>
                  <a:gd name="connsiteX1" fmla="*/ 1344524 w 1344524"/>
                  <a:gd name="connsiteY1" fmla="*/ 0 h 1422228"/>
                  <a:gd name="connsiteX2" fmla="*/ 1344524 w 1344524"/>
                  <a:gd name="connsiteY2" fmla="*/ 1422228 h 1422228"/>
                  <a:gd name="connsiteX3" fmla="*/ 0 w 1344524"/>
                  <a:gd name="connsiteY3" fmla="*/ 1422228 h 1422228"/>
                  <a:gd name="connsiteX4" fmla="*/ 0 w 1344524"/>
                  <a:gd name="connsiteY4" fmla="*/ 0 h 1422228"/>
                  <a:gd name="connsiteX0" fmla="*/ 0 w 1441490"/>
                  <a:gd name="connsiteY0" fmla="*/ 0 h 1422228"/>
                  <a:gd name="connsiteX1" fmla="*/ 1344524 w 1441490"/>
                  <a:gd name="connsiteY1" fmla="*/ 0 h 1422228"/>
                  <a:gd name="connsiteX2" fmla="*/ 1441490 w 1441490"/>
                  <a:gd name="connsiteY2" fmla="*/ 1179354 h 1422228"/>
                  <a:gd name="connsiteX3" fmla="*/ 0 w 1441490"/>
                  <a:gd name="connsiteY3" fmla="*/ 1422228 h 1422228"/>
                  <a:gd name="connsiteX4" fmla="*/ 0 w 1441490"/>
                  <a:gd name="connsiteY4" fmla="*/ 0 h 1422228"/>
                  <a:gd name="connsiteX0" fmla="*/ 0 w 1441490"/>
                  <a:gd name="connsiteY0" fmla="*/ 0 h 1422228"/>
                  <a:gd name="connsiteX1" fmla="*/ 1344524 w 1441490"/>
                  <a:gd name="connsiteY1" fmla="*/ 0 h 1422228"/>
                  <a:gd name="connsiteX2" fmla="*/ 1441490 w 1441490"/>
                  <a:gd name="connsiteY2" fmla="*/ 1179354 h 1422228"/>
                  <a:gd name="connsiteX3" fmla="*/ 0 w 1441490"/>
                  <a:gd name="connsiteY3" fmla="*/ 1422228 h 1422228"/>
                  <a:gd name="connsiteX4" fmla="*/ 0 w 1441490"/>
                  <a:gd name="connsiteY4" fmla="*/ 0 h 1422228"/>
                  <a:gd name="connsiteX0" fmla="*/ 0 w 1441490"/>
                  <a:gd name="connsiteY0" fmla="*/ 0 h 1407832"/>
                  <a:gd name="connsiteX1" fmla="*/ 1344524 w 1441490"/>
                  <a:gd name="connsiteY1" fmla="*/ 0 h 1407832"/>
                  <a:gd name="connsiteX2" fmla="*/ 1441490 w 1441490"/>
                  <a:gd name="connsiteY2" fmla="*/ 1179354 h 1407832"/>
                  <a:gd name="connsiteX3" fmla="*/ 4836 w 1441490"/>
                  <a:gd name="connsiteY3" fmla="*/ 1407832 h 1407832"/>
                  <a:gd name="connsiteX4" fmla="*/ 0 w 1441490"/>
                  <a:gd name="connsiteY4" fmla="*/ 0 h 1407832"/>
                  <a:gd name="connsiteX0" fmla="*/ 0 w 1441490"/>
                  <a:gd name="connsiteY0" fmla="*/ 0 h 1407832"/>
                  <a:gd name="connsiteX1" fmla="*/ 1344524 w 1441490"/>
                  <a:gd name="connsiteY1" fmla="*/ 0 h 1407832"/>
                  <a:gd name="connsiteX2" fmla="*/ 1441490 w 1441490"/>
                  <a:gd name="connsiteY2" fmla="*/ 1179354 h 1407832"/>
                  <a:gd name="connsiteX3" fmla="*/ 4836 w 1441490"/>
                  <a:gd name="connsiteY3" fmla="*/ 1407832 h 1407832"/>
                  <a:gd name="connsiteX4" fmla="*/ 0 w 1441490"/>
                  <a:gd name="connsiteY4" fmla="*/ 0 h 1407832"/>
                  <a:gd name="connsiteX0" fmla="*/ 0 w 1441490"/>
                  <a:gd name="connsiteY0" fmla="*/ 0 h 1407832"/>
                  <a:gd name="connsiteX1" fmla="*/ 1344524 w 1441490"/>
                  <a:gd name="connsiteY1" fmla="*/ 0 h 1407832"/>
                  <a:gd name="connsiteX2" fmla="*/ 1441490 w 1441490"/>
                  <a:gd name="connsiteY2" fmla="*/ 1179354 h 1407832"/>
                  <a:gd name="connsiteX3" fmla="*/ 4836 w 1441490"/>
                  <a:gd name="connsiteY3" fmla="*/ 1407832 h 1407832"/>
                  <a:gd name="connsiteX4" fmla="*/ 0 w 1441490"/>
                  <a:gd name="connsiteY4" fmla="*/ 0 h 14078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41490" h="1407832">
                    <a:moveTo>
                      <a:pt x="0" y="0"/>
                    </a:moveTo>
                    <a:lnTo>
                      <a:pt x="1344524" y="0"/>
                    </a:lnTo>
                    <a:cubicBezTo>
                      <a:pt x="1376846" y="393118"/>
                      <a:pt x="1337235" y="903188"/>
                      <a:pt x="1441490" y="1179354"/>
                    </a:cubicBezTo>
                    <a:cubicBezTo>
                      <a:pt x="1081761" y="1443823"/>
                      <a:pt x="556514" y="1380972"/>
                      <a:pt x="4836" y="1407832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 w="3175"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143435" bIns="143435" rtlCol="0" anchor="b"/>
              <a:lstStyle/>
              <a:p>
                <a:pPr algn="ctr"/>
                <a:r>
                  <a:rPr lang="en-US" sz="706" b="1" dirty="0">
                    <a:solidFill>
                      <a:schemeClr val="tx1"/>
                    </a:solidFill>
                    <a:latin typeface="Ink Free" panose="03080402000500000000" pitchFamily="66" charset="0"/>
                  </a:rPr>
                  <a:t> </a:t>
                </a:r>
                <a:r>
                  <a:rPr lang="en-US" sz="941" b="1" dirty="0">
                    <a:solidFill>
                      <a:schemeClr val="tx1"/>
                    </a:solidFill>
                    <a:latin typeface="Ink Free" panose="03080402000500000000" pitchFamily="66" charset="0"/>
                  </a:rPr>
                  <a:t>Review Project </a:t>
                </a:r>
                <a:br>
                  <a:rPr lang="en-US" sz="941" b="1" dirty="0">
                    <a:solidFill>
                      <a:schemeClr val="tx1"/>
                    </a:solidFill>
                    <a:latin typeface="Ink Free" panose="03080402000500000000" pitchFamily="66" charset="0"/>
                  </a:rPr>
                </a:br>
                <a:r>
                  <a:rPr lang="en-US" sz="941" b="1" dirty="0">
                    <a:solidFill>
                      <a:schemeClr val="tx1"/>
                    </a:solidFill>
                    <a:latin typeface="Ink Free" panose="03080402000500000000" pitchFamily="66" charset="0"/>
                  </a:rPr>
                  <a:t>Wassle Pop</a:t>
                </a:r>
              </a:p>
              <a:p>
                <a:pPr algn="ctr"/>
                <a:r>
                  <a:rPr lang="en-US" sz="941" b="1" i="1" dirty="0">
                    <a:solidFill>
                      <a:schemeClr val="tx1"/>
                    </a:solidFill>
                    <a:latin typeface="Ink Free" panose="03080402000500000000" pitchFamily="66" charset="0"/>
                  </a:rPr>
                  <a:t>Card 7</a:t>
                </a:r>
                <a:r>
                  <a:rPr lang="en-US" sz="941" b="1" dirty="0">
                    <a:solidFill>
                      <a:schemeClr val="tx1"/>
                    </a:solidFill>
                    <a:latin typeface="Ink Free" panose="03080402000500000000" pitchFamily="66" charset="0"/>
                  </a:rPr>
                  <a:t> </a:t>
                </a:r>
              </a:p>
            </p:txBody>
          </p:sp>
        </p:grp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248154D8-3A5C-433C-A0DD-E8031C46E6E4}"/>
              </a:ext>
            </a:extLst>
          </p:cNvPr>
          <p:cNvGrpSpPr/>
          <p:nvPr/>
        </p:nvGrpSpPr>
        <p:grpSpPr>
          <a:xfrm rot="1056944">
            <a:off x="3306422" y="4198084"/>
            <a:ext cx="1687432" cy="1353213"/>
            <a:chOff x="8284693" y="3121080"/>
            <a:chExt cx="2680231" cy="2149375"/>
          </a:xfrm>
        </p:grpSpPr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9D51893F-654C-4BEE-9F7E-D03DF3F5ACD6}"/>
                </a:ext>
              </a:extLst>
            </p:cNvPr>
            <p:cNvSpPr/>
            <p:nvPr/>
          </p:nvSpPr>
          <p:spPr>
            <a:xfrm rot="8294564" flipV="1">
              <a:off x="8401303" y="4611957"/>
              <a:ext cx="1368014" cy="3986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5D3D7CF6-CF2E-4B95-B089-C5DFF35E78E5}"/>
                </a:ext>
              </a:extLst>
            </p:cNvPr>
            <p:cNvSpPr/>
            <p:nvPr/>
          </p:nvSpPr>
          <p:spPr>
            <a:xfrm rot="8294564" flipH="1">
              <a:off x="8428165" y="5119178"/>
              <a:ext cx="494179" cy="15127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5" name="Parallelogram 124">
              <a:extLst>
                <a:ext uri="{FF2B5EF4-FFF2-40B4-BE49-F238E27FC236}">
                  <a16:creationId xmlns:a16="http://schemas.microsoft.com/office/drawing/2014/main" id="{38CFC190-88E5-4ECB-98BF-E9BEC5D22A8D}"/>
                </a:ext>
              </a:extLst>
            </p:cNvPr>
            <p:cNvSpPr/>
            <p:nvPr/>
          </p:nvSpPr>
          <p:spPr>
            <a:xfrm rot="8294564" flipV="1">
              <a:off x="8284693" y="5146339"/>
              <a:ext cx="779682" cy="98244"/>
            </a:xfrm>
            <a:prstGeom prst="parallelogram">
              <a:avLst>
                <a:gd name="adj" fmla="val 58288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6" name="Flowchart: Connector 125">
              <a:extLst>
                <a:ext uri="{FF2B5EF4-FFF2-40B4-BE49-F238E27FC236}">
                  <a16:creationId xmlns:a16="http://schemas.microsoft.com/office/drawing/2014/main" id="{F6D43DA8-3A40-4A5C-8F03-DB33B340CF67}"/>
                </a:ext>
              </a:extLst>
            </p:cNvPr>
            <p:cNvSpPr/>
            <p:nvPr/>
          </p:nvSpPr>
          <p:spPr>
            <a:xfrm rot="8294564" flipV="1">
              <a:off x="10772019" y="3121080"/>
              <a:ext cx="149927" cy="273610"/>
            </a:xfrm>
            <a:prstGeom prst="flowChartConnector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Trapezoid 25">
              <a:extLst>
                <a:ext uri="{FF2B5EF4-FFF2-40B4-BE49-F238E27FC236}">
                  <a16:creationId xmlns:a16="http://schemas.microsoft.com/office/drawing/2014/main" id="{B10038D3-B23F-40AD-AB13-ADA3693BA899}"/>
                </a:ext>
              </a:extLst>
            </p:cNvPr>
            <p:cNvSpPr/>
            <p:nvPr/>
          </p:nvSpPr>
          <p:spPr>
            <a:xfrm rot="13694564" flipV="1">
              <a:off x="10254736" y="3097585"/>
              <a:ext cx="452591" cy="967784"/>
            </a:xfrm>
            <a:custGeom>
              <a:avLst/>
              <a:gdLst>
                <a:gd name="connsiteX0" fmla="*/ 0 w 661438"/>
                <a:gd name="connsiteY0" fmla="*/ 1551205 h 1551205"/>
                <a:gd name="connsiteX1" fmla="*/ 119112 w 661438"/>
                <a:gd name="connsiteY1" fmla="*/ 0 h 1551205"/>
                <a:gd name="connsiteX2" fmla="*/ 542326 w 661438"/>
                <a:gd name="connsiteY2" fmla="*/ 0 h 1551205"/>
                <a:gd name="connsiteX3" fmla="*/ 661438 w 661438"/>
                <a:gd name="connsiteY3" fmla="*/ 1551205 h 1551205"/>
                <a:gd name="connsiteX4" fmla="*/ 0 w 661438"/>
                <a:gd name="connsiteY4" fmla="*/ 1551205 h 1551205"/>
                <a:gd name="connsiteX0" fmla="*/ 0 w 666629"/>
                <a:gd name="connsiteY0" fmla="*/ 1551205 h 1551205"/>
                <a:gd name="connsiteX1" fmla="*/ 119112 w 666629"/>
                <a:gd name="connsiteY1" fmla="*/ 0 h 1551205"/>
                <a:gd name="connsiteX2" fmla="*/ 542326 w 666629"/>
                <a:gd name="connsiteY2" fmla="*/ 0 h 1551205"/>
                <a:gd name="connsiteX3" fmla="*/ 661438 w 666629"/>
                <a:gd name="connsiteY3" fmla="*/ 1551205 h 1551205"/>
                <a:gd name="connsiteX4" fmla="*/ 0 w 666629"/>
                <a:gd name="connsiteY4" fmla="*/ 1551205 h 1551205"/>
                <a:gd name="connsiteX0" fmla="*/ 14539 w 681168"/>
                <a:gd name="connsiteY0" fmla="*/ 1551205 h 1551205"/>
                <a:gd name="connsiteX1" fmla="*/ 133651 w 681168"/>
                <a:gd name="connsiteY1" fmla="*/ 0 h 1551205"/>
                <a:gd name="connsiteX2" fmla="*/ 556865 w 681168"/>
                <a:gd name="connsiteY2" fmla="*/ 0 h 1551205"/>
                <a:gd name="connsiteX3" fmla="*/ 675977 w 681168"/>
                <a:gd name="connsiteY3" fmla="*/ 1551205 h 1551205"/>
                <a:gd name="connsiteX4" fmla="*/ 14539 w 681168"/>
                <a:gd name="connsiteY4" fmla="*/ 1551205 h 1551205"/>
                <a:gd name="connsiteX0" fmla="*/ 0 w 666629"/>
                <a:gd name="connsiteY0" fmla="*/ 1551205 h 1551205"/>
                <a:gd name="connsiteX1" fmla="*/ 119112 w 666629"/>
                <a:gd name="connsiteY1" fmla="*/ 0 h 1551205"/>
                <a:gd name="connsiteX2" fmla="*/ 542326 w 666629"/>
                <a:gd name="connsiteY2" fmla="*/ 0 h 1551205"/>
                <a:gd name="connsiteX3" fmla="*/ 661438 w 666629"/>
                <a:gd name="connsiteY3" fmla="*/ 1551205 h 1551205"/>
                <a:gd name="connsiteX4" fmla="*/ 0 w 666629"/>
                <a:gd name="connsiteY4" fmla="*/ 1551205 h 1551205"/>
                <a:gd name="connsiteX0" fmla="*/ 988 w 667617"/>
                <a:gd name="connsiteY0" fmla="*/ 1551205 h 1551205"/>
                <a:gd name="connsiteX1" fmla="*/ 120100 w 667617"/>
                <a:gd name="connsiteY1" fmla="*/ 0 h 1551205"/>
                <a:gd name="connsiteX2" fmla="*/ 543314 w 667617"/>
                <a:gd name="connsiteY2" fmla="*/ 0 h 1551205"/>
                <a:gd name="connsiteX3" fmla="*/ 662426 w 667617"/>
                <a:gd name="connsiteY3" fmla="*/ 1551205 h 1551205"/>
                <a:gd name="connsiteX4" fmla="*/ 988 w 667617"/>
                <a:gd name="connsiteY4" fmla="*/ 1551205 h 1551205"/>
                <a:gd name="connsiteX0" fmla="*/ 988 w 662426"/>
                <a:gd name="connsiteY0" fmla="*/ 1551205 h 1551205"/>
                <a:gd name="connsiteX1" fmla="*/ 120100 w 662426"/>
                <a:gd name="connsiteY1" fmla="*/ 0 h 1551205"/>
                <a:gd name="connsiteX2" fmla="*/ 543314 w 662426"/>
                <a:gd name="connsiteY2" fmla="*/ 0 h 1551205"/>
                <a:gd name="connsiteX3" fmla="*/ 662426 w 662426"/>
                <a:gd name="connsiteY3" fmla="*/ 1551205 h 1551205"/>
                <a:gd name="connsiteX4" fmla="*/ 988 w 662426"/>
                <a:gd name="connsiteY4" fmla="*/ 1551205 h 1551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2426" h="1551205">
                  <a:moveTo>
                    <a:pt x="988" y="1551205"/>
                  </a:moveTo>
                  <a:cubicBezTo>
                    <a:pt x="-10454" y="929302"/>
                    <a:pt x="80396" y="517068"/>
                    <a:pt x="120100" y="0"/>
                  </a:cubicBezTo>
                  <a:lnTo>
                    <a:pt x="543314" y="0"/>
                  </a:lnTo>
                  <a:cubicBezTo>
                    <a:pt x="583018" y="517068"/>
                    <a:pt x="650066" y="888536"/>
                    <a:pt x="662426" y="1551205"/>
                  </a:cubicBezTo>
                  <a:lnTo>
                    <a:pt x="988" y="1551205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1945616C-D81D-4AC6-BB24-3DF4C325AE57}"/>
                </a:ext>
              </a:extLst>
            </p:cNvPr>
            <p:cNvSpPr/>
            <p:nvPr/>
          </p:nvSpPr>
          <p:spPr>
            <a:xfrm rot="8294564" flipV="1">
              <a:off x="8850336" y="4192969"/>
              <a:ext cx="1451206" cy="388076"/>
            </a:xfrm>
            <a:prstGeom prst="rect">
              <a:avLst/>
            </a:prstGeom>
            <a:solidFill>
              <a:schemeClr val="bg1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1792F51D-6218-4A3A-8EC3-E73466B0F03E}"/>
                </a:ext>
              </a:extLst>
            </p:cNvPr>
            <p:cNvSpPr/>
            <p:nvPr/>
          </p:nvSpPr>
          <p:spPr>
            <a:xfrm rot="8294564" flipV="1">
              <a:off x="10108555" y="3440435"/>
              <a:ext cx="771610" cy="181343"/>
            </a:xfrm>
            <a:custGeom>
              <a:avLst/>
              <a:gdLst>
                <a:gd name="connsiteX0" fmla="*/ 1182314 w 1182314"/>
                <a:gd name="connsiteY0" fmla="*/ 0 h 262089"/>
                <a:gd name="connsiteX1" fmla="*/ 0 w 1182314"/>
                <a:gd name="connsiteY1" fmla="*/ 40770 h 262089"/>
                <a:gd name="connsiteX2" fmla="*/ 23297 w 1182314"/>
                <a:gd name="connsiteY2" fmla="*/ 262089 h 262089"/>
                <a:gd name="connsiteX0" fmla="*/ 1184020 w 1184020"/>
                <a:gd name="connsiteY0" fmla="*/ 0 h 290664"/>
                <a:gd name="connsiteX1" fmla="*/ 1706 w 1184020"/>
                <a:gd name="connsiteY1" fmla="*/ 40770 h 290664"/>
                <a:gd name="connsiteX2" fmla="*/ 0 w 1184020"/>
                <a:gd name="connsiteY2" fmla="*/ 290664 h 290664"/>
                <a:gd name="connsiteX0" fmla="*/ 1219966 w 1219966"/>
                <a:gd name="connsiteY0" fmla="*/ 0 h 290664"/>
                <a:gd name="connsiteX1" fmla="*/ 37652 w 1219966"/>
                <a:gd name="connsiteY1" fmla="*/ 40770 h 290664"/>
                <a:gd name="connsiteX2" fmla="*/ 35946 w 1219966"/>
                <a:gd name="connsiteY2" fmla="*/ 290664 h 290664"/>
                <a:gd name="connsiteX0" fmla="*/ 1219080 w 1219080"/>
                <a:gd name="connsiteY0" fmla="*/ 0 h 290664"/>
                <a:gd name="connsiteX1" fmla="*/ 40337 w 1219080"/>
                <a:gd name="connsiteY1" fmla="*/ 40770 h 290664"/>
                <a:gd name="connsiteX2" fmla="*/ 35060 w 1219080"/>
                <a:gd name="connsiteY2" fmla="*/ 290664 h 290664"/>
                <a:gd name="connsiteX0" fmla="*/ 1236769 w 1236769"/>
                <a:gd name="connsiteY0" fmla="*/ 0 h 290664"/>
                <a:gd name="connsiteX1" fmla="*/ 58026 w 1236769"/>
                <a:gd name="connsiteY1" fmla="*/ 40770 h 290664"/>
                <a:gd name="connsiteX2" fmla="*/ 52749 w 1236769"/>
                <a:gd name="connsiteY2" fmla="*/ 290664 h 290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36769" h="290664">
                  <a:moveTo>
                    <a:pt x="1236769" y="0"/>
                  </a:moveTo>
                  <a:lnTo>
                    <a:pt x="58026" y="40770"/>
                  </a:lnTo>
                  <a:cubicBezTo>
                    <a:pt x="-6836" y="107399"/>
                    <a:pt x="-28835" y="204984"/>
                    <a:pt x="52749" y="290664"/>
                  </a:cubicBezTo>
                </a:path>
              </a:pathLst>
            </a:cu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450853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E26C761-1B43-445B-8EF8-75243B14FF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8093" y="0"/>
            <a:ext cx="90158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9919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F50FBDD-E779-4840-BA75-2DE50B52C6CF}"/>
              </a:ext>
            </a:extLst>
          </p:cNvPr>
          <p:cNvSpPr/>
          <p:nvPr/>
        </p:nvSpPr>
        <p:spPr>
          <a:xfrm>
            <a:off x="108967" y="3897698"/>
            <a:ext cx="3581857" cy="78042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744538"/>
            <a:r>
              <a:rPr lang="en-US" sz="1400" dirty="0">
                <a:solidFill>
                  <a:schemeClr val="tx1"/>
                </a:solidFill>
              </a:rPr>
              <a:t>Ruthless rationalization removes ambiguity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06B26D1-CCCD-4309-A2CD-093397F43CF6}"/>
              </a:ext>
            </a:extLst>
          </p:cNvPr>
          <p:cNvSpPr/>
          <p:nvPr/>
        </p:nvSpPr>
        <p:spPr>
          <a:xfrm>
            <a:off x="108967" y="3058874"/>
            <a:ext cx="3581857" cy="78042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ctr"/>
          <a:lstStyle/>
          <a:p>
            <a:pPr marL="744538"/>
            <a:r>
              <a:rPr lang="en-US" sz="1400" dirty="0">
                <a:solidFill>
                  <a:schemeClr val="tx1"/>
                </a:solidFill>
              </a:rPr>
              <a:t>The Kanban/Kamishibai is our SPoT for decisions on small workflows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DD9BBEB-CEAD-45DC-A930-1C8C367B972F}"/>
              </a:ext>
            </a:extLst>
          </p:cNvPr>
          <p:cNvSpPr/>
          <p:nvPr/>
        </p:nvSpPr>
        <p:spPr>
          <a:xfrm>
            <a:off x="108967" y="2225045"/>
            <a:ext cx="3581857" cy="78042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ctr"/>
          <a:lstStyle/>
          <a:p>
            <a:pPr marL="744538" lvl="3"/>
            <a:r>
              <a:rPr lang="en-US" sz="1400" dirty="0">
                <a:solidFill>
                  <a:schemeClr val="tx1"/>
                </a:solidFill>
              </a:rPr>
              <a:t>There will be one way to prioritize our small projects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A752A769-3C40-4212-8E98-9516489C3C2B}"/>
              </a:ext>
            </a:extLst>
          </p:cNvPr>
          <p:cNvSpPr/>
          <p:nvPr/>
        </p:nvSpPr>
        <p:spPr>
          <a:xfrm>
            <a:off x="9312980" y="3545391"/>
            <a:ext cx="2726898" cy="9378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u="sng" dirty="0">
                <a:solidFill>
                  <a:schemeClr val="tx1"/>
                </a:solidFill>
                <a:latin typeface="Ink Free" panose="03080402000500000000" pitchFamily="66" charset="0"/>
              </a:rPr>
              <a:t>internal customers prioritize</a:t>
            </a:r>
          </a:p>
          <a:p>
            <a:r>
              <a:rPr lang="en-US" sz="1400" b="1" u="sng" dirty="0">
                <a:solidFill>
                  <a:schemeClr val="tx1"/>
                </a:solidFill>
                <a:latin typeface="Ink Free" panose="03080402000500000000" pitchFamily="66" charset="0"/>
              </a:rPr>
              <a:t>we’ll maximize value</a:t>
            </a:r>
          </a:p>
          <a:p>
            <a:r>
              <a:rPr lang="en-US" sz="1400" b="1" u="sng" dirty="0">
                <a:solidFill>
                  <a:schemeClr val="tx1"/>
                </a:solidFill>
                <a:latin typeface="Ink Free" panose="03080402000500000000" pitchFamily="66" charset="0"/>
              </a:rPr>
              <a:t>our dashboard</a:t>
            </a:r>
          </a:p>
          <a:p>
            <a:r>
              <a:rPr lang="en-US" sz="1400" b="1" u="sng" dirty="0">
                <a:solidFill>
                  <a:schemeClr val="tx1"/>
                </a:solidFill>
                <a:latin typeface="Ink Free" panose="03080402000500000000" pitchFamily="66" charset="0"/>
              </a:rPr>
              <a:t>our goals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7A59CACB-0CA1-4CB0-871B-CCCC2F4F1DE1}"/>
              </a:ext>
            </a:extLst>
          </p:cNvPr>
          <p:cNvSpPr txBox="1"/>
          <p:nvPr/>
        </p:nvSpPr>
        <p:spPr>
          <a:xfrm>
            <a:off x="4027840" y="4014297"/>
            <a:ext cx="1389281" cy="954107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r>
              <a:rPr lang="en-US" sz="1400" dirty="0"/>
              <a:t>We’ll prioritize as a team so we’ll stay aligned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20AD7439-FB43-4F3B-AE0A-A665F5A7AAD4}"/>
              </a:ext>
            </a:extLst>
          </p:cNvPr>
          <p:cNvSpPr txBox="1"/>
          <p:nvPr/>
        </p:nvSpPr>
        <p:spPr>
          <a:xfrm>
            <a:off x="6169709" y="2392452"/>
            <a:ext cx="148270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We will deliver on time almost every time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43507F65-DCB8-494B-82FF-726AA5A3BE8C}"/>
              </a:ext>
            </a:extLst>
          </p:cNvPr>
          <p:cNvSpPr txBox="1"/>
          <p:nvPr/>
        </p:nvSpPr>
        <p:spPr>
          <a:xfrm>
            <a:off x="6287402" y="3986671"/>
            <a:ext cx="138928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400"/>
            </a:lvl1pPr>
          </a:lstStyle>
          <a:p>
            <a:r>
              <a:rPr lang="en-US" dirty="0"/>
              <a:t>We will take on only what we can do well.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0C295330-DE52-4D2D-928B-5CC5762A8E32}"/>
              </a:ext>
            </a:extLst>
          </p:cNvPr>
          <p:cNvSpPr txBox="1"/>
          <p:nvPr/>
        </p:nvSpPr>
        <p:spPr>
          <a:xfrm>
            <a:off x="4025093" y="2398546"/>
            <a:ext cx="1475480" cy="954107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r>
              <a:rPr lang="en-US" sz="1400" dirty="0"/>
              <a:t>Our delivery and quality will delight  customers</a:t>
            </a:r>
          </a:p>
        </p:txBody>
      </p:sp>
    </p:spTree>
    <p:extLst>
      <p:ext uri="{BB962C8B-B14F-4D97-AF65-F5344CB8AC3E}">
        <p14:creationId xmlns:p14="http://schemas.microsoft.com/office/powerpoint/2010/main" val="7321861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1090</Words>
  <Application>Microsoft Office PowerPoint</Application>
  <PresentationFormat>Widescreen</PresentationFormat>
  <Paragraphs>315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Agency FB</vt:lpstr>
      <vt:lpstr>Arial</vt:lpstr>
      <vt:lpstr>Calibri</vt:lpstr>
      <vt:lpstr>Calibri Light</vt:lpstr>
      <vt:lpstr>Ink Free</vt:lpstr>
      <vt:lpstr>Segoe Script</vt:lpstr>
      <vt:lpstr>Trebuchet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George Ellis</dc:creator>
  <cp:lastModifiedBy>Ellis, George (Consultant)</cp:lastModifiedBy>
  <cp:revision>5</cp:revision>
  <dcterms:created xsi:type="dcterms:W3CDTF">2019-10-16T02:48:23Z</dcterms:created>
  <dcterms:modified xsi:type="dcterms:W3CDTF">2025-06-01T19:57:44Z</dcterms:modified>
</cp:coreProperties>
</file>